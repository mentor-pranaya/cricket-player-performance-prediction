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72" r:id="rId3"/>
    <p:sldId id="258" r:id="rId4"/>
    <p:sldId id="259" r:id="rId5"/>
    <p:sldId id="260" r:id="rId6"/>
    <p:sldId id="261" r:id="rId7"/>
    <p:sldId id="262" r:id="rId8"/>
    <p:sldId id="263" r:id="rId9"/>
    <p:sldId id="264" r:id="rId10"/>
    <p:sldId id="265" r:id="rId11"/>
    <p:sldId id="267" r:id="rId12"/>
    <p:sldId id="269" r:id="rId13"/>
    <p:sldId id="271" r:id="rId14"/>
    <p:sldId id="268"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EA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6ABDE2-37B3-4F53-8050-6D0B0D8A59B1}" v="53" dt="2026-02-18T11:15:02.7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p:scale>
          <a:sx n="75" d="100"/>
          <a:sy n="75" d="100"/>
        </p:scale>
        <p:origin x="931" y="3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ithanaa22803@outlook.com" userId="deb5b8bd194efacd" providerId="LiveId" clId="{26E50C78-83AF-4812-A7AE-93D9A459F6ED}"/>
    <pc:docChg chg="undo redo custSel addSld delSld modSld">
      <pc:chgData name="krithanaa22803@outlook.com" userId="deb5b8bd194efacd" providerId="LiveId" clId="{26E50C78-83AF-4812-A7AE-93D9A459F6ED}" dt="2026-02-18T14:46:16.117" v="235" actId="14100"/>
      <pc:docMkLst>
        <pc:docMk/>
      </pc:docMkLst>
      <pc:sldChg chg="modSp mod">
        <pc:chgData name="krithanaa22803@outlook.com" userId="deb5b8bd194efacd" providerId="LiveId" clId="{26E50C78-83AF-4812-A7AE-93D9A459F6ED}" dt="2026-02-18T05:20:28.696" v="1" actId="14100"/>
        <pc:sldMkLst>
          <pc:docMk/>
          <pc:sldMk cId="1134841857" sldId="257"/>
        </pc:sldMkLst>
        <pc:picChg chg="mod">
          <ac:chgData name="krithanaa22803@outlook.com" userId="deb5b8bd194efacd" providerId="LiveId" clId="{26E50C78-83AF-4812-A7AE-93D9A459F6ED}" dt="2026-02-18T05:20:28.696" v="1" actId="14100"/>
          <ac:picMkLst>
            <pc:docMk/>
            <pc:sldMk cId="1134841857" sldId="257"/>
            <ac:picMk id="5" creationId="{585569A7-C715-BFBD-095F-7BE935FE2193}"/>
          </ac:picMkLst>
        </pc:picChg>
      </pc:sldChg>
      <pc:sldChg chg="modSp mod">
        <pc:chgData name="krithanaa22803@outlook.com" userId="deb5b8bd194efacd" providerId="LiveId" clId="{26E50C78-83AF-4812-A7AE-93D9A459F6ED}" dt="2026-02-18T14:27:39.107" v="139" actId="1037"/>
        <pc:sldMkLst>
          <pc:docMk/>
          <pc:sldMk cId="1980550226" sldId="258"/>
        </pc:sldMkLst>
        <pc:spChg chg="mod">
          <ac:chgData name="krithanaa22803@outlook.com" userId="deb5b8bd194efacd" providerId="LiveId" clId="{26E50C78-83AF-4812-A7AE-93D9A459F6ED}" dt="2026-02-18T05:20:46.577" v="2" actId="14100"/>
          <ac:spMkLst>
            <pc:docMk/>
            <pc:sldMk cId="1980550226" sldId="258"/>
            <ac:spMk id="4" creationId="{AA3C6278-D5E0-9402-1421-B9E309183B95}"/>
          </ac:spMkLst>
        </pc:spChg>
        <pc:spChg chg="mod">
          <ac:chgData name="krithanaa22803@outlook.com" userId="deb5b8bd194efacd" providerId="LiveId" clId="{26E50C78-83AF-4812-A7AE-93D9A459F6ED}" dt="2026-02-18T14:27:39.107" v="139" actId="1037"/>
          <ac:spMkLst>
            <pc:docMk/>
            <pc:sldMk cId="1980550226" sldId="258"/>
            <ac:spMk id="5" creationId="{2CE2DCD2-62E9-5221-9817-ADD342F66CBF}"/>
          </ac:spMkLst>
        </pc:spChg>
      </pc:sldChg>
      <pc:sldChg chg="addSp delSp modSp mod">
        <pc:chgData name="krithanaa22803@outlook.com" userId="deb5b8bd194efacd" providerId="LiveId" clId="{26E50C78-83AF-4812-A7AE-93D9A459F6ED}" dt="2026-02-18T14:36:11.633" v="218" actId="1037"/>
        <pc:sldMkLst>
          <pc:docMk/>
          <pc:sldMk cId="830277812" sldId="261"/>
        </pc:sldMkLst>
        <pc:picChg chg="del">
          <ac:chgData name="krithanaa22803@outlook.com" userId="deb5b8bd194efacd" providerId="LiveId" clId="{26E50C78-83AF-4812-A7AE-93D9A459F6ED}" dt="2026-02-18T14:34:06.157" v="140" actId="478"/>
          <ac:picMkLst>
            <pc:docMk/>
            <pc:sldMk cId="830277812" sldId="261"/>
            <ac:picMk id="3" creationId="{2A0D70F3-EF93-23B7-F769-7972865E9EB2}"/>
          </ac:picMkLst>
        </pc:picChg>
        <pc:picChg chg="add mod modCrop">
          <ac:chgData name="krithanaa22803@outlook.com" userId="deb5b8bd194efacd" providerId="LiveId" clId="{26E50C78-83AF-4812-A7AE-93D9A459F6ED}" dt="2026-02-18T14:36:11.633" v="218" actId="1037"/>
          <ac:picMkLst>
            <pc:docMk/>
            <pc:sldMk cId="830277812" sldId="261"/>
            <ac:picMk id="4" creationId="{BC38A481-0D30-8F7C-9624-84AA3C49EBAE}"/>
          </ac:picMkLst>
        </pc:picChg>
      </pc:sldChg>
      <pc:sldChg chg="addSp delSp modSp mod">
        <pc:chgData name="krithanaa22803@outlook.com" userId="deb5b8bd194efacd" providerId="LiveId" clId="{26E50C78-83AF-4812-A7AE-93D9A459F6ED}" dt="2026-02-18T11:15:02.732" v="70" actId="1035"/>
        <pc:sldMkLst>
          <pc:docMk/>
          <pc:sldMk cId="4140911460" sldId="263"/>
        </pc:sldMkLst>
        <pc:spChg chg="add del mod">
          <ac:chgData name="krithanaa22803@outlook.com" userId="deb5b8bd194efacd" providerId="LiveId" clId="{26E50C78-83AF-4812-A7AE-93D9A459F6ED}" dt="2026-02-18T11:01:34.173" v="10" actId="22"/>
          <ac:spMkLst>
            <pc:docMk/>
            <pc:sldMk cId="4140911460" sldId="263"/>
            <ac:spMk id="3" creationId="{3E8F5BEC-FB2D-95D5-DD43-75EB68C108A4}"/>
          </ac:spMkLst>
        </pc:spChg>
        <pc:picChg chg="add del mod">
          <ac:chgData name="krithanaa22803@outlook.com" userId="deb5b8bd194efacd" providerId="LiveId" clId="{26E50C78-83AF-4812-A7AE-93D9A459F6ED}" dt="2026-02-18T11:10:07.737" v="14" actId="478"/>
          <ac:picMkLst>
            <pc:docMk/>
            <pc:sldMk cId="4140911460" sldId="263"/>
            <ac:picMk id="5" creationId="{25428600-2A5D-6447-C8ED-324826CB04AF}"/>
          </ac:picMkLst>
        </pc:picChg>
        <pc:picChg chg="add mod">
          <ac:chgData name="krithanaa22803@outlook.com" userId="deb5b8bd194efacd" providerId="LiveId" clId="{26E50C78-83AF-4812-A7AE-93D9A459F6ED}" dt="2026-02-18T11:14:43.085" v="62" actId="14100"/>
          <ac:picMkLst>
            <pc:docMk/>
            <pc:sldMk cId="4140911460" sldId="263"/>
            <ac:picMk id="7" creationId="{D0D55EF4-909E-161C-2E72-1CFD4ABFAB5A}"/>
          </ac:picMkLst>
        </pc:picChg>
        <pc:picChg chg="add mod">
          <ac:chgData name="krithanaa22803@outlook.com" userId="deb5b8bd194efacd" providerId="LiveId" clId="{26E50C78-83AF-4812-A7AE-93D9A459F6ED}" dt="2026-02-18T11:11:29.981" v="31" actId="1076"/>
          <ac:picMkLst>
            <pc:docMk/>
            <pc:sldMk cId="4140911460" sldId="263"/>
            <ac:picMk id="1026" creationId="{B0403A18-250B-66E6-81FF-10B83F0D5931}"/>
          </ac:picMkLst>
        </pc:picChg>
        <pc:picChg chg="add mod">
          <ac:chgData name="krithanaa22803@outlook.com" userId="deb5b8bd194efacd" providerId="LiveId" clId="{26E50C78-83AF-4812-A7AE-93D9A459F6ED}" dt="2026-02-18T11:15:02.732" v="70" actId="1035"/>
          <ac:picMkLst>
            <pc:docMk/>
            <pc:sldMk cId="4140911460" sldId="263"/>
            <ac:picMk id="1028" creationId="{4EFC24BA-C9C0-DE52-073A-640C38A2F2B2}"/>
          </ac:picMkLst>
        </pc:picChg>
        <pc:picChg chg="add mod">
          <ac:chgData name="krithanaa22803@outlook.com" userId="deb5b8bd194efacd" providerId="LiveId" clId="{26E50C78-83AF-4812-A7AE-93D9A459F6ED}" dt="2026-02-18T11:14:10.830" v="55" actId="14100"/>
          <ac:picMkLst>
            <pc:docMk/>
            <pc:sldMk cId="4140911460" sldId="263"/>
            <ac:picMk id="1030" creationId="{316BB8DB-63C0-20E5-8762-EC86EE455974}"/>
          </ac:picMkLst>
        </pc:picChg>
        <pc:picChg chg="add mod">
          <ac:chgData name="krithanaa22803@outlook.com" userId="deb5b8bd194efacd" providerId="LiveId" clId="{26E50C78-83AF-4812-A7AE-93D9A459F6ED}" dt="2026-02-18T11:13:05.662" v="44" actId="14100"/>
          <ac:picMkLst>
            <pc:docMk/>
            <pc:sldMk cId="4140911460" sldId="263"/>
            <ac:picMk id="1032" creationId="{C869A7E9-DFDB-78D8-1382-1A4C5547B9E7}"/>
          </ac:picMkLst>
        </pc:picChg>
        <pc:picChg chg="add mod">
          <ac:chgData name="krithanaa22803@outlook.com" userId="deb5b8bd194efacd" providerId="LiveId" clId="{26E50C78-83AF-4812-A7AE-93D9A459F6ED}" dt="2026-02-18T11:14:38.165" v="61" actId="14100"/>
          <ac:picMkLst>
            <pc:docMk/>
            <pc:sldMk cId="4140911460" sldId="263"/>
            <ac:picMk id="1034" creationId="{DBA82FE0-E6E5-5A13-46AF-AD6717F2C775}"/>
          </ac:picMkLst>
        </pc:picChg>
      </pc:sldChg>
      <pc:sldChg chg="addSp modSp mod">
        <pc:chgData name="krithanaa22803@outlook.com" userId="deb5b8bd194efacd" providerId="LiveId" clId="{26E50C78-83AF-4812-A7AE-93D9A459F6ED}" dt="2026-02-18T11:21:25.213" v="72" actId="14100"/>
        <pc:sldMkLst>
          <pc:docMk/>
          <pc:sldMk cId="4069117574" sldId="264"/>
        </pc:sldMkLst>
        <pc:picChg chg="add mod">
          <ac:chgData name="krithanaa22803@outlook.com" userId="deb5b8bd194efacd" providerId="LiveId" clId="{26E50C78-83AF-4812-A7AE-93D9A459F6ED}" dt="2026-02-18T11:21:25.213" v="72" actId="14100"/>
          <ac:picMkLst>
            <pc:docMk/>
            <pc:sldMk cId="4069117574" sldId="264"/>
            <ac:picMk id="3" creationId="{A1970B67-3441-69DD-75E5-66E22D11F828}"/>
          </ac:picMkLst>
        </pc:picChg>
      </pc:sldChg>
      <pc:sldChg chg="addSp delSp modSp mod">
        <pc:chgData name="krithanaa22803@outlook.com" userId="deb5b8bd194efacd" providerId="LiveId" clId="{26E50C78-83AF-4812-A7AE-93D9A459F6ED}" dt="2026-02-18T14:25:44.197" v="83" actId="14100"/>
        <pc:sldMkLst>
          <pc:docMk/>
          <pc:sldMk cId="1541725578" sldId="265"/>
        </pc:sldMkLst>
        <pc:picChg chg="add del mod">
          <ac:chgData name="krithanaa22803@outlook.com" userId="deb5b8bd194efacd" providerId="LiveId" clId="{26E50C78-83AF-4812-A7AE-93D9A459F6ED}" dt="2026-02-18T14:25:01.941" v="77" actId="478"/>
          <ac:picMkLst>
            <pc:docMk/>
            <pc:sldMk cId="1541725578" sldId="265"/>
            <ac:picMk id="3" creationId="{B580AFE3-2C36-B137-CF0C-209BB77E5CCB}"/>
          </ac:picMkLst>
        </pc:picChg>
        <pc:picChg chg="add mod">
          <ac:chgData name="krithanaa22803@outlook.com" userId="deb5b8bd194efacd" providerId="LiveId" clId="{26E50C78-83AF-4812-A7AE-93D9A459F6ED}" dt="2026-02-18T14:25:44.197" v="83" actId="14100"/>
          <ac:picMkLst>
            <pc:docMk/>
            <pc:sldMk cId="1541725578" sldId="265"/>
            <ac:picMk id="4" creationId="{FB8279A8-2890-CF6B-8387-0F14EAB984EF}"/>
          </ac:picMkLst>
        </pc:picChg>
      </pc:sldChg>
      <pc:sldChg chg="del">
        <pc:chgData name="krithanaa22803@outlook.com" userId="deb5b8bd194efacd" providerId="LiveId" clId="{26E50C78-83AF-4812-A7AE-93D9A459F6ED}" dt="2026-02-18T14:22:11.988" v="76" actId="47"/>
        <pc:sldMkLst>
          <pc:docMk/>
          <pc:sldMk cId="168860681" sldId="266"/>
        </pc:sldMkLst>
      </pc:sldChg>
      <pc:sldChg chg="addSp modSp new mod">
        <pc:chgData name="krithanaa22803@outlook.com" userId="deb5b8bd194efacd" providerId="LiveId" clId="{26E50C78-83AF-4812-A7AE-93D9A459F6ED}" dt="2026-02-18T14:40:33.784" v="227" actId="14100"/>
        <pc:sldMkLst>
          <pc:docMk/>
          <pc:sldMk cId="874644120" sldId="269"/>
        </pc:sldMkLst>
        <pc:picChg chg="add mod modCrop">
          <ac:chgData name="krithanaa22803@outlook.com" userId="deb5b8bd194efacd" providerId="LiveId" clId="{26E50C78-83AF-4812-A7AE-93D9A459F6ED}" dt="2026-02-18T14:40:33.784" v="227" actId="14100"/>
          <ac:picMkLst>
            <pc:docMk/>
            <pc:sldMk cId="874644120" sldId="269"/>
            <ac:picMk id="3" creationId="{7E2B0C95-7704-AE08-BB45-D7F66C9C2593}"/>
          </ac:picMkLst>
        </pc:picChg>
      </pc:sldChg>
      <pc:sldChg chg="addSp modSp new mod">
        <pc:chgData name="krithanaa22803@outlook.com" userId="deb5b8bd194efacd" providerId="LiveId" clId="{26E50C78-83AF-4812-A7AE-93D9A459F6ED}" dt="2026-02-18T14:46:16.117" v="235" actId="14100"/>
        <pc:sldMkLst>
          <pc:docMk/>
          <pc:sldMk cId="2235235674" sldId="270"/>
        </pc:sldMkLst>
        <pc:picChg chg="add mod">
          <ac:chgData name="krithanaa22803@outlook.com" userId="deb5b8bd194efacd" providerId="LiveId" clId="{26E50C78-83AF-4812-A7AE-93D9A459F6ED}" dt="2026-02-18T14:46:16.117" v="235" actId="14100"/>
          <ac:picMkLst>
            <pc:docMk/>
            <pc:sldMk cId="2235235674" sldId="270"/>
            <ac:picMk id="3" creationId="{A7AAD86A-0609-5DB8-101A-2B47B2C83A1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009CCB-DFD2-4CE6-B4E4-C29C2FDFB018}" type="datetimeFigureOut">
              <a:rPr lang="en-IN" smtClean="0"/>
              <a:t>19-02-2026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EB5F05-16A5-40F2-90F3-0FB0D384D335}" type="slidenum">
              <a:rPr lang="en-IN" smtClean="0"/>
              <a:t>‹#›</a:t>
            </a:fld>
            <a:endParaRPr lang="en-IN"/>
          </a:p>
        </p:txBody>
      </p:sp>
    </p:spTree>
    <p:extLst>
      <p:ext uri="{BB962C8B-B14F-4D97-AF65-F5344CB8AC3E}">
        <p14:creationId xmlns:p14="http://schemas.microsoft.com/office/powerpoint/2010/main" val="1503101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1EB5F05-16A5-40F2-90F3-0FB0D384D335}" type="slidenum">
              <a:rPr lang="en-IN" smtClean="0"/>
              <a:t>3</a:t>
            </a:fld>
            <a:endParaRPr lang="en-IN"/>
          </a:p>
        </p:txBody>
      </p:sp>
    </p:spTree>
    <p:extLst>
      <p:ext uri="{BB962C8B-B14F-4D97-AF65-F5344CB8AC3E}">
        <p14:creationId xmlns:p14="http://schemas.microsoft.com/office/powerpoint/2010/main" val="1296682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1EB5F05-16A5-40F2-90F3-0FB0D384D335}" type="slidenum">
              <a:rPr lang="en-IN" smtClean="0"/>
              <a:t>8</a:t>
            </a:fld>
            <a:endParaRPr lang="en-IN"/>
          </a:p>
        </p:txBody>
      </p:sp>
    </p:spTree>
    <p:extLst>
      <p:ext uri="{BB962C8B-B14F-4D97-AF65-F5344CB8AC3E}">
        <p14:creationId xmlns:p14="http://schemas.microsoft.com/office/powerpoint/2010/main" val="29021761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22CED-253C-3646-CF0E-6631F9446C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6E5A190-971B-1FA6-83B9-685B736993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D0B3F3-C96D-ECCF-66FC-4391AD5A8BDA}"/>
              </a:ext>
            </a:extLst>
          </p:cNvPr>
          <p:cNvSpPr>
            <a:spLocks noGrp="1"/>
          </p:cNvSpPr>
          <p:nvPr>
            <p:ph type="dt" sz="half" idx="10"/>
          </p:nvPr>
        </p:nvSpPr>
        <p:spPr/>
        <p:txBody>
          <a:bodyPr/>
          <a:lstStyle/>
          <a:p>
            <a:fld id="{6D34A761-3D85-4E36-A0D6-4FB2F170F2A3}" type="datetimeFigureOut">
              <a:rPr lang="en-IN" smtClean="0"/>
              <a:t>19-02-2026</a:t>
            </a:fld>
            <a:endParaRPr lang="en-IN"/>
          </a:p>
        </p:txBody>
      </p:sp>
      <p:sp>
        <p:nvSpPr>
          <p:cNvPr id="5" name="Footer Placeholder 4">
            <a:extLst>
              <a:ext uri="{FF2B5EF4-FFF2-40B4-BE49-F238E27FC236}">
                <a16:creationId xmlns:a16="http://schemas.microsoft.com/office/drawing/2014/main" id="{9ED201A2-AA38-6F0C-E267-6ECD27D0DD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1294A9-66F9-B20B-4AEF-87CC5F476E91}"/>
              </a:ext>
            </a:extLst>
          </p:cNvPr>
          <p:cNvSpPr>
            <a:spLocks noGrp="1"/>
          </p:cNvSpPr>
          <p:nvPr>
            <p:ph type="sldNum" sz="quarter" idx="12"/>
          </p:nvPr>
        </p:nvSpPr>
        <p:spPr/>
        <p:txBody>
          <a:bodyPr/>
          <a:lstStyle/>
          <a:p>
            <a:fld id="{C83FDBAC-ACB3-4CE2-AF4E-A30F3AC9603B}" type="slidenum">
              <a:rPr lang="en-IN" smtClean="0"/>
              <a:t>‹#›</a:t>
            </a:fld>
            <a:endParaRPr lang="en-IN"/>
          </a:p>
        </p:txBody>
      </p:sp>
    </p:spTree>
    <p:extLst>
      <p:ext uri="{BB962C8B-B14F-4D97-AF65-F5344CB8AC3E}">
        <p14:creationId xmlns:p14="http://schemas.microsoft.com/office/powerpoint/2010/main" val="2752842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FEA1F-A1FF-C8C2-50C7-2B95D410440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D609706-07C8-C01D-4CE5-3F1D0E3804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1347A7-2FB8-63BB-5503-2A5DB606B14E}"/>
              </a:ext>
            </a:extLst>
          </p:cNvPr>
          <p:cNvSpPr>
            <a:spLocks noGrp="1"/>
          </p:cNvSpPr>
          <p:nvPr>
            <p:ph type="dt" sz="half" idx="10"/>
          </p:nvPr>
        </p:nvSpPr>
        <p:spPr/>
        <p:txBody>
          <a:bodyPr/>
          <a:lstStyle/>
          <a:p>
            <a:fld id="{6D34A761-3D85-4E36-A0D6-4FB2F170F2A3}" type="datetimeFigureOut">
              <a:rPr lang="en-IN" smtClean="0"/>
              <a:t>19-02-2026</a:t>
            </a:fld>
            <a:endParaRPr lang="en-IN"/>
          </a:p>
        </p:txBody>
      </p:sp>
      <p:sp>
        <p:nvSpPr>
          <p:cNvPr id="5" name="Footer Placeholder 4">
            <a:extLst>
              <a:ext uri="{FF2B5EF4-FFF2-40B4-BE49-F238E27FC236}">
                <a16:creationId xmlns:a16="http://schemas.microsoft.com/office/drawing/2014/main" id="{42B50CE8-EA45-8430-26C0-EE4932ED46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E53D3F-2079-A6A5-8E0E-17FA157AA2BF}"/>
              </a:ext>
            </a:extLst>
          </p:cNvPr>
          <p:cNvSpPr>
            <a:spLocks noGrp="1"/>
          </p:cNvSpPr>
          <p:nvPr>
            <p:ph type="sldNum" sz="quarter" idx="12"/>
          </p:nvPr>
        </p:nvSpPr>
        <p:spPr/>
        <p:txBody>
          <a:bodyPr/>
          <a:lstStyle/>
          <a:p>
            <a:fld id="{C83FDBAC-ACB3-4CE2-AF4E-A30F3AC9603B}" type="slidenum">
              <a:rPr lang="en-IN" smtClean="0"/>
              <a:t>‹#›</a:t>
            </a:fld>
            <a:endParaRPr lang="en-IN"/>
          </a:p>
        </p:txBody>
      </p:sp>
    </p:spTree>
    <p:extLst>
      <p:ext uri="{BB962C8B-B14F-4D97-AF65-F5344CB8AC3E}">
        <p14:creationId xmlns:p14="http://schemas.microsoft.com/office/powerpoint/2010/main" val="911823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D0079-6B8B-77DC-3DCF-A68B6BECAD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1EE3536-DF39-D591-CBF7-ABAC5D9F846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5BBA90-B0DB-19F8-8089-52ACE6C63E92}"/>
              </a:ext>
            </a:extLst>
          </p:cNvPr>
          <p:cNvSpPr>
            <a:spLocks noGrp="1"/>
          </p:cNvSpPr>
          <p:nvPr>
            <p:ph type="dt" sz="half" idx="10"/>
          </p:nvPr>
        </p:nvSpPr>
        <p:spPr/>
        <p:txBody>
          <a:bodyPr/>
          <a:lstStyle/>
          <a:p>
            <a:fld id="{6D34A761-3D85-4E36-A0D6-4FB2F170F2A3}" type="datetimeFigureOut">
              <a:rPr lang="en-IN" smtClean="0"/>
              <a:t>19-02-2026</a:t>
            </a:fld>
            <a:endParaRPr lang="en-IN"/>
          </a:p>
        </p:txBody>
      </p:sp>
      <p:sp>
        <p:nvSpPr>
          <p:cNvPr id="5" name="Footer Placeholder 4">
            <a:extLst>
              <a:ext uri="{FF2B5EF4-FFF2-40B4-BE49-F238E27FC236}">
                <a16:creationId xmlns:a16="http://schemas.microsoft.com/office/drawing/2014/main" id="{FD7A105E-FDF5-E1F6-5E13-2B2001C68D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A1F0B1-6F05-4548-C8F2-63F7E0A5A4BE}"/>
              </a:ext>
            </a:extLst>
          </p:cNvPr>
          <p:cNvSpPr>
            <a:spLocks noGrp="1"/>
          </p:cNvSpPr>
          <p:nvPr>
            <p:ph type="sldNum" sz="quarter" idx="12"/>
          </p:nvPr>
        </p:nvSpPr>
        <p:spPr/>
        <p:txBody>
          <a:bodyPr/>
          <a:lstStyle/>
          <a:p>
            <a:fld id="{C83FDBAC-ACB3-4CE2-AF4E-A30F3AC9603B}" type="slidenum">
              <a:rPr lang="en-IN" smtClean="0"/>
              <a:t>‹#›</a:t>
            </a:fld>
            <a:endParaRPr lang="en-IN"/>
          </a:p>
        </p:txBody>
      </p:sp>
    </p:spTree>
    <p:extLst>
      <p:ext uri="{BB962C8B-B14F-4D97-AF65-F5344CB8AC3E}">
        <p14:creationId xmlns:p14="http://schemas.microsoft.com/office/powerpoint/2010/main" val="1596948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A89B8-446F-7A77-74F3-395E93EF3D2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D924796-F431-347A-BE0C-0AD3AEB902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38AE45C-6398-321D-B9DB-10C6F09EEB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470D5E0-C179-4C7C-2DAA-264B9BBAEDD7}"/>
              </a:ext>
            </a:extLst>
          </p:cNvPr>
          <p:cNvSpPr>
            <a:spLocks noGrp="1"/>
          </p:cNvSpPr>
          <p:nvPr>
            <p:ph type="dt" sz="half" idx="10"/>
          </p:nvPr>
        </p:nvSpPr>
        <p:spPr/>
        <p:txBody>
          <a:bodyPr/>
          <a:lstStyle/>
          <a:p>
            <a:fld id="{6D34A761-3D85-4E36-A0D6-4FB2F170F2A3}" type="datetimeFigureOut">
              <a:rPr lang="en-IN" smtClean="0"/>
              <a:t>19-02-2026</a:t>
            </a:fld>
            <a:endParaRPr lang="en-IN"/>
          </a:p>
        </p:txBody>
      </p:sp>
      <p:sp>
        <p:nvSpPr>
          <p:cNvPr id="6" name="Footer Placeholder 5">
            <a:extLst>
              <a:ext uri="{FF2B5EF4-FFF2-40B4-BE49-F238E27FC236}">
                <a16:creationId xmlns:a16="http://schemas.microsoft.com/office/drawing/2014/main" id="{DBB8E54D-1A6E-1453-2DB2-17FDDBC4BC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93CB6A-2941-0148-4408-3B46DF7FAE53}"/>
              </a:ext>
            </a:extLst>
          </p:cNvPr>
          <p:cNvSpPr>
            <a:spLocks noGrp="1"/>
          </p:cNvSpPr>
          <p:nvPr>
            <p:ph type="sldNum" sz="quarter" idx="12"/>
          </p:nvPr>
        </p:nvSpPr>
        <p:spPr/>
        <p:txBody>
          <a:bodyPr/>
          <a:lstStyle/>
          <a:p>
            <a:fld id="{C83FDBAC-ACB3-4CE2-AF4E-A30F3AC9603B}" type="slidenum">
              <a:rPr lang="en-IN" smtClean="0"/>
              <a:t>‹#›</a:t>
            </a:fld>
            <a:endParaRPr lang="en-IN"/>
          </a:p>
        </p:txBody>
      </p:sp>
    </p:spTree>
    <p:extLst>
      <p:ext uri="{BB962C8B-B14F-4D97-AF65-F5344CB8AC3E}">
        <p14:creationId xmlns:p14="http://schemas.microsoft.com/office/powerpoint/2010/main" val="4015849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E0481-0339-1C62-BB90-FD3A4EFCDF7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479F2EA-83BE-E9B9-0494-1CCEC4AB64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DF5B1E-E75A-6885-69C5-6DB85FF0DA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5070D79-B93B-C0AA-7908-F8CC5EECB1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6F1458-BFC3-557A-467F-AF6987AFB9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E3B353-FB43-C457-23FC-22AA08C38C2E}"/>
              </a:ext>
            </a:extLst>
          </p:cNvPr>
          <p:cNvSpPr>
            <a:spLocks noGrp="1"/>
          </p:cNvSpPr>
          <p:nvPr>
            <p:ph type="dt" sz="half" idx="10"/>
          </p:nvPr>
        </p:nvSpPr>
        <p:spPr/>
        <p:txBody>
          <a:bodyPr/>
          <a:lstStyle/>
          <a:p>
            <a:fld id="{6D34A761-3D85-4E36-A0D6-4FB2F170F2A3}" type="datetimeFigureOut">
              <a:rPr lang="en-IN" smtClean="0"/>
              <a:t>19-02-2026</a:t>
            </a:fld>
            <a:endParaRPr lang="en-IN"/>
          </a:p>
        </p:txBody>
      </p:sp>
      <p:sp>
        <p:nvSpPr>
          <p:cNvPr id="8" name="Footer Placeholder 7">
            <a:extLst>
              <a:ext uri="{FF2B5EF4-FFF2-40B4-BE49-F238E27FC236}">
                <a16:creationId xmlns:a16="http://schemas.microsoft.com/office/drawing/2014/main" id="{87F4DA38-E447-A9E9-7257-FC2D62D58A8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22C5E16-9868-DB60-3F56-FA2ADB97C0E0}"/>
              </a:ext>
            </a:extLst>
          </p:cNvPr>
          <p:cNvSpPr>
            <a:spLocks noGrp="1"/>
          </p:cNvSpPr>
          <p:nvPr>
            <p:ph type="sldNum" sz="quarter" idx="12"/>
          </p:nvPr>
        </p:nvSpPr>
        <p:spPr/>
        <p:txBody>
          <a:bodyPr/>
          <a:lstStyle/>
          <a:p>
            <a:fld id="{C83FDBAC-ACB3-4CE2-AF4E-A30F3AC9603B}" type="slidenum">
              <a:rPr lang="en-IN" smtClean="0"/>
              <a:t>‹#›</a:t>
            </a:fld>
            <a:endParaRPr lang="en-IN"/>
          </a:p>
        </p:txBody>
      </p:sp>
    </p:spTree>
    <p:extLst>
      <p:ext uri="{BB962C8B-B14F-4D97-AF65-F5344CB8AC3E}">
        <p14:creationId xmlns:p14="http://schemas.microsoft.com/office/powerpoint/2010/main" val="2230578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9F9C1-3642-CE4A-9F48-367C2AB6248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7B3914B-B9D4-64F2-9D65-EB99C4CD662A}"/>
              </a:ext>
            </a:extLst>
          </p:cNvPr>
          <p:cNvSpPr>
            <a:spLocks noGrp="1"/>
          </p:cNvSpPr>
          <p:nvPr>
            <p:ph type="dt" sz="half" idx="10"/>
          </p:nvPr>
        </p:nvSpPr>
        <p:spPr/>
        <p:txBody>
          <a:bodyPr/>
          <a:lstStyle/>
          <a:p>
            <a:fld id="{6D34A761-3D85-4E36-A0D6-4FB2F170F2A3}" type="datetimeFigureOut">
              <a:rPr lang="en-IN" smtClean="0"/>
              <a:t>19-02-2026</a:t>
            </a:fld>
            <a:endParaRPr lang="en-IN"/>
          </a:p>
        </p:txBody>
      </p:sp>
      <p:sp>
        <p:nvSpPr>
          <p:cNvPr id="4" name="Footer Placeholder 3">
            <a:extLst>
              <a:ext uri="{FF2B5EF4-FFF2-40B4-BE49-F238E27FC236}">
                <a16:creationId xmlns:a16="http://schemas.microsoft.com/office/drawing/2014/main" id="{7D8A0623-C4BC-2106-8073-E0A56A4B5BE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D7BA551-2866-9DF2-DFF8-C0D52B9E37B5}"/>
              </a:ext>
            </a:extLst>
          </p:cNvPr>
          <p:cNvSpPr>
            <a:spLocks noGrp="1"/>
          </p:cNvSpPr>
          <p:nvPr>
            <p:ph type="sldNum" sz="quarter" idx="12"/>
          </p:nvPr>
        </p:nvSpPr>
        <p:spPr/>
        <p:txBody>
          <a:bodyPr/>
          <a:lstStyle/>
          <a:p>
            <a:fld id="{C83FDBAC-ACB3-4CE2-AF4E-A30F3AC9603B}" type="slidenum">
              <a:rPr lang="en-IN" smtClean="0"/>
              <a:t>‹#›</a:t>
            </a:fld>
            <a:endParaRPr lang="en-IN"/>
          </a:p>
        </p:txBody>
      </p:sp>
    </p:spTree>
    <p:extLst>
      <p:ext uri="{BB962C8B-B14F-4D97-AF65-F5344CB8AC3E}">
        <p14:creationId xmlns:p14="http://schemas.microsoft.com/office/powerpoint/2010/main" val="2159779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346525-6840-6E9C-FDB8-E26BB86320D7}"/>
              </a:ext>
            </a:extLst>
          </p:cNvPr>
          <p:cNvSpPr>
            <a:spLocks noGrp="1"/>
          </p:cNvSpPr>
          <p:nvPr>
            <p:ph type="dt" sz="half" idx="10"/>
          </p:nvPr>
        </p:nvSpPr>
        <p:spPr/>
        <p:txBody>
          <a:bodyPr/>
          <a:lstStyle/>
          <a:p>
            <a:fld id="{6D34A761-3D85-4E36-A0D6-4FB2F170F2A3}" type="datetimeFigureOut">
              <a:rPr lang="en-IN" smtClean="0"/>
              <a:t>19-02-2026</a:t>
            </a:fld>
            <a:endParaRPr lang="en-IN"/>
          </a:p>
        </p:txBody>
      </p:sp>
      <p:sp>
        <p:nvSpPr>
          <p:cNvPr id="3" name="Footer Placeholder 2">
            <a:extLst>
              <a:ext uri="{FF2B5EF4-FFF2-40B4-BE49-F238E27FC236}">
                <a16:creationId xmlns:a16="http://schemas.microsoft.com/office/drawing/2014/main" id="{9A536D98-6690-33B0-4D41-23471DA20E3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6ECE5C4-8606-4646-E79F-81EE34E204A2}"/>
              </a:ext>
            </a:extLst>
          </p:cNvPr>
          <p:cNvSpPr>
            <a:spLocks noGrp="1"/>
          </p:cNvSpPr>
          <p:nvPr>
            <p:ph type="sldNum" sz="quarter" idx="12"/>
          </p:nvPr>
        </p:nvSpPr>
        <p:spPr/>
        <p:txBody>
          <a:bodyPr/>
          <a:lstStyle/>
          <a:p>
            <a:fld id="{C83FDBAC-ACB3-4CE2-AF4E-A30F3AC9603B}" type="slidenum">
              <a:rPr lang="en-IN" smtClean="0"/>
              <a:t>‹#›</a:t>
            </a:fld>
            <a:endParaRPr lang="en-IN"/>
          </a:p>
        </p:txBody>
      </p:sp>
    </p:spTree>
    <p:extLst>
      <p:ext uri="{BB962C8B-B14F-4D97-AF65-F5344CB8AC3E}">
        <p14:creationId xmlns:p14="http://schemas.microsoft.com/office/powerpoint/2010/main" val="3957478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777FA-DE9A-4113-B309-F4415A4CF2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211E2F2-898E-19AE-4DA5-51D6A4E7F3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3EAB654-2EFD-CD93-3501-CAC58C947B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757B0B-CF23-F2FD-FBAA-57120A927CDC}"/>
              </a:ext>
            </a:extLst>
          </p:cNvPr>
          <p:cNvSpPr>
            <a:spLocks noGrp="1"/>
          </p:cNvSpPr>
          <p:nvPr>
            <p:ph type="dt" sz="half" idx="10"/>
          </p:nvPr>
        </p:nvSpPr>
        <p:spPr/>
        <p:txBody>
          <a:bodyPr/>
          <a:lstStyle/>
          <a:p>
            <a:fld id="{6D34A761-3D85-4E36-A0D6-4FB2F170F2A3}" type="datetimeFigureOut">
              <a:rPr lang="en-IN" smtClean="0"/>
              <a:t>19-02-2026</a:t>
            </a:fld>
            <a:endParaRPr lang="en-IN"/>
          </a:p>
        </p:txBody>
      </p:sp>
      <p:sp>
        <p:nvSpPr>
          <p:cNvPr id="6" name="Footer Placeholder 5">
            <a:extLst>
              <a:ext uri="{FF2B5EF4-FFF2-40B4-BE49-F238E27FC236}">
                <a16:creationId xmlns:a16="http://schemas.microsoft.com/office/drawing/2014/main" id="{80A80DD9-8E31-71F2-BD6B-01BF4A415A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059748-E071-9401-2027-584295A05E7E}"/>
              </a:ext>
            </a:extLst>
          </p:cNvPr>
          <p:cNvSpPr>
            <a:spLocks noGrp="1"/>
          </p:cNvSpPr>
          <p:nvPr>
            <p:ph type="sldNum" sz="quarter" idx="12"/>
          </p:nvPr>
        </p:nvSpPr>
        <p:spPr/>
        <p:txBody>
          <a:bodyPr/>
          <a:lstStyle/>
          <a:p>
            <a:fld id="{C83FDBAC-ACB3-4CE2-AF4E-A30F3AC9603B}" type="slidenum">
              <a:rPr lang="en-IN" smtClean="0"/>
              <a:t>‹#›</a:t>
            </a:fld>
            <a:endParaRPr lang="en-IN"/>
          </a:p>
        </p:txBody>
      </p:sp>
    </p:spTree>
    <p:extLst>
      <p:ext uri="{BB962C8B-B14F-4D97-AF65-F5344CB8AC3E}">
        <p14:creationId xmlns:p14="http://schemas.microsoft.com/office/powerpoint/2010/main" val="1971206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E6CB5-5009-A234-9596-AECD61E654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DF2AD7C-0F18-51C0-BC0F-C3FAF35D17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92D3482-F70D-A28C-8028-6D2C46D5F9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93FFA1-D993-E696-1452-980D25BC54D3}"/>
              </a:ext>
            </a:extLst>
          </p:cNvPr>
          <p:cNvSpPr>
            <a:spLocks noGrp="1"/>
          </p:cNvSpPr>
          <p:nvPr>
            <p:ph type="dt" sz="half" idx="10"/>
          </p:nvPr>
        </p:nvSpPr>
        <p:spPr/>
        <p:txBody>
          <a:bodyPr/>
          <a:lstStyle/>
          <a:p>
            <a:fld id="{6D34A761-3D85-4E36-A0D6-4FB2F170F2A3}" type="datetimeFigureOut">
              <a:rPr lang="en-IN" smtClean="0"/>
              <a:t>19-02-2026</a:t>
            </a:fld>
            <a:endParaRPr lang="en-IN"/>
          </a:p>
        </p:txBody>
      </p:sp>
      <p:sp>
        <p:nvSpPr>
          <p:cNvPr id="6" name="Footer Placeholder 5">
            <a:extLst>
              <a:ext uri="{FF2B5EF4-FFF2-40B4-BE49-F238E27FC236}">
                <a16:creationId xmlns:a16="http://schemas.microsoft.com/office/drawing/2014/main" id="{F8AB5F76-28A2-67B0-A671-59D35DE6C8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CC1853-26D0-9859-7357-5175A77D4073}"/>
              </a:ext>
            </a:extLst>
          </p:cNvPr>
          <p:cNvSpPr>
            <a:spLocks noGrp="1"/>
          </p:cNvSpPr>
          <p:nvPr>
            <p:ph type="sldNum" sz="quarter" idx="12"/>
          </p:nvPr>
        </p:nvSpPr>
        <p:spPr/>
        <p:txBody>
          <a:bodyPr/>
          <a:lstStyle/>
          <a:p>
            <a:fld id="{C83FDBAC-ACB3-4CE2-AF4E-A30F3AC9603B}" type="slidenum">
              <a:rPr lang="en-IN" smtClean="0"/>
              <a:t>‹#›</a:t>
            </a:fld>
            <a:endParaRPr lang="en-IN"/>
          </a:p>
        </p:txBody>
      </p:sp>
    </p:spTree>
    <p:extLst>
      <p:ext uri="{BB962C8B-B14F-4D97-AF65-F5344CB8AC3E}">
        <p14:creationId xmlns:p14="http://schemas.microsoft.com/office/powerpoint/2010/main" val="251924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454B3-BF82-6E3B-ABD2-3988C478081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0C8768C-8A93-087A-DAA7-42197F8F78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FF94D3-1465-67F0-A585-35ED2234DDA0}"/>
              </a:ext>
            </a:extLst>
          </p:cNvPr>
          <p:cNvSpPr>
            <a:spLocks noGrp="1"/>
          </p:cNvSpPr>
          <p:nvPr>
            <p:ph type="dt" sz="half" idx="10"/>
          </p:nvPr>
        </p:nvSpPr>
        <p:spPr/>
        <p:txBody>
          <a:bodyPr/>
          <a:lstStyle/>
          <a:p>
            <a:fld id="{6D34A761-3D85-4E36-A0D6-4FB2F170F2A3}" type="datetimeFigureOut">
              <a:rPr lang="en-IN" smtClean="0"/>
              <a:t>19-02-2026</a:t>
            </a:fld>
            <a:endParaRPr lang="en-IN"/>
          </a:p>
        </p:txBody>
      </p:sp>
      <p:sp>
        <p:nvSpPr>
          <p:cNvPr id="5" name="Footer Placeholder 4">
            <a:extLst>
              <a:ext uri="{FF2B5EF4-FFF2-40B4-BE49-F238E27FC236}">
                <a16:creationId xmlns:a16="http://schemas.microsoft.com/office/drawing/2014/main" id="{C7C9C9D9-94B0-7FF4-CFFC-554EEAD3E4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FA6336-1B41-F3DC-B2A8-F22075742395}"/>
              </a:ext>
            </a:extLst>
          </p:cNvPr>
          <p:cNvSpPr>
            <a:spLocks noGrp="1"/>
          </p:cNvSpPr>
          <p:nvPr>
            <p:ph type="sldNum" sz="quarter" idx="12"/>
          </p:nvPr>
        </p:nvSpPr>
        <p:spPr/>
        <p:txBody>
          <a:bodyPr/>
          <a:lstStyle/>
          <a:p>
            <a:fld id="{C83FDBAC-ACB3-4CE2-AF4E-A30F3AC9603B}" type="slidenum">
              <a:rPr lang="en-IN" smtClean="0"/>
              <a:t>‹#›</a:t>
            </a:fld>
            <a:endParaRPr lang="en-IN"/>
          </a:p>
        </p:txBody>
      </p:sp>
    </p:spTree>
    <p:extLst>
      <p:ext uri="{BB962C8B-B14F-4D97-AF65-F5344CB8AC3E}">
        <p14:creationId xmlns:p14="http://schemas.microsoft.com/office/powerpoint/2010/main" val="1860876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4F9546-0990-5A54-B6E2-91FCA7C713F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7068D01-1BAE-C80A-491A-41A047DAC7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582185-7CEC-A151-9EEC-B99B98AC25EC}"/>
              </a:ext>
            </a:extLst>
          </p:cNvPr>
          <p:cNvSpPr>
            <a:spLocks noGrp="1"/>
          </p:cNvSpPr>
          <p:nvPr>
            <p:ph type="dt" sz="half" idx="10"/>
          </p:nvPr>
        </p:nvSpPr>
        <p:spPr/>
        <p:txBody>
          <a:bodyPr/>
          <a:lstStyle/>
          <a:p>
            <a:fld id="{6D34A761-3D85-4E36-A0D6-4FB2F170F2A3}" type="datetimeFigureOut">
              <a:rPr lang="en-IN" smtClean="0"/>
              <a:t>19-02-2026</a:t>
            </a:fld>
            <a:endParaRPr lang="en-IN"/>
          </a:p>
        </p:txBody>
      </p:sp>
      <p:sp>
        <p:nvSpPr>
          <p:cNvPr id="5" name="Footer Placeholder 4">
            <a:extLst>
              <a:ext uri="{FF2B5EF4-FFF2-40B4-BE49-F238E27FC236}">
                <a16:creationId xmlns:a16="http://schemas.microsoft.com/office/drawing/2014/main" id="{D804F6D0-839A-C61B-3F89-6884563F76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2EC202-27B3-DEEC-62B2-F53A20A0C49E}"/>
              </a:ext>
            </a:extLst>
          </p:cNvPr>
          <p:cNvSpPr>
            <a:spLocks noGrp="1"/>
          </p:cNvSpPr>
          <p:nvPr>
            <p:ph type="sldNum" sz="quarter" idx="12"/>
          </p:nvPr>
        </p:nvSpPr>
        <p:spPr/>
        <p:txBody>
          <a:bodyPr/>
          <a:lstStyle/>
          <a:p>
            <a:fld id="{C83FDBAC-ACB3-4CE2-AF4E-A30F3AC9603B}" type="slidenum">
              <a:rPr lang="en-IN" smtClean="0"/>
              <a:t>‹#›</a:t>
            </a:fld>
            <a:endParaRPr lang="en-IN"/>
          </a:p>
        </p:txBody>
      </p:sp>
    </p:spTree>
    <p:extLst>
      <p:ext uri="{BB962C8B-B14F-4D97-AF65-F5344CB8AC3E}">
        <p14:creationId xmlns:p14="http://schemas.microsoft.com/office/powerpoint/2010/main" val="570063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4465B3-3075-5E2C-0C82-D3B600531A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C4FF2CB-AF30-0AEF-9479-AFD1AB1F03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A81063-AA0F-26FA-A7AC-D6FD447C40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34A761-3D85-4E36-A0D6-4FB2F170F2A3}" type="datetimeFigureOut">
              <a:rPr lang="en-IN" smtClean="0"/>
              <a:t>19-02-2026</a:t>
            </a:fld>
            <a:endParaRPr lang="en-IN"/>
          </a:p>
        </p:txBody>
      </p:sp>
      <p:sp>
        <p:nvSpPr>
          <p:cNvPr id="5" name="Footer Placeholder 4">
            <a:extLst>
              <a:ext uri="{FF2B5EF4-FFF2-40B4-BE49-F238E27FC236}">
                <a16:creationId xmlns:a16="http://schemas.microsoft.com/office/drawing/2014/main" id="{B400223C-3071-BCFD-80E0-1D70FC879C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09916CB-99B5-C09D-C93A-3FF68B5C06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3FDBAC-ACB3-4CE2-AF4E-A30F3AC9603B}" type="slidenum">
              <a:rPr lang="en-IN" smtClean="0"/>
              <a:t>‹#›</a:t>
            </a:fld>
            <a:endParaRPr lang="en-IN"/>
          </a:p>
        </p:txBody>
      </p:sp>
    </p:spTree>
    <p:extLst>
      <p:ext uri="{BB962C8B-B14F-4D97-AF65-F5344CB8AC3E}">
        <p14:creationId xmlns:p14="http://schemas.microsoft.com/office/powerpoint/2010/main" val="28945870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85569A7-C715-BFBD-095F-7BE935FE2193}"/>
              </a:ext>
            </a:extLst>
          </p:cNvPr>
          <p:cNvPicPr>
            <a:picLocks noChangeAspect="1"/>
          </p:cNvPicPr>
          <p:nvPr/>
        </p:nvPicPr>
        <p:blipFill>
          <a:blip r:embed="rId2"/>
          <a:stretch>
            <a:fillRect/>
          </a:stretch>
        </p:blipFill>
        <p:spPr>
          <a:xfrm>
            <a:off x="0" y="0"/>
            <a:ext cx="12302066" cy="6858000"/>
          </a:xfrm>
          <a:prstGeom prst="rect">
            <a:avLst/>
          </a:prstGeom>
        </p:spPr>
      </p:pic>
    </p:spTree>
    <p:extLst>
      <p:ext uri="{BB962C8B-B14F-4D97-AF65-F5344CB8AC3E}">
        <p14:creationId xmlns:p14="http://schemas.microsoft.com/office/powerpoint/2010/main" val="1134841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18901C3-C354-168C-A8B7-5260DC0E4C48}"/>
              </a:ext>
            </a:extLst>
          </p:cNvPr>
          <p:cNvPicPr>
            <a:picLocks noChangeAspect="1"/>
          </p:cNvPicPr>
          <p:nvPr/>
        </p:nvPicPr>
        <p:blipFill>
          <a:blip r:embed="rId2"/>
          <a:srcRect l="789" b="8672"/>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616DB1ED-34FA-7717-F9C3-E79A916E6CC3}"/>
              </a:ext>
            </a:extLst>
          </p:cNvPr>
          <p:cNvSpPr/>
          <p:nvPr/>
        </p:nvSpPr>
        <p:spPr>
          <a:xfrm>
            <a:off x="335280" y="2682240"/>
            <a:ext cx="5105400" cy="2697480"/>
          </a:xfrm>
          <a:prstGeom prst="rect">
            <a:avLst/>
          </a:prstGeom>
          <a:solidFill>
            <a:srgbClr val="E8EA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9D25D659-5BB8-3A21-89D3-D174090FFE2D}"/>
              </a:ext>
            </a:extLst>
          </p:cNvPr>
          <p:cNvSpPr txBox="1"/>
          <p:nvPr/>
        </p:nvSpPr>
        <p:spPr>
          <a:xfrm>
            <a:off x="502920" y="1293614"/>
            <a:ext cx="6096000" cy="707886"/>
          </a:xfrm>
          <a:prstGeom prst="rect">
            <a:avLst/>
          </a:prstGeom>
          <a:noFill/>
        </p:spPr>
        <p:txBody>
          <a:bodyPr wrap="square">
            <a:spAutoFit/>
          </a:bodyPr>
          <a:lstStyle/>
          <a:p>
            <a:r>
              <a:rPr lang="en-IN" sz="4000" dirty="0"/>
              <a:t>Abstract</a:t>
            </a:r>
          </a:p>
        </p:txBody>
      </p:sp>
      <p:sp>
        <p:nvSpPr>
          <p:cNvPr id="7" name="TextBox 6">
            <a:extLst>
              <a:ext uri="{FF2B5EF4-FFF2-40B4-BE49-F238E27FC236}">
                <a16:creationId xmlns:a16="http://schemas.microsoft.com/office/drawing/2014/main" id="{99BF33EF-5E1D-B698-7F96-DF31A12F227C}"/>
              </a:ext>
            </a:extLst>
          </p:cNvPr>
          <p:cNvSpPr txBox="1"/>
          <p:nvPr/>
        </p:nvSpPr>
        <p:spPr>
          <a:xfrm>
            <a:off x="655322" y="2001500"/>
            <a:ext cx="6096000" cy="3693319"/>
          </a:xfrm>
          <a:prstGeom prst="rect">
            <a:avLst/>
          </a:prstGeom>
          <a:noFill/>
        </p:spPr>
        <p:txBody>
          <a:bodyPr wrap="square">
            <a:spAutoFit/>
          </a:bodyPr>
          <a:lstStyle/>
          <a:p>
            <a:pPr algn="just"/>
            <a:r>
              <a:rPr lang="en-US" dirty="0"/>
              <a:t>This project develops a machine learning system to predict cricket player performance in upcoming IPL matches using historical ball-by-ball and match-level data. After data cleaning and exploratory analysis, advanced feature engineering techniques such as rolling averages, venue-based statistics, and opponent-specific metrics were applied. The problem was formulated as a supervised regression task with a time-series aware train-test split to prevent data leakage. Ensemble models including Random Forest, </a:t>
            </a:r>
            <a:r>
              <a:rPr lang="en-US" dirty="0" err="1"/>
              <a:t>XGBoost</a:t>
            </a:r>
            <a:r>
              <a:rPr lang="en-US" dirty="0"/>
              <a:t>, and </a:t>
            </a:r>
            <a:r>
              <a:rPr lang="en-US" dirty="0" err="1"/>
              <a:t>LightGBM</a:t>
            </a:r>
            <a:r>
              <a:rPr lang="en-US" dirty="0"/>
              <a:t> were trained and evaluated using RMSE, MAE, and R² metrics. The final model was deployed through a </a:t>
            </a:r>
            <a:r>
              <a:rPr lang="en-US" dirty="0" err="1"/>
              <a:t>Streamlit</a:t>
            </a:r>
            <a:r>
              <a:rPr lang="en-US" dirty="0"/>
              <a:t> dashboard for real-time predictions.</a:t>
            </a:r>
            <a:endParaRPr lang="en-IN" dirty="0"/>
          </a:p>
        </p:txBody>
      </p:sp>
    </p:spTree>
    <p:extLst>
      <p:ext uri="{BB962C8B-B14F-4D97-AF65-F5344CB8AC3E}">
        <p14:creationId xmlns:p14="http://schemas.microsoft.com/office/powerpoint/2010/main" val="1607410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A373E8-4B8C-776A-F1B9-17BCB317CA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6137" y="-508000"/>
            <a:ext cx="13311403" cy="7679267"/>
          </a:xfrm>
          <a:prstGeom prst="rect">
            <a:avLst/>
          </a:prstGeom>
        </p:spPr>
      </p:pic>
      <p:sp>
        <p:nvSpPr>
          <p:cNvPr id="4" name="Rectangle 3">
            <a:extLst>
              <a:ext uri="{FF2B5EF4-FFF2-40B4-BE49-F238E27FC236}">
                <a16:creationId xmlns:a16="http://schemas.microsoft.com/office/drawing/2014/main" id="{AA3C6278-D5E0-9402-1421-B9E309183B95}"/>
              </a:ext>
            </a:extLst>
          </p:cNvPr>
          <p:cNvSpPr/>
          <p:nvPr/>
        </p:nvSpPr>
        <p:spPr>
          <a:xfrm>
            <a:off x="-806138" y="-508000"/>
            <a:ext cx="9346325" cy="7679266"/>
          </a:xfrm>
          <a:prstGeom prst="rect">
            <a:avLst/>
          </a:prstGeom>
          <a:solidFill>
            <a:srgbClr val="E8EAEE"/>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5" name="TextBox 4">
            <a:extLst>
              <a:ext uri="{FF2B5EF4-FFF2-40B4-BE49-F238E27FC236}">
                <a16:creationId xmlns:a16="http://schemas.microsoft.com/office/drawing/2014/main" id="{2CE2DCD2-62E9-5221-9817-ADD342F66CBF}"/>
              </a:ext>
            </a:extLst>
          </p:cNvPr>
          <p:cNvSpPr txBox="1"/>
          <p:nvPr/>
        </p:nvSpPr>
        <p:spPr>
          <a:xfrm>
            <a:off x="152404" y="1021999"/>
            <a:ext cx="9213448" cy="4801314"/>
          </a:xfrm>
          <a:prstGeom prst="rect">
            <a:avLst/>
          </a:prstGeom>
          <a:noFill/>
        </p:spPr>
        <p:txBody>
          <a:bodyPr wrap="square" rtlCol="0">
            <a:spAutoFit/>
          </a:bodyPr>
          <a:lstStyle/>
          <a:p>
            <a:pPr algn="just"/>
            <a:r>
              <a:rPr lang="en-IN" sz="3600" b="1" dirty="0"/>
              <a:t>Problem Statement</a:t>
            </a:r>
            <a:r>
              <a:rPr lang="en-IN" sz="3600" dirty="0"/>
              <a:t> </a:t>
            </a:r>
          </a:p>
          <a:p>
            <a:pPr algn="just"/>
            <a:endParaRPr lang="en-IN" dirty="0"/>
          </a:p>
          <a:p>
            <a:pPr algn="just"/>
            <a:endParaRPr lang="en-IN" dirty="0"/>
          </a:p>
          <a:p>
            <a:pPr algn="just"/>
            <a:r>
              <a:rPr lang="en-IN" sz="2400" dirty="0"/>
              <a:t>Cricket generates abundant match and player statistics, yet many selection and strategy decisions rely heavily on intuition and basic averages. This gap presents a significant opportunity to apply machine learning to historical player and match data to predict individual player performance (e.g., runs for batsmen, wickets for bowlers) for upcoming matches. The goal of this project is to build an ML-driven system that produces reliable performance estimates to assist analysts, coaches, fantasy league players, and enthusiasts with data-driven insights.</a:t>
            </a:r>
          </a:p>
          <a:p>
            <a:pPr algn="just"/>
            <a:endParaRPr lang="en-IN" dirty="0"/>
          </a:p>
        </p:txBody>
      </p:sp>
    </p:spTree>
    <p:extLst>
      <p:ext uri="{BB962C8B-B14F-4D97-AF65-F5344CB8AC3E}">
        <p14:creationId xmlns:p14="http://schemas.microsoft.com/office/powerpoint/2010/main" val="1980550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2B3ADD-A634-EC06-C755-4F27AE7304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248" y="-127322"/>
            <a:ext cx="12995982" cy="6985322"/>
          </a:xfrm>
          <a:prstGeom prst="rect">
            <a:avLst/>
          </a:prstGeom>
        </p:spPr>
      </p:pic>
    </p:spTree>
    <p:extLst>
      <p:ext uri="{BB962C8B-B14F-4D97-AF65-F5344CB8AC3E}">
        <p14:creationId xmlns:p14="http://schemas.microsoft.com/office/powerpoint/2010/main" val="1336777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86212-CA20-4BBF-96D3-58AF4E6C150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F467E8D-F959-7AD3-D351-8E99FD06E7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846087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0B842-4A94-68D6-DF68-5482C6CF15C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C38A481-0D30-8F7C-9624-84AA3C49EBAE}"/>
              </a:ext>
            </a:extLst>
          </p:cNvPr>
          <p:cNvPicPr>
            <a:picLocks noChangeAspect="1"/>
          </p:cNvPicPr>
          <p:nvPr/>
        </p:nvPicPr>
        <p:blipFill>
          <a:blip r:embed="rId2"/>
          <a:srcRect b="8184"/>
          <a:stretch>
            <a:fillRect/>
          </a:stretch>
        </p:blipFill>
        <p:spPr>
          <a:xfrm>
            <a:off x="94149" y="228598"/>
            <a:ext cx="11911101" cy="6400804"/>
          </a:xfrm>
          <a:prstGeom prst="rect">
            <a:avLst/>
          </a:prstGeom>
        </p:spPr>
      </p:pic>
    </p:spTree>
    <p:extLst>
      <p:ext uri="{BB962C8B-B14F-4D97-AF65-F5344CB8AC3E}">
        <p14:creationId xmlns:p14="http://schemas.microsoft.com/office/powerpoint/2010/main" val="830277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7570CA-BAF5-6F0B-5EBC-8C6ABC232B8B}"/>
              </a:ext>
            </a:extLst>
          </p:cNvPr>
          <p:cNvPicPr>
            <a:picLocks noChangeAspect="1"/>
          </p:cNvPicPr>
          <p:nvPr/>
        </p:nvPicPr>
        <p:blipFill>
          <a:blip r:embed="rId2"/>
          <a:stretch>
            <a:fillRect/>
          </a:stretch>
        </p:blipFill>
        <p:spPr>
          <a:xfrm>
            <a:off x="-1" y="-104172"/>
            <a:ext cx="12454359" cy="7060557"/>
          </a:xfrm>
          <a:prstGeom prst="rect">
            <a:avLst/>
          </a:prstGeom>
        </p:spPr>
      </p:pic>
    </p:spTree>
    <p:extLst>
      <p:ext uri="{BB962C8B-B14F-4D97-AF65-F5344CB8AC3E}">
        <p14:creationId xmlns:p14="http://schemas.microsoft.com/office/powerpoint/2010/main" val="3822559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9917F-FDD2-1A6E-F885-699B4AE6077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E8F5BEC-FB2D-95D5-DD43-75EB68C108A4}"/>
              </a:ext>
            </a:extLst>
          </p:cNvPr>
          <p:cNvSpPr txBox="1"/>
          <p:nvPr/>
        </p:nvSpPr>
        <p:spPr>
          <a:xfrm>
            <a:off x="3048000" y="1166843"/>
            <a:ext cx="6096000" cy="4524315"/>
          </a:xfrm>
          <a:prstGeom prst="rect">
            <a:avLst/>
          </a:prstGeom>
          <a:noFill/>
        </p:spPr>
        <p:txBody>
          <a:bodyPr wrap="square">
            <a:spAutoFit/>
          </a:bodyPr>
          <a:lstStyle/>
          <a:p>
            <a:pPr>
              <a:buNone/>
            </a:pPr>
            <a:r>
              <a:rPr lang="en-IN" b="1" dirty="0"/>
              <a:t>Data Acquisition &amp; Exploratory Analysis</a:t>
            </a:r>
          </a:p>
          <a:p>
            <a:pPr>
              <a:buNone/>
            </a:pPr>
            <a:r>
              <a:rPr lang="en-IN" b="1" dirty="0"/>
              <a:t>🔹 Techniques Used</a:t>
            </a:r>
          </a:p>
          <a:p>
            <a:pPr>
              <a:buNone/>
            </a:pPr>
            <a:r>
              <a:rPr lang="en-IN" b="1" dirty="0"/>
              <a:t>Data Acquisition</a:t>
            </a:r>
          </a:p>
          <a:p>
            <a:pPr>
              <a:buFont typeface="Arial" panose="020B0604020202020204" pitchFamily="34" charset="0"/>
              <a:buChar char="•"/>
            </a:pPr>
            <a:r>
              <a:rPr lang="en-IN" dirty="0"/>
              <a:t>Multi-Source Dataset Collection</a:t>
            </a:r>
          </a:p>
          <a:p>
            <a:pPr>
              <a:buFont typeface="Arial" panose="020B0604020202020204" pitchFamily="34" charset="0"/>
              <a:buChar char="•"/>
            </a:pPr>
            <a:r>
              <a:rPr lang="en-IN" dirty="0"/>
              <a:t>Relational Data Integration (</a:t>
            </a:r>
            <a:r>
              <a:rPr lang="en-IN" dirty="0" err="1">
                <a:latin typeface="Courier New" panose="02070309020205020404" pitchFamily="49" charset="0"/>
              </a:rPr>
              <a:t>match_id</a:t>
            </a:r>
            <a:r>
              <a:rPr lang="en-IN" dirty="0"/>
              <a:t> Join)</a:t>
            </a:r>
          </a:p>
          <a:p>
            <a:pPr>
              <a:buFont typeface="Arial" panose="020B0604020202020204" pitchFamily="34" charset="0"/>
              <a:buChar char="•"/>
            </a:pPr>
            <a:r>
              <a:rPr lang="en-IN" dirty="0"/>
              <a:t>Schema Inspection &amp; Validation</a:t>
            </a:r>
          </a:p>
          <a:p>
            <a:pPr>
              <a:buNone/>
            </a:pPr>
            <a:r>
              <a:rPr lang="en-IN" b="1" dirty="0"/>
              <a:t>Data Cleaning</a:t>
            </a:r>
          </a:p>
          <a:p>
            <a:pPr>
              <a:buFont typeface="Arial" panose="020B0604020202020204" pitchFamily="34" charset="0"/>
              <a:buChar char="•"/>
            </a:pPr>
            <a:r>
              <a:rPr lang="en-IN" dirty="0"/>
              <a:t>Column Standardization</a:t>
            </a:r>
          </a:p>
          <a:p>
            <a:pPr>
              <a:buFont typeface="Arial" panose="020B0604020202020204" pitchFamily="34" charset="0"/>
              <a:buChar char="•"/>
            </a:pPr>
            <a:r>
              <a:rPr lang="en-IN" dirty="0"/>
              <a:t>Datetime Formatting</a:t>
            </a:r>
          </a:p>
          <a:p>
            <a:pPr>
              <a:buFont typeface="Arial" panose="020B0604020202020204" pitchFamily="34" charset="0"/>
              <a:buChar char="•"/>
            </a:pPr>
            <a:r>
              <a:rPr lang="en-IN" dirty="0"/>
              <a:t>Duplicate Removal</a:t>
            </a:r>
          </a:p>
          <a:p>
            <a:pPr>
              <a:buFont typeface="Arial" panose="020B0604020202020204" pitchFamily="34" charset="0"/>
              <a:buChar char="•"/>
            </a:pPr>
            <a:r>
              <a:rPr lang="en-IN" dirty="0"/>
              <a:t>Missing Value Imputation</a:t>
            </a:r>
          </a:p>
          <a:p>
            <a:pPr>
              <a:buNone/>
            </a:pPr>
            <a:r>
              <a:rPr lang="en-IN" b="1" dirty="0"/>
              <a:t>Exploratory Data Analysis</a:t>
            </a:r>
          </a:p>
          <a:p>
            <a:pPr>
              <a:buFont typeface="Arial" panose="020B0604020202020204" pitchFamily="34" charset="0"/>
              <a:buChar char="•"/>
            </a:pPr>
            <a:r>
              <a:rPr lang="en-IN" dirty="0"/>
              <a:t>Descriptive Statistics</a:t>
            </a:r>
          </a:p>
          <a:p>
            <a:pPr>
              <a:buFont typeface="Arial" panose="020B0604020202020204" pitchFamily="34" charset="0"/>
              <a:buChar char="•"/>
            </a:pPr>
            <a:r>
              <a:rPr lang="en-IN" dirty="0"/>
              <a:t>Distribution Analysis (Runs &amp; Wickets)</a:t>
            </a:r>
          </a:p>
          <a:p>
            <a:pPr>
              <a:buFont typeface="Arial" panose="020B0604020202020204" pitchFamily="34" charset="0"/>
              <a:buChar char="•"/>
            </a:pPr>
            <a:r>
              <a:rPr lang="en-IN" dirty="0" err="1"/>
              <a:t>GroupBy</a:t>
            </a:r>
            <a:r>
              <a:rPr lang="en-IN" dirty="0"/>
              <a:t> Aggregations</a:t>
            </a:r>
          </a:p>
          <a:p>
            <a:pPr>
              <a:buFont typeface="Arial" panose="020B0604020202020204" pitchFamily="34" charset="0"/>
              <a:buChar char="•"/>
            </a:pPr>
            <a:r>
              <a:rPr lang="en-IN" dirty="0"/>
              <a:t>Venue &amp; Phase-wise Performance Analysis</a:t>
            </a:r>
          </a:p>
        </p:txBody>
      </p:sp>
      <p:pic>
        <p:nvPicPr>
          <p:cNvPr id="7" name="Picture 6">
            <a:extLst>
              <a:ext uri="{FF2B5EF4-FFF2-40B4-BE49-F238E27FC236}">
                <a16:creationId xmlns:a16="http://schemas.microsoft.com/office/drawing/2014/main" id="{D0D55EF4-909E-161C-2E72-1CFD4ABFAB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83633"/>
            <a:ext cx="11759106" cy="6091767"/>
          </a:xfrm>
          <a:prstGeom prst="rect">
            <a:avLst/>
          </a:prstGeom>
        </p:spPr>
      </p:pic>
      <p:pic>
        <p:nvPicPr>
          <p:cNvPr id="1028" name="Picture 4">
            <a:extLst>
              <a:ext uri="{FF2B5EF4-FFF2-40B4-BE49-F238E27FC236}">
                <a16:creationId xmlns:a16="http://schemas.microsoft.com/office/drawing/2014/main" id="{4EFC24BA-C9C0-DE52-073A-640C38A2F2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431798"/>
            <a:ext cx="3999956" cy="323018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316BB8DB-63C0-20E5-8762-EC86EE4559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77" y="3712784"/>
            <a:ext cx="3993679" cy="286158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DBA82FE0-E6E5-5A13-46AF-AD6717F2C77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99913" y="4131732"/>
            <a:ext cx="4144557" cy="26522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0911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9DA71-EFCA-80FA-D3FC-9512CA341D3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1970B67-3441-69DD-75E5-66E22D11F828}"/>
              </a:ext>
            </a:extLst>
          </p:cNvPr>
          <p:cNvPicPr>
            <a:picLocks noChangeAspect="1"/>
          </p:cNvPicPr>
          <p:nvPr/>
        </p:nvPicPr>
        <p:blipFill>
          <a:blip r:embed="rId2"/>
          <a:stretch>
            <a:fillRect/>
          </a:stretch>
        </p:blipFill>
        <p:spPr>
          <a:xfrm>
            <a:off x="-135467" y="229703"/>
            <a:ext cx="12327467" cy="6329044"/>
          </a:xfrm>
          <a:prstGeom prst="rect">
            <a:avLst/>
          </a:prstGeom>
        </p:spPr>
      </p:pic>
    </p:spTree>
    <p:extLst>
      <p:ext uri="{BB962C8B-B14F-4D97-AF65-F5344CB8AC3E}">
        <p14:creationId xmlns:p14="http://schemas.microsoft.com/office/powerpoint/2010/main" val="4069117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915C9-CC5B-7FEE-E0FD-299F94CC29B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B8279A8-2890-CF6B-8387-0F14EAB984EF}"/>
              </a:ext>
            </a:extLst>
          </p:cNvPr>
          <p:cNvPicPr>
            <a:picLocks noChangeAspect="1"/>
          </p:cNvPicPr>
          <p:nvPr/>
        </p:nvPicPr>
        <p:blipFill>
          <a:blip r:embed="rId2"/>
          <a:stretch>
            <a:fillRect/>
          </a:stretch>
        </p:blipFill>
        <p:spPr>
          <a:xfrm>
            <a:off x="-177800" y="0"/>
            <a:ext cx="12217400" cy="6657975"/>
          </a:xfrm>
          <a:prstGeom prst="rect">
            <a:avLst/>
          </a:prstGeom>
        </p:spPr>
      </p:pic>
    </p:spTree>
    <p:extLst>
      <p:ext uri="{BB962C8B-B14F-4D97-AF65-F5344CB8AC3E}">
        <p14:creationId xmlns:p14="http://schemas.microsoft.com/office/powerpoint/2010/main" val="1541725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2CCC0-A1E1-CFF3-2A60-DD97E2A3A82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552BAE9-AE3E-A66C-8A57-9C4B278256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956384"/>
          </a:xfrm>
          <a:prstGeom prst="rect">
            <a:avLst/>
          </a:prstGeom>
        </p:spPr>
      </p:pic>
    </p:spTree>
    <p:extLst>
      <p:ext uri="{BB962C8B-B14F-4D97-AF65-F5344CB8AC3E}">
        <p14:creationId xmlns:p14="http://schemas.microsoft.com/office/powerpoint/2010/main" val="17323406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2B0C95-7704-AE08-BB45-D7F66C9C2593}"/>
              </a:ext>
            </a:extLst>
          </p:cNvPr>
          <p:cNvPicPr>
            <a:picLocks noChangeAspect="1"/>
          </p:cNvPicPr>
          <p:nvPr/>
        </p:nvPicPr>
        <p:blipFill>
          <a:blip r:embed="rId2"/>
          <a:srcRect l="-137" r="-1" b="9076"/>
          <a:stretch>
            <a:fillRect/>
          </a:stretch>
        </p:blipFill>
        <p:spPr>
          <a:xfrm>
            <a:off x="0" y="-76086"/>
            <a:ext cx="12412133" cy="6934086"/>
          </a:xfrm>
          <a:prstGeom prst="rect">
            <a:avLst/>
          </a:prstGeom>
        </p:spPr>
      </p:pic>
      <p:pic>
        <p:nvPicPr>
          <p:cNvPr id="14" name="Picture 13">
            <a:extLst>
              <a:ext uri="{FF2B5EF4-FFF2-40B4-BE49-F238E27FC236}">
                <a16:creationId xmlns:a16="http://schemas.microsoft.com/office/drawing/2014/main" id="{CFEEDFF6-A704-1777-485B-68E939E469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000" y="1252157"/>
            <a:ext cx="5510977" cy="2549375"/>
          </a:xfrm>
          <a:prstGeom prst="rect">
            <a:avLst/>
          </a:prstGeom>
        </p:spPr>
      </p:pic>
      <p:pic>
        <p:nvPicPr>
          <p:cNvPr id="15" name="Picture 14">
            <a:extLst>
              <a:ext uri="{FF2B5EF4-FFF2-40B4-BE49-F238E27FC236}">
                <a16:creationId xmlns:a16="http://schemas.microsoft.com/office/drawing/2014/main" id="{C990F584-4103-172E-48FB-DCF168D4665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63960" y="1286327"/>
            <a:ext cx="5692638" cy="2515205"/>
          </a:xfrm>
          <a:prstGeom prst="rect">
            <a:avLst/>
          </a:prstGeom>
          <a:ln>
            <a:solidFill>
              <a:schemeClr val="tx1"/>
            </a:solidFill>
          </a:ln>
        </p:spPr>
      </p:pic>
      <p:pic>
        <p:nvPicPr>
          <p:cNvPr id="17" name="Picture 16">
            <a:extLst>
              <a:ext uri="{FF2B5EF4-FFF2-40B4-BE49-F238E27FC236}">
                <a16:creationId xmlns:a16="http://schemas.microsoft.com/office/drawing/2014/main" id="{97850318-9F44-EB84-3F81-62974B558CB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981721" y="3998594"/>
            <a:ext cx="6228558" cy="2681606"/>
          </a:xfrm>
          <a:prstGeom prst="rect">
            <a:avLst/>
          </a:prstGeom>
          <a:ln>
            <a:solidFill>
              <a:schemeClr val="tx1"/>
            </a:solidFill>
          </a:ln>
        </p:spPr>
      </p:pic>
    </p:spTree>
    <p:extLst>
      <p:ext uri="{BB962C8B-B14F-4D97-AF65-F5344CB8AC3E}">
        <p14:creationId xmlns:p14="http://schemas.microsoft.com/office/powerpoint/2010/main" val="874644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3D994C5-D4CD-20DA-2D7F-9216F6F05FE3}"/>
              </a:ext>
            </a:extLst>
          </p:cNvPr>
          <p:cNvPicPr>
            <a:picLocks noChangeAspect="1"/>
          </p:cNvPicPr>
          <p:nvPr/>
        </p:nvPicPr>
        <p:blipFill>
          <a:blip r:embed="rId2"/>
          <a:srcRect l="-137" r="-1" b="9076"/>
          <a:stretch>
            <a:fillRect/>
          </a:stretch>
        </p:blipFill>
        <p:spPr>
          <a:xfrm>
            <a:off x="0" y="-76086"/>
            <a:ext cx="12412133" cy="6934086"/>
          </a:xfrm>
          <a:prstGeom prst="rect">
            <a:avLst/>
          </a:prstGeom>
        </p:spPr>
      </p:pic>
      <p:pic>
        <p:nvPicPr>
          <p:cNvPr id="3" name="Picture 2">
            <a:extLst>
              <a:ext uri="{FF2B5EF4-FFF2-40B4-BE49-F238E27FC236}">
                <a16:creationId xmlns:a16="http://schemas.microsoft.com/office/drawing/2014/main" id="{06836C0D-4A8B-4E53-7002-1FFBFCAF2A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46831" y="1444307"/>
            <a:ext cx="6698337" cy="2204826"/>
          </a:xfrm>
          <a:prstGeom prst="rect">
            <a:avLst/>
          </a:prstGeom>
          <a:ln>
            <a:solidFill>
              <a:schemeClr val="tx1"/>
            </a:solidFill>
          </a:ln>
        </p:spPr>
      </p:pic>
      <p:pic>
        <p:nvPicPr>
          <p:cNvPr id="4" name="Picture 3">
            <a:extLst>
              <a:ext uri="{FF2B5EF4-FFF2-40B4-BE49-F238E27FC236}">
                <a16:creationId xmlns:a16="http://schemas.microsoft.com/office/drawing/2014/main" id="{FB1FC112-4CA6-08C6-9F0B-355E97FBFE5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61840" y="3976678"/>
            <a:ext cx="6683328" cy="2661188"/>
          </a:xfrm>
          <a:prstGeom prst="rect">
            <a:avLst/>
          </a:prstGeom>
          <a:ln>
            <a:solidFill>
              <a:schemeClr val="tx1"/>
            </a:solidFill>
          </a:ln>
        </p:spPr>
      </p:pic>
    </p:spTree>
    <p:extLst>
      <p:ext uri="{BB962C8B-B14F-4D97-AF65-F5344CB8AC3E}">
        <p14:creationId xmlns:p14="http://schemas.microsoft.com/office/powerpoint/2010/main" val="3527019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1EBF1-CF13-7207-01DE-8177A4E865E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0D6AA47-EBC8-6FD7-FB9B-BD4ADE9A2592}"/>
              </a:ext>
            </a:extLst>
          </p:cNvPr>
          <p:cNvPicPr>
            <a:picLocks noChangeAspect="1"/>
          </p:cNvPicPr>
          <p:nvPr/>
        </p:nvPicPr>
        <p:blipFill>
          <a:blip r:embed="rId2"/>
          <a:stretch>
            <a:fillRect/>
          </a:stretch>
        </p:blipFill>
        <p:spPr>
          <a:xfrm>
            <a:off x="-115747" y="0"/>
            <a:ext cx="12285975" cy="6858000"/>
          </a:xfrm>
          <a:prstGeom prst="rect">
            <a:avLst/>
          </a:prstGeom>
        </p:spPr>
      </p:pic>
      <p:sp>
        <p:nvSpPr>
          <p:cNvPr id="4" name="Rectangle: Rounded Corners 3">
            <a:extLst>
              <a:ext uri="{FF2B5EF4-FFF2-40B4-BE49-F238E27FC236}">
                <a16:creationId xmlns:a16="http://schemas.microsoft.com/office/drawing/2014/main" id="{DE8D9DFD-B0EB-3728-FFE5-587A092F658C}"/>
              </a:ext>
            </a:extLst>
          </p:cNvPr>
          <p:cNvSpPr/>
          <p:nvPr/>
        </p:nvSpPr>
        <p:spPr>
          <a:xfrm>
            <a:off x="-115747" y="5648446"/>
            <a:ext cx="2604304" cy="1209554"/>
          </a:xfrm>
          <a:prstGeom prst="roundRect">
            <a:avLst/>
          </a:prstGeom>
          <a:solidFill>
            <a:srgbClr val="E8EA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5313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7AAD86A-0609-5DB8-101A-2B47B2C83A15}"/>
              </a:ext>
            </a:extLst>
          </p:cNvPr>
          <p:cNvPicPr>
            <a:picLocks noChangeAspect="1"/>
          </p:cNvPicPr>
          <p:nvPr/>
        </p:nvPicPr>
        <p:blipFill>
          <a:blip r:embed="rId2"/>
          <a:stretch>
            <a:fillRect/>
          </a:stretch>
        </p:blipFill>
        <p:spPr>
          <a:xfrm>
            <a:off x="-1" y="0"/>
            <a:ext cx="12192001" cy="6858000"/>
          </a:xfrm>
          <a:prstGeom prst="rect">
            <a:avLst/>
          </a:prstGeom>
        </p:spPr>
      </p:pic>
    </p:spTree>
    <p:extLst>
      <p:ext uri="{BB962C8B-B14F-4D97-AF65-F5344CB8AC3E}">
        <p14:creationId xmlns:p14="http://schemas.microsoft.com/office/powerpoint/2010/main" val="22352356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133</TotalTime>
  <Words>257</Words>
  <Application>Microsoft Office PowerPoint</Application>
  <PresentationFormat>Widescreen</PresentationFormat>
  <Paragraphs>24</Paragraphs>
  <Slides>15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krithanaa22803@outlook.com</dc:creator>
  <cp:lastModifiedBy>krithanaa22803@outlook.com</cp:lastModifiedBy>
  <cp:revision>3</cp:revision>
  <dcterms:created xsi:type="dcterms:W3CDTF">2026-02-17T16:01:39Z</dcterms:created>
  <dcterms:modified xsi:type="dcterms:W3CDTF">2026-02-19T15:08:27Z</dcterms:modified>
</cp:coreProperties>
</file>