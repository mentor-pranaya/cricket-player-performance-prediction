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erriweather Sans" charset="1" panose="00000500000000000000"/>
      <p:regular r:id="rId18"/>
    </p:embeddedFont>
    <p:embeddedFont>
      <p:font typeface="Monda" charset="1" panose="02000503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981" y="2369120"/>
            <a:ext cx="17329785" cy="277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53"/>
              </a:lnSpc>
            </a:pPr>
            <a:r>
              <a:rPr lang="en-US" sz="7966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CRICKET PLAYER PERFORMANCE PREDICTION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81638" y="7190678"/>
            <a:ext cx="10162036" cy="76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BY:K V MAGESH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9156" y="8472805"/>
            <a:ext cx="7427000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MENTOR--PRANAYA MAM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8795" y="847725"/>
            <a:ext cx="11228195" cy="501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5"/>
              </a:lnSpc>
            </a:pPr>
            <a:r>
              <a:rPr lang="en-US" sz="95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OBJECTIVE</a:t>
            </a:r>
          </a:p>
          <a:p>
            <a:pPr algn="ctr" marL="2062716" indent="-1031358" lvl="1">
              <a:lnSpc>
                <a:spcPts val="13375"/>
              </a:lnSpc>
              <a:buFont typeface="Arial"/>
              <a:buChar char="•"/>
            </a:pPr>
          </a:p>
          <a:p>
            <a:pPr algn="ctr">
              <a:lnSpc>
                <a:spcPts val="1337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976792" y="3099835"/>
            <a:ext cx="10334417" cy="615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Predict cricket player performance in upcoming matches (runs/wickets).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Enable data-driven decisions for player selection and team strategy.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Provide a user-friendly interface using Streamlit for real-time predictions.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Analyze past performance trends and match conditions.</a:t>
            </a:r>
          </a:p>
          <a:p>
            <a:pPr algn="l" marL="683487" indent="-341744" lvl="1">
              <a:lnSpc>
                <a:spcPts val="4432"/>
              </a:lnSpc>
              <a:spcBef>
                <a:spcPct val="0"/>
              </a:spcBef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Assist in evaluating player form against specific opponents and venues.</a:t>
            </a:r>
          </a:p>
          <a:p>
            <a:pPr algn="l">
              <a:lnSpc>
                <a:spcPts val="44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5214" y="470042"/>
            <a:ext cx="14942351" cy="317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15"/>
              </a:lnSpc>
            </a:pPr>
            <a:r>
              <a:rPr lang="en-US" sz="91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DATASET OVERVIEW</a:t>
            </a:r>
          </a:p>
          <a:p>
            <a:pPr algn="ctr">
              <a:lnSpc>
                <a:spcPts val="1281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558657" y="2700974"/>
            <a:ext cx="14255490" cy="631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689" indent="-385345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IPL his</a:t>
            </a:r>
            <a:r>
              <a:rPr lang="en-US" sz="356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torical match data</a:t>
            </a:r>
          </a:p>
          <a:p>
            <a:pPr algn="l">
              <a:lnSpc>
                <a:spcPts val="4997"/>
              </a:lnSpc>
            </a:pPr>
          </a:p>
          <a:p>
            <a:pPr algn="l" marL="770689" indent="-385345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Player-wise performance records</a:t>
            </a:r>
          </a:p>
          <a:p>
            <a:pPr algn="l">
              <a:lnSpc>
                <a:spcPts val="4997"/>
              </a:lnSpc>
            </a:pPr>
          </a:p>
          <a:p>
            <a:pPr algn="l" marL="770689" indent="-385345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Batting &amp; bowling statistics</a:t>
            </a:r>
          </a:p>
          <a:p>
            <a:pPr algn="l">
              <a:lnSpc>
                <a:spcPts val="4997"/>
              </a:lnSpc>
            </a:pPr>
          </a:p>
          <a:p>
            <a:pPr algn="l" marL="770689" indent="-385345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Venue and opponent information</a:t>
            </a:r>
          </a:p>
          <a:p>
            <a:pPr algn="l">
              <a:lnSpc>
                <a:spcPts val="4997"/>
              </a:lnSpc>
            </a:pPr>
          </a:p>
          <a:p>
            <a:pPr algn="l" marL="770689" indent="-385345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</a:t>
            </a:r>
            <a:r>
              <a:rPr lang="en-US" sz="356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olling performance metrics</a:t>
            </a:r>
          </a:p>
          <a:p>
            <a:pPr algn="l">
              <a:lnSpc>
                <a:spcPts val="49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2824" y="1145343"/>
            <a:ext cx="14942351" cy="155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15"/>
              </a:lnSpc>
            </a:pPr>
            <a:r>
              <a:rPr lang="en-US" sz="91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DATA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58657" y="2710499"/>
            <a:ext cx="12642501" cy="672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Handle missing values: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Numeric columns → mean imputation.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Categorical columns → most frequent value.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Encode categorical variables: OneHotEncoder for team, venue, player.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Scale numeric features: StandardScaler ensures uniform range.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Preprocessing pipeline ensures consistency between training and prediction.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Helps model handle incomplete or inconsistent historical records.</a:t>
            </a:r>
          </a:p>
          <a:p>
            <a:pPr algn="l">
              <a:lnSpc>
                <a:spcPts val="44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4323" y="1135818"/>
            <a:ext cx="15259355" cy="158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55"/>
              </a:lnSpc>
            </a:pPr>
            <a:r>
              <a:rPr lang="en-US" sz="92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FEATURE ENGINEERING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58657" y="2965551"/>
            <a:ext cx="12303554" cy="672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Extract numeric and categorical features separately.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Calculate advanced statistics: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Batting average, strike rate, consistency over last 5 matches.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Bowling economy rate, wickets per match.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Include match contextual features: venue, opposition, toss outcome.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Reduces dimensionality while keeping predictive power high.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Ensures model can capture trends over time and different conditions.</a:t>
            </a:r>
          </a:p>
          <a:p>
            <a:pPr algn="l">
              <a:lnSpc>
                <a:spcPts val="443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59782" y="2219815"/>
            <a:ext cx="12291143" cy="840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Algorithm used: RandomForest Regressor for regression prediction.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Pipeline approach: Preprocessing + Model combined for seamless training.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Mod</a:t>
            </a: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els Tested: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Random Forest Regressor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XGBoost Regressor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LightGBM Regressor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Final Model: XGBoost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Reason: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Better accuracy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H</a:t>
            </a: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andles non-linearity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St</a:t>
            </a: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rong generalization</a:t>
            </a:r>
          </a:p>
          <a:p>
            <a:pPr algn="l">
              <a:lnSpc>
                <a:spcPts val="4432"/>
              </a:lnSpc>
            </a:pPr>
          </a:p>
          <a:p>
            <a:pPr algn="l">
              <a:lnSpc>
                <a:spcPts val="4432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59782" y="410390"/>
            <a:ext cx="11228195" cy="163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5"/>
              </a:lnSpc>
            </a:pPr>
            <a:r>
              <a:rPr lang="en-US" sz="95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MODEL BUILDING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58657" y="3605312"/>
            <a:ext cx="13819941" cy="3869012"/>
          </a:xfrm>
          <a:custGeom>
            <a:avLst/>
            <a:gdLst/>
            <a:ahLst/>
            <a:cxnLst/>
            <a:rect r="r" b="b" t="t" l="l"/>
            <a:pathLst>
              <a:path h="3869012" w="13819941">
                <a:moveTo>
                  <a:pt x="0" y="0"/>
                </a:moveTo>
                <a:lnTo>
                  <a:pt x="13819941" y="0"/>
                </a:lnTo>
                <a:lnTo>
                  <a:pt x="13819941" y="3869013"/>
                </a:lnTo>
                <a:lnTo>
                  <a:pt x="0" y="38690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03886" y="1394371"/>
            <a:ext cx="18904118" cy="136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6"/>
              </a:lnSpc>
            </a:pPr>
            <a:r>
              <a:rPr lang="en-US" sz="79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MODEL TRAINING WORKFLOW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78005" y="1135818"/>
            <a:ext cx="14131990" cy="163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5"/>
              </a:lnSpc>
            </a:pPr>
            <a:r>
              <a:rPr lang="en-US" sz="95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MODEL EVALUATION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8005" y="2798147"/>
            <a:ext cx="14911993" cy="540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2"/>
              </a:lnSpc>
            </a:pPr>
          </a:p>
          <a:p>
            <a:pPr algn="just" marL="668187" indent="-334093" lvl="1">
              <a:lnSpc>
                <a:spcPts val="4332"/>
              </a:lnSpc>
              <a:buFont typeface="Arial"/>
              <a:buChar char="•"/>
            </a:pPr>
            <a:r>
              <a:rPr lang="en-US" sz="309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PREDICTIONS MADE ON TEST SET TO EVALUATE MODEL PERFORMANCE.</a:t>
            </a:r>
          </a:p>
          <a:p>
            <a:pPr algn="just" marL="668187" indent="-334093" lvl="1">
              <a:lnSpc>
                <a:spcPts val="4332"/>
              </a:lnSpc>
              <a:buFont typeface="Arial"/>
              <a:buChar char="•"/>
            </a:pPr>
            <a:r>
              <a:rPr lang="en-US" sz="309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METRICS USED:</a:t>
            </a:r>
          </a:p>
          <a:p>
            <a:pPr algn="just" marL="668187" indent="-334093" lvl="1">
              <a:lnSpc>
                <a:spcPts val="4332"/>
              </a:lnSpc>
              <a:buFont typeface="Arial"/>
              <a:buChar char="•"/>
            </a:pPr>
            <a:r>
              <a:rPr lang="en-US" sz="309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MEAN SQUARED ERROR (MSE) TO MEASURE PREDICTION ERROR.</a:t>
            </a:r>
          </a:p>
          <a:p>
            <a:pPr algn="just" marL="668187" indent="-334093" lvl="1">
              <a:lnSpc>
                <a:spcPts val="4332"/>
              </a:lnSpc>
              <a:buFont typeface="Arial"/>
              <a:buChar char="•"/>
            </a:pPr>
            <a:r>
              <a:rPr lang="en-US" sz="309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R² SCORE TO MEASURE VARIANCE EXPLAINED BY THE MODEL.</a:t>
            </a:r>
          </a:p>
          <a:p>
            <a:pPr algn="just" marL="668187" indent="-334093" lvl="1">
              <a:lnSpc>
                <a:spcPts val="4332"/>
              </a:lnSpc>
              <a:buFont typeface="Arial"/>
              <a:buChar char="•"/>
            </a:pPr>
            <a:r>
              <a:rPr lang="en-US" sz="309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EVALUATION ENSURES MODEL RELIABILITY BEFORE DEPLOYMENT.</a:t>
            </a:r>
          </a:p>
          <a:p>
            <a:pPr algn="just" marL="668187" indent="-334093" lvl="1">
              <a:lnSpc>
                <a:spcPts val="4332"/>
              </a:lnSpc>
              <a:buFont typeface="Arial"/>
              <a:buChar char="•"/>
            </a:pPr>
            <a:r>
              <a:rPr lang="en-US" sz="309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CROSS-VALIDATION USED TO PREVENT OVERFITTING AND ASSESS GENERALIZATION.</a:t>
            </a:r>
          </a:p>
          <a:p>
            <a:pPr algn="just" marL="668187" indent="-334093" lvl="1">
              <a:lnSpc>
                <a:spcPts val="4332"/>
              </a:lnSpc>
              <a:buFont typeface="Arial"/>
              <a:buChar char="•"/>
            </a:pPr>
            <a:r>
              <a:rPr lang="en-US" sz="309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HELPS IDENTIFY FEATURES WITH HIGHEST IMPACT ON PLAYER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8861" y="48834"/>
            <a:ext cx="14047874" cy="3325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5"/>
              </a:lnSpc>
            </a:pPr>
            <a:r>
              <a:rPr lang="en-US" sz="95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MORE FEATURES TO BEEN ADD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58657" y="4288435"/>
            <a:ext cx="15407552" cy="402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593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Add weather &amp; pitch conditions</a:t>
            </a:r>
          </a:p>
          <a:p>
            <a:pPr algn="l" marL="819593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</a:t>
            </a: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ntegrate live cricket APIs</a:t>
            </a:r>
          </a:p>
          <a:p>
            <a:pPr algn="l" marL="819593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Add team-level prediction</a:t>
            </a:r>
          </a:p>
          <a:p>
            <a:pPr algn="l" marL="819593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</a:t>
            </a: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eploy on cloud platform</a:t>
            </a:r>
          </a:p>
          <a:p>
            <a:pPr algn="l" marL="819593" indent="-409796" lvl="1">
              <a:lnSpc>
                <a:spcPts val="5314"/>
              </a:lnSpc>
              <a:spcBef>
                <a:spcPct val="0"/>
              </a:spcBef>
              <a:buFont typeface="Arial"/>
              <a:buChar char="•"/>
            </a:pP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Use deep </a:t>
            </a: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le</a:t>
            </a:r>
            <a:r>
              <a:rPr lang="en-US" sz="3796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arning models (LSTM)</a:t>
            </a:r>
          </a:p>
          <a:p>
            <a:pPr algn="l">
              <a:lnSpc>
                <a:spcPts val="53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80448" y="600455"/>
            <a:ext cx="11228195" cy="163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5"/>
              </a:lnSpc>
            </a:pPr>
            <a:r>
              <a:rPr lang="en-US" sz="95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CHALLENGES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80448" y="3317043"/>
            <a:ext cx="12848894" cy="503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Large historical dataset leads to longer model training times.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Many categorical features increase feature dimensionality.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Version compatibility issues with scikit-learn pickles.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Handling missing or inconsistent match records.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Ensuring Streamlit app works across different platforms and Python environments.</a:t>
            </a:r>
          </a:p>
          <a:p>
            <a:pPr algn="l" marL="683487" indent="-341744" lvl="1">
              <a:lnSpc>
                <a:spcPts val="4432"/>
              </a:lnSpc>
              <a:spcBef>
                <a:spcPct val="0"/>
              </a:spcBef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Bal</a:t>
            </a: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ancing model complexity and computation speed for real-time use.</a:t>
            </a:r>
          </a:p>
          <a:p>
            <a:pPr algn="l">
              <a:lnSpc>
                <a:spcPts val="44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585" y="1842863"/>
            <a:ext cx="14751962" cy="7257233"/>
          </a:xfrm>
          <a:custGeom>
            <a:avLst/>
            <a:gdLst/>
            <a:ahLst/>
            <a:cxnLst/>
            <a:rect r="r" b="b" t="t" l="l"/>
            <a:pathLst>
              <a:path h="7257233" w="14751962">
                <a:moveTo>
                  <a:pt x="0" y="0"/>
                </a:moveTo>
                <a:lnTo>
                  <a:pt x="14751962" y="0"/>
                </a:lnTo>
                <a:lnTo>
                  <a:pt x="14751962" y="7257234"/>
                </a:lnTo>
                <a:lnTo>
                  <a:pt x="0" y="7257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470" r="-10356" b="-87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60054" y="17087"/>
            <a:ext cx="14595024" cy="432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OUTPUT </a:t>
            </a:r>
          </a:p>
          <a:p>
            <a:pPr algn="ctr">
              <a:lnSpc>
                <a:spcPts val="1738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3962424"/>
            <a:ext cx="14595024" cy="212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DAHCJV9jIm4</dc:identifier>
  <dcterms:modified xsi:type="dcterms:W3CDTF">2011-08-01T06:04:30Z</dcterms:modified>
  <cp:revision>1</cp:revision>
  <dc:title>Copy of Non Text Magic Studio Magic Design for Presentations L&amp;P</dc:title>
</cp:coreProperties>
</file>