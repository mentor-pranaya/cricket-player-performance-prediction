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Cricket Player Performance Prediction</a:t>
            </a:r>
            <a:endParaRPr sz="4000" b="1">
              <a:solidFill>
                <a:srgbClr val="143C64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200" b="0">
                <a:solidFill>
                  <a:srgbClr val="323232"/>
                </a:solidFill>
              </a:rPr>
              <a:t>End-to-End Machine Learning System with Explainability and Deployment</a:t>
            </a:r>
            <a:endParaRPr sz="2200" b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43C64"/>
                </a:solidFill>
              </a:rPr>
              <a:t>Problem Statement</a:t>
            </a:r>
            <a:endParaRPr sz="4000" b="1">
              <a:solidFill>
                <a:srgbClr val="143C6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323232"/>
                </a:solidFill>
              </a:rPr>
              <a:t>Traditional cricket prediction relies on simple averages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Machine learning enables prediction using historical patterns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Models learn nonlinear relationships between performance indicators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Goal: Predict batsman runs using engineered cricket features</a:t>
            </a:r>
            <a:endParaRPr sz="2000" b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43C64"/>
                </a:solidFill>
              </a:rPr>
              <a:t>Dataset Overview</a:t>
            </a:r>
            <a:endParaRPr sz="4000" b="1">
              <a:solidFill>
                <a:srgbClr val="143C6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323232"/>
                </a:solidFill>
              </a:rPr>
              <a:t>Total records: 16439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Total features: 10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Dataset derived from IPL ball-by-ball data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Includes career, form, opponent, and experience features</a:t>
            </a:r>
            <a:endParaRPr sz="2000" b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Model Performance Comparison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" y="1234440"/>
            <a:ext cx="8964930" cy="44996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323232"/>
                </a:solidFill>
              </a:rPr>
              <a:t>Random Forest achieved best predictive accuracy</a:t>
            </a:r>
            <a:endParaRPr sz="1600" b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Feature Importance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feature_importance_r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54506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SHAP Feature Importance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shap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9970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SHAP Beeswarm Analysis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shap_beeswar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51113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Residual Analysis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residual_analysi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0" y="1188720"/>
            <a:ext cx="9069070" cy="4485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143C64"/>
                </a:solidFill>
              </a:rPr>
              <a:t>Streamlit Deployment</a:t>
            </a:r>
            <a:endParaRPr sz="4000" b="1">
              <a:solidFill>
                <a:srgbClr val="143C64"/>
              </a:solidFill>
            </a:endParaRPr>
          </a:p>
        </p:txBody>
      </p:sp>
      <p:pic>
        <p:nvPicPr>
          <p:cNvPr id="3" name="Picture 2" descr="Screenshot from 2026-02-21 18-11-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074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solidFill>
                  <a:srgbClr val="143C64"/>
                </a:solidFill>
              </a:rPr>
              <a:t>Conclusion</a:t>
            </a:r>
            <a:endParaRPr sz="4000" b="1">
              <a:solidFill>
                <a:srgbClr val="143C6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323232"/>
                </a:solidFill>
              </a:rPr>
              <a:t>Built full ML pipeline from data to deployment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Random Forest achieved best performance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SHAP provided model explainability</a:t>
            </a:r>
            <a:endParaRPr sz="2000" b="0">
              <a:solidFill>
                <a:srgbClr val="323232"/>
              </a:solidFill>
            </a:endParaRPr>
          </a:p>
          <a:p>
            <a:pPr algn="l"/>
            <a:r>
              <a:rPr sz="2000" b="0">
                <a:solidFill>
                  <a:srgbClr val="323232"/>
                </a:solidFill>
              </a:rPr>
              <a:t>System deployed successfully using Streamlit</a:t>
            </a:r>
            <a:endParaRPr sz="2000" b="0">
              <a:solidFill>
                <a:srgbClr val="32323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WPS Presentation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Trebuchet MS</vt:lpstr>
      <vt:lpstr>Microsoft YaHei</vt:lpstr>
      <vt:lpstr>Droid Sans Fallback</vt:lpstr>
      <vt:lpstr>Arial Unicode MS</vt:lpstr>
      <vt:lpstr>Office Theme</vt:lpstr>
      <vt:lpstr>Cricket Player Performance Prediction</vt:lpstr>
      <vt:lpstr>Problem Statement</vt:lpstr>
      <vt:lpstr>Dataset Overview</vt:lpstr>
      <vt:lpstr>Model Performance Comparison</vt:lpstr>
      <vt:lpstr>Feature Importance</vt:lpstr>
      <vt:lpstr>SHAP Feature Importance</vt:lpstr>
      <vt:lpstr>SHAP Beeswarm Analysis</vt:lpstr>
      <vt:lpstr>Residual Analysis</vt:lpstr>
      <vt:lpstr>Streamlit Deployment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shivang</cp:lastModifiedBy>
  <cp:revision>2</cp:revision>
  <dcterms:created xsi:type="dcterms:W3CDTF">2026-02-21T13:17:07Z</dcterms:created>
  <dcterms:modified xsi:type="dcterms:W3CDTF">2026-02-21T13:17:07Z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