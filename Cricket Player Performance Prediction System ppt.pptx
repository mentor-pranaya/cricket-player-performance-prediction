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7" r:id="rId5"/>
    <p:sldId id="264" r:id="rId6"/>
    <p:sldId id="279" r:id="rId7"/>
    <p:sldId id="258" r:id="rId8"/>
    <p:sldId id="261" r:id="rId9"/>
    <p:sldId id="285" r:id="rId10"/>
    <p:sldId id="284" r:id="rId11"/>
    <p:sldId id="268" r:id="rId12"/>
    <p:sldId id="286" r:id="rId13"/>
    <p:sldId id="274" r:id="rId14"/>
    <p:sldId id="281" r:id="rId15"/>
    <p:sldId id="287" r:id="rId1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79" autoAdjust="0"/>
  </p:normalViewPr>
  <p:slideViewPr>
    <p:cSldViewPr showGuides="1">
      <p:cViewPr varScale="1">
        <p:scale>
          <a:sx n="70" d="100"/>
          <a:sy n="70" d="100"/>
        </p:scale>
        <p:origin x="536" y="52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2126" y="2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A24E01-5535-46B9-A9A1-A9A07E639A88}" type="doc">
      <dgm:prSet loTypeId="urn:microsoft.com/office/officeart/2017/3/layout/DropPinTimeline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FF46FB-368D-4E9C-A650-0513B8879DA8}">
      <dgm:prSet phldr="0" custT="1"/>
      <dgm:spPr/>
      <dgm:t>
        <a:bodyPr/>
        <a:lstStyle/>
        <a:p>
          <a:pPr>
            <a:defRPr b="1"/>
          </a:pPr>
          <a:r>
            <a:rPr lang="en-IN" sz="1400" b="1" i="0" kern="1200" cap="none" spc="0" baseline="0">
              <a:latin typeface="+mn-lt"/>
              <a:ea typeface="+mn-ea"/>
              <a:cs typeface="+mn-cs"/>
            </a:rPr>
            <a:t>Remove Duplicates</a:t>
          </a:r>
          <a:endParaRPr lang="en-US" sz="1400" b="1" i="0" kern="1200" cap="none" spc="0" baseline="0" dirty="0">
            <a:latin typeface="+mn-lt"/>
            <a:ea typeface="+mn-ea"/>
            <a:cs typeface="+mn-cs"/>
          </a:endParaRPr>
        </a:p>
      </dgm:t>
    </dgm:pt>
    <dgm:pt modelId="{11DFA284-5E99-474D-BF05-364A45269DC7}" type="parTrans" cxnId="{C5645B39-CB65-4A0A-B369-E455C3B827C3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CFA40740-0682-470C-AD5A-CFF53CD12BD2}" type="sibTrans" cxnId="{C5645B39-CB65-4A0A-B369-E455C3B827C3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D05E1923-5021-40F7-B4EF-E582E23A699D}">
      <dgm:prSet phldr="0" custT="1"/>
      <dgm:spPr/>
      <dgm:t>
        <a:bodyPr/>
        <a:lstStyle/>
        <a:p>
          <a:pPr>
            <a:defRPr b="1"/>
          </a:pPr>
          <a:r>
            <a:rPr lang="en-IN" sz="1400" b="1" i="0" kern="1200" cap="none" spc="0" baseline="0" dirty="0">
              <a:latin typeface="Century Gothic"/>
              <a:ea typeface="+mn-ea"/>
              <a:cs typeface="+mn-cs"/>
            </a:rPr>
            <a:t>Handle Missing Values</a:t>
          </a:r>
          <a:endParaRPr lang="en-US" sz="1400" b="1" i="0" kern="1200" cap="none" spc="0" baseline="0" dirty="0">
            <a:latin typeface="Century Gothic"/>
            <a:ea typeface="+mn-ea"/>
            <a:cs typeface="+mn-cs"/>
          </a:endParaRPr>
        </a:p>
      </dgm:t>
    </dgm:pt>
    <dgm:pt modelId="{FD6C5CD2-9CED-4BE6-89CD-A5A5CCE63B3E}" type="parTrans" cxnId="{72C4D6D9-419A-42C1-A76D-84599F65BB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F020958C-EF86-4274-85F9-318F2792F7B6}" type="sibTrans" cxnId="{72C4D6D9-419A-42C1-A76D-84599F65BB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FA8F44BD-C8C7-462C-9756-1EC498E86842}">
      <dgm:prSet phldr="0" custT="1"/>
      <dgm:spPr/>
      <dgm:t>
        <a:bodyPr/>
        <a:lstStyle/>
        <a:p>
          <a:pPr>
            <a:defRPr b="1"/>
          </a:pPr>
          <a:r>
            <a:rPr lang="en-IN" sz="1400" b="1" i="0" kern="1200" cap="none" spc="0" baseline="0" dirty="0">
              <a:latin typeface="Century Gothic"/>
              <a:ea typeface="+mn-ea"/>
              <a:cs typeface="+mn-cs"/>
            </a:rPr>
            <a:t>Standardize &amp; Format Data</a:t>
          </a:r>
          <a:endParaRPr lang="en-US" sz="1400" b="1" i="0" kern="1200" cap="none" spc="0" baseline="0" dirty="0">
            <a:latin typeface="Century Gothic"/>
            <a:ea typeface="+mn-ea"/>
            <a:cs typeface="+mn-cs"/>
          </a:endParaRPr>
        </a:p>
      </dgm:t>
    </dgm:pt>
    <dgm:pt modelId="{F47063EE-4B58-4EDE-A4F2-A4BD81B82F21}" type="parTrans" cxnId="{0D51BD2E-4619-469B-B233-EBAC3D4D0BA6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8C8A9736-03DA-4B1C-A590-10B4AD89452B}" type="sibTrans" cxnId="{0D51BD2E-4619-469B-B233-EBAC3D4D0BA6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EFEB4D61-3A9C-4140-977F-3C3F5C9EE9D1}">
      <dgm:prSet phldr="0" custT="1"/>
      <dgm:spPr/>
      <dgm:t>
        <a:bodyPr/>
        <a:lstStyle/>
        <a:p>
          <a:r>
            <a:rPr lang="en-US" sz="1200" b="0" dirty="0">
              <a:latin typeface="+mn-lt"/>
            </a:rPr>
            <a:t>Ensured consistent names and converted dates/numbers into proper format.</a:t>
          </a:r>
        </a:p>
      </dgm:t>
    </dgm:pt>
    <dgm:pt modelId="{57D352E4-0431-4F68-B8F1-61BFA34799AA}" type="parTrans" cxnId="{1B32EF2C-9DB5-4504-A9DA-B4956CC002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0ECC32B6-1E7C-4AA4-9DBF-D69B7C5E64A9}" type="sibTrans" cxnId="{1B32EF2C-9DB5-4504-A9DA-B4956CC002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9A875394-CA1E-4432-AEEB-9054FCFF5E0E}">
      <dgm:prSet phldr="0" custT="1"/>
      <dgm:spPr/>
      <dgm:t>
        <a:bodyPr/>
        <a:lstStyle/>
        <a:p>
          <a:r>
            <a:rPr lang="en-US" sz="1200" b="0" dirty="0">
              <a:latin typeface="+mn-lt"/>
            </a:rPr>
            <a:t>Deleted repeated records to improve data accuracy.</a:t>
          </a:r>
        </a:p>
      </dgm:t>
    </dgm:pt>
    <dgm:pt modelId="{FCC92BDD-6EA3-421D-9DA8-7D3A12D003B6}" type="parTrans" cxnId="{4D188CCD-53D9-498E-B70C-E23A99F0D7CA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0314452B-82A0-42F4-9551-DF00CFFC3580}" type="sibTrans" cxnId="{4D188CCD-53D9-498E-B70C-E23A99F0D7CA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579089A8-5362-4BA4-9163-D19228C1808F}">
      <dgm:prSet phldr="0" custT="1"/>
      <dgm:spPr/>
      <dgm:t>
        <a:bodyPr/>
        <a:lstStyle/>
        <a:p>
          <a:r>
            <a:rPr lang="en-IN" sz="1200" b="0" dirty="0">
              <a:latin typeface="+mn-lt"/>
            </a:rPr>
            <a:t>Filled or removed missing data for better analysis.</a:t>
          </a:r>
          <a:endParaRPr lang="en-US" sz="1200" b="0" dirty="0">
            <a:latin typeface="+mn-lt"/>
          </a:endParaRPr>
        </a:p>
      </dgm:t>
    </dgm:pt>
    <dgm:pt modelId="{FB2DEB6E-B29F-4E51-960A-23ECC62EBF38}" type="parTrans" cxnId="{B842E6D0-2C36-4BD7-B172-6B2BB7D77D89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1C5328B1-AC18-4CF7-A034-BB0592F4A2A1}" type="sibTrans" cxnId="{B842E6D0-2C36-4BD7-B172-6B2BB7D77D89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6E9F3C9B-13CA-43A8-8836-0B2B41D07DEF}" type="pres">
      <dgm:prSet presAssocID="{05A24E01-5535-46B9-A9A1-A9A07E639A88}" presName="root" presStyleCnt="0">
        <dgm:presLayoutVars>
          <dgm:chMax/>
          <dgm:chPref/>
          <dgm:animLvl val="lvl"/>
        </dgm:presLayoutVars>
      </dgm:prSet>
      <dgm:spPr/>
    </dgm:pt>
    <dgm:pt modelId="{E8AACCBB-6709-4071-B389-3BB226B3A586}" type="pres">
      <dgm:prSet presAssocID="{05A24E01-5535-46B9-A9A1-A9A07E639A88}" presName="divider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E6F74CED-5217-4282-85F1-1C12DC84731C}" type="pres">
      <dgm:prSet presAssocID="{05A24E01-5535-46B9-A9A1-A9A07E639A88}" presName="nodes" presStyleCnt="0">
        <dgm:presLayoutVars>
          <dgm:chMax/>
          <dgm:chPref/>
          <dgm:animLvl val="lvl"/>
        </dgm:presLayoutVars>
      </dgm:prSet>
      <dgm:spPr/>
    </dgm:pt>
    <dgm:pt modelId="{AC377099-4DAE-451C-ADE9-98036E2679B5}" type="pres">
      <dgm:prSet presAssocID="{58FF46FB-368D-4E9C-A650-0513B8879DA8}" presName="composite" presStyleCnt="0"/>
      <dgm:spPr/>
    </dgm:pt>
    <dgm:pt modelId="{B6C94ECD-6415-4250-B4AD-F67BF5BECFB8}" type="pres">
      <dgm:prSet presAssocID="{58FF46FB-368D-4E9C-A650-0513B8879DA8}" presName="ConnectorPoint" presStyleLbl="lnNode1" presStyleIdx="0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0E99BB09-1B86-4308-A570-3981E6DD3A06}" type="pres">
      <dgm:prSet presAssocID="{58FF46FB-368D-4E9C-A650-0513B8879DA8}" presName="DropPinPlaceHolder" presStyleCnt="0"/>
      <dgm:spPr/>
    </dgm:pt>
    <dgm:pt modelId="{0ED6E8D6-BD44-4400-BC14-1BC75CB979A3}" type="pres">
      <dgm:prSet presAssocID="{58FF46FB-368D-4E9C-A650-0513B8879DA8}" presName="DropPin" presStyleLbl="alignNode1" presStyleIdx="0" presStyleCnt="3" custLinFactNeighborX="65647"/>
      <dgm:spPr>
        <a:xfrm rot="8100000">
          <a:off x="48752" y="319863"/>
          <a:ext cx="204134" cy="204134"/>
        </a:xfrm>
        <a:prstGeom prst="teardrop">
          <a:avLst>
            <a:gd name="adj" fmla="val 115000"/>
          </a:avLst>
        </a:prstGeom>
      </dgm:spPr>
    </dgm:pt>
    <dgm:pt modelId="{5B7FC7CF-F58D-48D5-8BCC-38D6EE87890B}" type="pres">
      <dgm:prSet presAssocID="{58FF46FB-368D-4E9C-A650-0513B8879DA8}" presName="Ellipse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D2143A46-815A-49BF-9455-C0385022444F}" type="pres">
      <dgm:prSet presAssocID="{58FF46FB-368D-4E9C-A650-0513B8879DA8}" presName="L2TextContainer" presStyleLbl="revTx" presStyleIdx="0" presStyleCnt="6">
        <dgm:presLayoutVars>
          <dgm:bulletEnabled val="1"/>
        </dgm:presLayoutVars>
      </dgm:prSet>
      <dgm:spPr/>
    </dgm:pt>
    <dgm:pt modelId="{8E3FB235-DF38-476B-9A0E-B1E583D50944}" type="pres">
      <dgm:prSet presAssocID="{58FF46FB-368D-4E9C-A650-0513B8879DA8}" presName="L1TextContainer" presStyleLbl="revTx" presStyleIdx="1" presStyleCnt="6" custScaleX="81789" custLinFactNeighborX="8021">
        <dgm:presLayoutVars>
          <dgm:chMax val="1"/>
          <dgm:chPref val="1"/>
          <dgm:bulletEnabled val="1"/>
        </dgm:presLayoutVars>
      </dgm:prSet>
      <dgm:spPr/>
    </dgm:pt>
    <dgm:pt modelId="{9AA05CE5-209F-4AD9-BE2C-2A69F76DA8F4}" type="pres">
      <dgm:prSet presAssocID="{58FF46FB-368D-4E9C-A650-0513B8879DA8}" presName="ConnectLine" presStyleLbl="sibTrans1D1" presStyleIdx="0" presStyleCnt="3" custLinFactX="314414" custLinFactNeighborX="400000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17350C28-DA10-4F3B-9FA2-0FE7C12A4ABE}" type="pres">
      <dgm:prSet presAssocID="{58FF46FB-368D-4E9C-A650-0513B8879DA8}" presName="EmptyPlaceHolder" presStyleCnt="0"/>
      <dgm:spPr/>
    </dgm:pt>
    <dgm:pt modelId="{6DA7B85E-9DC6-4F3B-A2BF-09CDEEDB43BC}" type="pres">
      <dgm:prSet presAssocID="{CFA40740-0682-470C-AD5A-CFF53CD12BD2}" presName="spaceBetweenRectangles" presStyleCnt="0"/>
      <dgm:spPr/>
    </dgm:pt>
    <dgm:pt modelId="{CF519A69-9940-494F-8406-D0D876E3CD26}" type="pres">
      <dgm:prSet presAssocID="{D05E1923-5021-40F7-B4EF-E582E23A699D}" presName="composite" presStyleCnt="0"/>
      <dgm:spPr/>
    </dgm:pt>
    <dgm:pt modelId="{714429FF-AAA3-4358-8C5F-1A7F29AA2B7B}" type="pres">
      <dgm:prSet presAssocID="{D05E1923-5021-40F7-B4EF-E582E23A699D}" presName="ConnectorPoint" presStyleLbl="lnNode1" presStyleIdx="1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AB8B1E8E-162B-4E3E-9E31-BA5CFBD3ED9D}" type="pres">
      <dgm:prSet presAssocID="{D05E1923-5021-40F7-B4EF-E582E23A699D}" presName="DropPinPlaceHolder" presStyleCnt="0"/>
      <dgm:spPr/>
    </dgm:pt>
    <dgm:pt modelId="{358CAA11-0A87-4861-8B4E-913B1EAD1334}" type="pres">
      <dgm:prSet presAssocID="{D05E1923-5021-40F7-B4EF-E582E23A699D}" presName="DropPin" presStyleLbl="alignNode1" presStyleIdx="1" presStyleCnt="3" custLinFactX="9543" custLinFactNeighborX="100000"/>
      <dgm:spPr>
        <a:xfrm rot="18900000">
          <a:off x="1526266" y="2251860"/>
          <a:ext cx="204134" cy="204134"/>
        </a:xfrm>
        <a:prstGeom prst="teardrop">
          <a:avLst>
            <a:gd name="adj" fmla="val 115000"/>
          </a:avLst>
        </a:prstGeom>
      </dgm:spPr>
    </dgm:pt>
    <dgm:pt modelId="{B1A1A837-F261-404B-A808-B2F4154CE8A2}" type="pres">
      <dgm:prSet presAssocID="{D05E1923-5021-40F7-B4EF-E582E23A699D}" presName="Ellipse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B5F3F650-2E42-488A-AD4F-C4BD47D19A84}" type="pres">
      <dgm:prSet presAssocID="{D05E1923-5021-40F7-B4EF-E582E23A699D}" presName="L2TextContainer" presStyleLbl="revTx" presStyleIdx="2" presStyleCnt="6">
        <dgm:presLayoutVars>
          <dgm:bulletEnabled val="1"/>
        </dgm:presLayoutVars>
      </dgm:prSet>
      <dgm:spPr/>
    </dgm:pt>
    <dgm:pt modelId="{223C5207-4FA2-4A6C-8F43-20BD55767C99}" type="pres">
      <dgm:prSet presAssocID="{D05E1923-5021-40F7-B4EF-E582E23A699D}" presName="L1TextContainer" presStyleLbl="revTx" presStyleIdx="3" presStyleCnt="6" custLinFactNeighborX="25451">
        <dgm:presLayoutVars>
          <dgm:chMax val="1"/>
          <dgm:chPref val="1"/>
          <dgm:bulletEnabled val="1"/>
        </dgm:presLayoutVars>
      </dgm:prSet>
      <dgm:spPr/>
    </dgm:pt>
    <dgm:pt modelId="{4FE5EB5D-4CEF-4D0D-9394-0534E61844BE}" type="pres">
      <dgm:prSet presAssocID="{D05E1923-5021-40F7-B4EF-E582E23A699D}" presName="ConnectLine" presStyleLbl="sibTrans1D1" presStyleIdx="1" presStyleCnt="3" custLinFactX="600000" custLinFactNeighborX="605708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EC869059-0AEC-4D98-8C46-CB603A342C72}" type="pres">
      <dgm:prSet presAssocID="{D05E1923-5021-40F7-B4EF-E582E23A699D}" presName="EmptyPlaceHolder" presStyleCnt="0"/>
      <dgm:spPr/>
    </dgm:pt>
    <dgm:pt modelId="{408BA715-9739-461D-BFDE-88EDAE355E60}" type="pres">
      <dgm:prSet presAssocID="{F020958C-EF86-4274-85F9-318F2792F7B6}" presName="spaceBetweenRectangles" presStyleCnt="0"/>
      <dgm:spPr/>
    </dgm:pt>
    <dgm:pt modelId="{D512C7F9-87A6-4BA9-AFAC-03FF1578D945}" type="pres">
      <dgm:prSet presAssocID="{FA8F44BD-C8C7-462C-9756-1EC498E86842}" presName="composite" presStyleCnt="0"/>
      <dgm:spPr/>
    </dgm:pt>
    <dgm:pt modelId="{152AD014-AFD0-4700-A468-4D562874339A}" type="pres">
      <dgm:prSet presAssocID="{FA8F44BD-C8C7-462C-9756-1EC498E86842}" presName="ConnectorPoint" presStyleLbl="lnNode1" presStyleIdx="2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CE2C4D8-4380-442D-A6C2-0B468BF3C74C}" type="pres">
      <dgm:prSet presAssocID="{FA8F44BD-C8C7-462C-9756-1EC498E86842}" presName="DropPinPlaceHolder" presStyleCnt="0"/>
      <dgm:spPr/>
    </dgm:pt>
    <dgm:pt modelId="{72C82E90-F103-439C-8371-CFFB0927B9DE}" type="pres">
      <dgm:prSet presAssocID="{FA8F44BD-C8C7-462C-9756-1EC498E86842}" presName="DropPin" presStyleLbl="alignNode1" presStyleIdx="2" presStyleCnt="3" custLinFactX="15526" custLinFactNeighborX="100000"/>
      <dgm:spPr>
        <a:xfrm rot="8100000">
          <a:off x="3003781" y="319863"/>
          <a:ext cx="204134" cy="204134"/>
        </a:xfrm>
        <a:prstGeom prst="teardrop">
          <a:avLst>
            <a:gd name="adj" fmla="val 115000"/>
          </a:avLst>
        </a:prstGeom>
      </dgm:spPr>
    </dgm:pt>
    <dgm:pt modelId="{5D519322-C1DD-47AE-92C0-13575134BC76}" type="pres">
      <dgm:prSet presAssocID="{FA8F44BD-C8C7-462C-9756-1EC498E86842}" presName="Ellipse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96DDA0FE-83E2-423C-9F13-58A61EB68487}" type="pres">
      <dgm:prSet presAssocID="{FA8F44BD-C8C7-462C-9756-1EC498E86842}" presName="L2TextContainer" presStyleLbl="revTx" presStyleIdx="4" presStyleCnt="6">
        <dgm:presLayoutVars>
          <dgm:bulletEnabled val="1"/>
        </dgm:presLayoutVars>
      </dgm:prSet>
      <dgm:spPr/>
    </dgm:pt>
    <dgm:pt modelId="{2D6C7916-1130-46A8-833B-A6278CBD2192}" type="pres">
      <dgm:prSet presAssocID="{FA8F44BD-C8C7-462C-9756-1EC498E86842}" presName="L1TextContainer" presStyleLbl="revTx" presStyleIdx="5" presStyleCnt="6" custScaleX="78587" custLinFactNeighborX="12310">
        <dgm:presLayoutVars>
          <dgm:chMax val="1"/>
          <dgm:chPref val="1"/>
          <dgm:bulletEnabled val="1"/>
        </dgm:presLayoutVars>
      </dgm:prSet>
      <dgm:spPr/>
    </dgm:pt>
    <dgm:pt modelId="{4D953791-5C2F-4A75-A8F4-6ED7EAB5E015}" type="pres">
      <dgm:prSet presAssocID="{FA8F44BD-C8C7-462C-9756-1EC498E86842}" presName="ConnectLine" presStyleLbl="sibTrans1D1" presStyleIdx="2" presStyleCnt="3" custLinFactX="600000" custLinFactNeighborX="673669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22A72E40-4DCC-4F48-AADD-29738FD37A2C}" type="pres">
      <dgm:prSet presAssocID="{FA8F44BD-C8C7-462C-9756-1EC498E86842}" presName="EmptyPlaceHolder" presStyleCnt="0"/>
      <dgm:spPr/>
    </dgm:pt>
  </dgm:ptLst>
  <dgm:cxnLst>
    <dgm:cxn modelId="{C3A1C60D-63BB-4E34-AD47-96AABDB6084E}" type="presOf" srcId="{D05E1923-5021-40F7-B4EF-E582E23A699D}" destId="{223C5207-4FA2-4A6C-8F43-20BD55767C99}" srcOrd="0" destOrd="0" presId="urn:microsoft.com/office/officeart/2017/3/layout/DropPinTimeline"/>
    <dgm:cxn modelId="{1B32EF2C-9DB5-4504-A9DA-B4956CC00208}" srcId="{FA8F44BD-C8C7-462C-9756-1EC498E86842}" destId="{EFEB4D61-3A9C-4140-977F-3C3F5C9EE9D1}" srcOrd="0" destOrd="0" parTransId="{57D352E4-0431-4F68-B8F1-61BFA34799AA}" sibTransId="{0ECC32B6-1E7C-4AA4-9DBF-D69B7C5E64A9}"/>
    <dgm:cxn modelId="{0D51BD2E-4619-469B-B233-EBAC3D4D0BA6}" srcId="{05A24E01-5535-46B9-A9A1-A9A07E639A88}" destId="{FA8F44BD-C8C7-462C-9756-1EC498E86842}" srcOrd="2" destOrd="0" parTransId="{F47063EE-4B58-4EDE-A4F2-A4BD81B82F21}" sibTransId="{8C8A9736-03DA-4B1C-A590-10B4AD89452B}"/>
    <dgm:cxn modelId="{C5645B39-CB65-4A0A-B369-E455C3B827C3}" srcId="{05A24E01-5535-46B9-A9A1-A9A07E639A88}" destId="{58FF46FB-368D-4E9C-A650-0513B8879DA8}" srcOrd="0" destOrd="0" parTransId="{11DFA284-5E99-474D-BF05-364A45269DC7}" sibTransId="{CFA40740-0682-470C-AD5A-CFF53CD12BD2}"/>
    <dgm:cxn modelId="{7DDF5444-F976-4F04-88A9-CF8B15238792}" type="presOf" srcId="{58FF46FB-368D-4E9C-A650-0513B8879DA8}" destId="{8E3FB235-DF38-476B-9A0E-B1E583D50944}" srcOrd="0" destOrd="0" presId="urn:microsoft.com/office/officeart/2017/3/layout/DropPinTimeline"/>
    <dgm:cxn modelId="{1690634A-EBA7-4881-9E5F-0C82421D4CDF}" type="presOf" srcId="{FA8F44BD-C8C7-462C-9756-1EC498E86842}" destId="{2D6C7916-1130-46A8-833B-A6278CBD2192}" srcOrd="0" destOrd="0" presId="urn:microsoft.com/office/officeart/2017/3/layout/DropPinTimeline"/>
    <dgm:cxn modelId="{8243C66B-B083-4DAE-8A3C-4844ABE6B4E7}" type="presOf" srcId="{9A875394-CA1E-4432-AEEB-9054FCFF5E0E}" destId="{D2143A46-815A-49BF-9455-C0385022444F}" srcOrd="0" destOrd="0" presId="urn:microsoft.com/office/officeart/2017/3/layout/DropPinTimeline"/>
    <dgm:cxn modelId="{4D188CCD-53D9-498E-B70C-E23A99F0D7CA}" srcId="{58FF46FB-368D-4E9C-A650-0513B8879DA8}" destId="{9A875394-CA1E-4432-AEEB-9054FCFF5E0E}" srcOrd="0" destOrd="0" parTransId="{FCC92BDD-6EA3-421D-9DA8-7D3A12D003B6}" sibTransId="{0314452B-82A0-42F4-9551-DF00CFFC3580}"/>
    <dgm:cxn modelId="{B842E6D0-2C36-4BD7-B172-6B2BB7D77D89}" srcId="{D05E1923-5021-40F7-B4EF-E582E23A699D}" destId="{579089A8-5362-4BA4-9163-D19228C1808F}" srcOrd="0" destOrd="0" parTransId="{FB2DEB6E-B29F-4E51-960A-23ECC62EBF38}" sibTransId="{1C5328B1-AC18-4CF7-A034-BB0592F4A2A1}"/>
    <dgm:cxn modelId="{72C4D6D9-419A-42C1-A76D-84599F65BB08}" srcId="{05A24E01-5535-46B9-A9A1-A9A07E639A88}" destId="{D05E1923-5021-40F7-B4EF-E582E23A699D}" srcOrd="1" destOrd="0" parTransId="{FD6C5CD2-9CED-4BE6-89CD-A5A5CCE63B3E}" sibTransId="{F020958C-EF86-4274-85F9-318F2792F7B6}"/>
    <dgm:cxn modelId="{C6A73EDB-89B0-4756-9ECD-83E9B8AB77E5}" type="presOf" srcId="{EFEB4D61-3A9C-4140-977F-3C3F5C9EE9D1}" destId="{96DDA0FE-83E2-423C-9F13-58A61EB68487}" srcOrd="0" destOrd="0" presId="urn:microsoft.com/office/officeart/2017/3/layout/DropPinTimeline"/>
    <dgm:cxn modelId="{FE7849EA-5B37-43C8-B217-CD4E30A8E545}" type="presOf" srcId="{05A24E01-5535-46B9-A9A1-A9A07E639A88}" destId="{6E9F3C9B-13CA-43A8-8836-0B2B41D07DEF}" srcOrd="0" destOrd="0" presId="urn:microsoft.com/office/officeart/2017/3/layout/DropPinTimeline"/>
    <dgm:cxn modelId="{1B932CFF-4829-461A-A7AB-8671DD3F9183}" type="presOf" srcId="{579089A8-5362-4BA4-9163-D19228C1808F}" destId="{B5F3F650-2E42-488A-AD4F-C4BD47D19A84}" srcOrd="0" destOrd="0" presId="urn:microsoft.com/office/officeart/2017/3/layout/DropPinTimeline"/>
    <dgm:cxn modelId="{2FED2A5E-98EB-4859-AB3F-062F22EEC890}" type="presParOf" srcId="{6E9F3C9B-13CA-43A8-8836-0B2B41D07DEF}" destId="{E8AACCBB-6709-4071-B389-3BB226B3A586}" srcOrd="0" destOrd="0" presId="urn:microsoft.com/office/officeart/2017/3/layout/DropPinTimeline"/>
    <dgm:cxn modelId="{6DE443D7-8EE2-4FBC-842D-B6B9C44204D0}" type="presParOf" srcId="{6E9F3C9B-13CA-43A8-8836-0B2B41D07DEF}" destId="{E6F74CED-5217-4282-85F1-1C12DC84731C}" srcOrd="1" destOrd="0" presId="urn:microsoft.com/office/officeart/2017/3/layout/DropPinTimeline"/>
    <dgm:cxn modelId="{C773189E-DF31-4C58-A290-F5DFD7DCF8B1}" type="presParOf" srcId="{E6F74CED-5217-4282-85F1-1C12DC84731C}" destId="{AC377099-4DAE-451C-ADE9-98036E2679B5}" srcOrd="0" destOrd="0" presId="urn:microsoft.com/office/officeart/2017/3/layout/DropPinTimeline"/>
    <dgm:cxn modelId="{04D71AD3-A9B8-46E1-AB82-BB594FCE110E}" type="presParOf" srcId="{AC377099-4DAE-451C-ADE9-98036E2679B5}" destId="{B6C94ECD-6415-4250-B4AD-F67BF5BECFB8}" srcOrd="0" destOrd="0" presId="urn:microsoft.com/office/officeart/2017/3/layout/DropPinTimeline"/>
    <dgm:cxn modelId="{4D9D677D-9448-43AF-978B-5C7E7661F4F9}" type="presParOf" srcId="{AC377099-4DAE-451C-ADE9-98036E2679B5}" destId="{0E99BB09-1B86-4308-A570-3981E6DD3A06}" srcOrd="1" destOrd="0" presId="urn:microsoft.com/office/officeart/2017/3/layout/DropPinTimeline"/>
    <dgm:cxn modelId="{C213A57E-D4AE-4C05-AA12-FE8CC1989639}" type="presParOf" srcId="{0E99BB09-1B86-4308-A570-3981E6DD3A06}" destId="{0ED6E8D6-BD44-4400-BC14-1BC75CB979A3}" srcOrd="0" destOrd="0" presId="urn:microsoft.com/office/officeart/2017/3/layout/DropPinTimeline"/>
    <dgm:cxn modelId="{927F0821-BB24-4368-A4D4-046EB89F39DD}" type="presParOf" srcId="{0E99BB09-1B86-4308-A570-3981E6DD3A06}" destId="{5B7FC7CF-F58D-48D5-8BCC-38D6EE87890B}" srcOrd="1" destOrd="0" presId="urn:microsoft.com/office/officeart/2017/3/layout/DropPinTimeline"/>
    <dgm:cxn modelId="{F517DE46-1EA2-46F3-8833-EE234EEF5B09}" type="presParOf" srcId="{AC377099-4DAE-451C-ADE9-98036E2679B5}" destId="{D2143A46-815A-49BF-9455-C0385022444F}" srcOrd="2" destOrd="0" presId="urn:microsoft.com/office/officeart/2017/3/layout/DropPinTimeline"/>
    <dgm:cxn modelId="{75F0F73C-AD49-4A34-842E-A65EF46645BA}" type="presParOf" srcId="{AC377099-4DAE-451C-ADE9-98036E2679B5}" destId="{8E3FB235-DF38-476B-9A0E-B1E583D50944}" srcOrd="3" destOrd="0" presId="urn:microsoft.com/office/officeart/2017/3/layout/DropPinTimeline"/>
    <dgm:cxn modelId="{071A2262-20BC-4D30-AB90-12B0A0FEB6EF}" type="presParOf" srcId="{AC377099-4DAE-451C-ADE9-98036E2679B5}" destId="{9AA05CE5-209F-4AD9-BE2C-2A69F76DA8F4}" srcOrd="4" destOrd="0" presId="urn:microsoft.com/office/officeart/2017/3/layout/DropPinTimeline"/>
    <dgm:cxn modelId="{0D0471BD-C944-46DB-9B0D-12B6F025E4F4}" type="presParOf" srcId="{AC377099-4DAE-451C-ADE9-98036E2679B5}" destId="{17350C28-DA10-4F3B-9FA2-0FE7C12A4ABE}" srcOrd="5" destOrd="0" presId="urn:microsoft.com/office/officeart/2017/3/layout/DropPinTimeline"/>
    <dgm:cxn modelId="{37FF9AEE-1EE5-440D-B822-B54671B03AAC}" type="presParOf" srcId="{E6F74CED-5217-4282-85F1-1C12DC84731C}" destId="{6DA7B85E-9DC6-4F3B-A2BF-09CDEEDB43BC}" srcOrd="1" destOrd="0" presId="urn:microsoft.com/office/officeart/2017/3/layout/DropPinTimeline"/>
    <dgm:cxn modelId="{3FF77B45-DC34-4E18-8B7E-49C274966E23}" type="presParOf" srcId="{E6F74CED-5217-4282-85F1-1C12DC84731C}" destId="{CF519A69-9940-494F-8406-D0D876E3CD26}" srcOrd="2" destOrd="0" presId="urn:microsoft.com/office/officeart/2017/3/layout/DropPinTimeline"/>
    <dgm:cxn modelId="{4E60349A-D4EB-4BFE-9374-0F079D59B1FC}" type="presParOf" srcId="{CF519A69-9940-494F-8406-D0D876E3CD26}" destId="{714429FF-AAA3-4358-8C5F-1A7F29AA2B7B}" srcOrd="0" destOrd="0" presId="urn:microsoft.com/office/officeart/2017/3/layout/DropPinTimeline"/>
    <dgm:cxn modelId="{0B07CD93-B91C-4CAF-B94C-3237B0C6F601}" type="presParOf" srcId="{CF519A69-9940-494F-8406-D0D876E3CD26}" destId="{AB8B1E8E-162B-4E3E-9E31-BA5CFBD3ED9D}" srcOrd="1" destOrd="0" presId="urn:microsoft.com/office/officeart/2017/3/layout/DropPinTimeline"/>
    <dgm:cxn modelId="{BB97917A-2BFB-4D8A-94BD-816B0C62D6F6}" type="presParOf" srcId="{AB8B1E8E-162B-4E3E-9E31-BA5CFBD3ED9D}" destId="{358CAA11-0A87-4861-8B4E-913B1EAD1334}" srcOrd="0" destOrd="0" presId="urn:microsoft.com/office/officeart/2017/3/layout/DropPinTimeline"/>
    <dgm:cxn modelId="{FDC4D318-B3AD-4E39-8663-3AFB57531D79}" type="presParOf" srcId="{AB8B1E8E-162B-4E3E-9E31-BA5CFBD3ED9D}" destId="{B1A1A837-F261-404B-A808-B2F4154CE8A2}" srcOrd="1" destOrd="0" presId="urn:microsoft.com/office/officeart/2017/3/layout/DropPinTimeline"/>
    <dgm:cxn modelId="{7F53703E-9DF0-45E5-AC76-7E0CCD3B06EA}" type="presParOf" srcId="{CF519A69-9940-494F-8406-D0D876E3CD26}" destId="{B5F3F650-2E42-488A-AD4F-C4BD47D19A84}" srcOrd="2" destOrd="0" presId="urn:microsoft.com/office/officeart/2017/3/layout/DropPinTimeline"/>
    <dgm:cxn modelId="{B59937ED-9C59-4BBD-AA3C-5D9159504926}" type="presParOf" srcId="{CF519A69-9940-494F-8406-D0D876E3CD26}" destId="{223C5207-4FA2-4A6C-8F43-20BD55767C99}" srcOrd="3" destOrd="0" presId="urn:microsoft.com/office/officeart/2017/3/layout/DropPinTimeline"/>
    <dgm:cxn modelId="{470C2FBB-9D40-4F2C-8107-12E2CA0E70BE}" type="presParOf" srcId="{CF519A69-9940-494F-8406-D0D876E3CD26}" destId="{4FE5EB5D-4CEF-4D0D-9394-0534E61844BE}" srcOrd="4" destOrd="0" presId="urn:microsoft.com/office/officeart/2017/3/layout/DropPinTimeline"/>
    <dgm:cxn modelId="{C1237DFD-87FD-434B-A5C8-02108EF43081}" type="presParOf" srcId="{CF519A69-9940-494F-8406-D0D876E3CD26}" destId="{EC869059-0AEC-4D98-8C46-CB603A342C72}" srcOrd="5" destOrd="0" presId="urn:microsoft.com/office/officeart/2017/3/layout/DropPinTimeline"/>
    <dgm:cxn modelId="{7A1441D0-A5AA-4E6C-9388-511DA29929BF}" type="presParOf" srcId="{E6F74CED-5217-4282-85F1-1C12DC84731C}" destId="{408BA715-9739-461D-BFDE-88EDAE355E60}" srcOrd="3" destOrd="0" presId="urn:microsoft.com/office/officeart/2017/3/layout/DropPinTimeline"/>
    <dgm:cxn modelId="{087F2A81-CFD9-4BF8-96FC-2D4ABA32462F}" type="presParOf" srcId="{E6F74CED-5217-4282-85F1-1C12DC84731C}" destId="{D512C7F9-87A6-4BA9-AFAC-03FF1578D945}" srcOrd="4" destOrd="0" presId="urn:microsoft.com/office/officeart/2017/3/layout/DropPinTimeline"/>
    <dgm:cxn modelId="{8C6217DA-A763-4946-99A2-03C618C428AF}" type="presParOf" srcId="{D512C7F9-87A6-4BA9-AFAC-03FF1578D945}" destId="{152AD014-AFD0-4700-A468-4D562874339A}" srcOrd="0" destOrd="0" presId="urn:microsoft.com/office/officeart/2017/3/layout/DropPinTimeline"/>
    <dgm:cxn modelId="{A6A34287-F5FF-46EE-9A88-F2ECF73903CE}" type="presParOf" srcId="{D512C7F9-87A6-4BA9-AFAC-03FF1578D945}" destId="{6CE2C4D8-4380-442D-A6C2-0B468BF3C74C}" srcOrd="1" destOrd="0" presId="urn:microsoft.com/office/officeart/2017/3/layout/DropPinTimeline"/>
    <dgm:cxn modelId="{D28BF9CF-F026-4786-A1AC-F4F785C54591}" type="presParOf" srcId="{6CE2C4D8-4380-442D-A6C2-0B468BF3C74C}" destId="{72C82E90-F103-439C-8371-CFFB0927B9DE}" srcOrd="0" destOrd="0" presId="urn:microsoft.com/office/officeart/2017/3/layout/DropPinTimeline"/>
    <dgm:cxn modelId="{E33A6BB5-6D3A-4D44-AEFC-75BAB101C26D}" type="presParOf" srcId="{6CE2C4D8-4380-442D-A6C2-0B468BF3C74C}" destId="{5D519322-C1DD-47AE-92C0-13575134BC76}" srcOrd="1" destOrd="0" presId="urn:microsoft.com/office/officeart/2017/3/layout/DropPinTimeline"/>
    <dgm:cxn modelId="{0BFD1614-5731-4306-81F7-E2C949C32A93}" type="presParOf" srcId="{D512C7F9-87A6-4BA9-AFAC-03FF1578D945}" destId="{96DDA0FE-83E2-423C-9F13-58A61EB68487}" srcOrd="2" destOrd="0" presId="urn:microsoft.com/office/officeart/2017/3/layout/DropPinTimeline"/>
    <dgm:cxn modelId="{06EDED26-E685-42BC-BFC2-75C7EA695E40}" type="presParOf" srcId="{D512C7F9-87A6-4BA9-AFAC-03FF1578D945}" destId="{2D6C7916-1130-46A8-833B-A6278CBD2192}" srcOrd="3" destOrd="0" presId="urn:microsoft.com/office/officeart/2017/3/layout/DropPinTimeline"/>
    <dgm:cxn modelId="{A20C8A5A-2D9A-4EF7-BC83-D5EE4B16698D}" type="presParOf" srcId="{D512C7F9-87A6-4BA9-AFAC-03FF1578D945}" destId="{4D953791-5C2F-4A75-A8F4-6ED7EAB5E015}" srcOrd="4" destOrd="0" presId="urn:microsoft.com/office/officeart/2017/3/layout/DropPinTimeline"/>
    <dgm:cxn modelId="{6780D10C-523A-4885-B5BF-84F303790098}" type="presParOf" srcId="{D512C7F9-87A6-4BA9-AFAC-03FF1578D945}" destId="{22A72E40-4DCC-4F48-AADD-29738FD37A2C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AACCBB-6709-4071-B389-3BB226B3A586}">
      <dsp:nvSpPr>
        <dsp:cNvPr id="0" name=""/>
        <dsp:cNvSpPr/>
      </dsp:nvSpPr>
      <dsp:spPr>
        <a:xfrm>
          <a:off x="0" y="1905000"/>
          <a:ext cx="5486400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6E8D6-BD44-4400-BC14-1BC75CB979A3}">
      <dsp:nvSpPr>
        <dsp:cNvPr id="0" name=""/>
        <dsp:cNvSpPr/>
      </dsp:nvSpPr>
      <dsp:spPr>
        <a:xfrm rot="8100000">
          <a:off x="318191" y="439028"/>
          <a:ext cx="280183" cy="280183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FC7CF-F58D-48D5-8BCC-38D6EE87890B}">
      <dsp:nvSpPr>
        <dsp:cNvPr id="0" name=""/>
        <dsp:cNvSpPr/>
      </dsp:nvSpPr>
      <dsp:spPr>
        <a:xfrm>
          <a:off x="349317" y="470153"/>
          <a:ext cx="217932" cy="21793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143A46-815A-49BF-9455-C0385022444F}">
      <dsp:nvSpPr>
        <dsp:cNvPr id="0" name=""/>
        <dsp:cNvSpPr/>
      </dsp:nvSpPr>
      <dsp:spPr>
        <a:xfrm>
          <a:off x="787494" y="777239"/>
          <a:ext cx="1868259" cy="112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6200" rIns="76200" bIns="1143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latin typeface="+mn-lt"/>
            </a:rPr>
            <a:t>Deleted repeated records to improve data accuracy.</a:t>
          </a:r>
        </a:p>
      </dsp:txBody>
      <dsp:txXfrm>
        <a:off x="787494" y="777239"/>
        <a:ext cx="1868259" cy="1127760"/>
      </dsp:txXfrm>
    </dsp:sp>
    <dsp:sp modelId="{8E3FB235-DF38-476B-9A0E-B1E583D50944}">
      <dsp:nvSpPr>
        <dsp:cNvPr id="0" name=""/>
        <dsp:cNvSpPr/>
      </dsp:nvSpPr>
      <dsp:spPr>
        <a:xfrm>
          <a:off x="787494" y="380999"/>
          <a:ext cx="1868259" cy="396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890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i="0" kern="1200" cap="none" spc="0" baseline="0">
              <a:latin typeface="+mn-lt"/>
              <a:ea typeface="+mn-ea"/>
              <a:cs typeface="+mn-cs"/>
            </a:rPr>
            <a:t>Remove Duplicates</a:t>
          </a:r>
          <a:endParaRPr lang="en-US" sz="1400" b="1" i="0" kern="1200" cap="none" spc="0" baseline="0" dirty="0">
            <a:latin typeface="+mn-lt"/>
            <a:ea typeface="+mn-ea"/>
            <a:cs typeface="+mn-cs"/>
          </a:endParaRPr>
        </a:p>
      </dsp:txBody>
      <dsp:txXfrm>
        <a:off x="787494" y="380999"/>
        <a:ext cx="1868259" cy="396240"/>
      </dsp:txXfrm>
    </dsp:sp>
    <dsp:sp modelId="{9AA05CE5-209F-4AD9-BE2C-2A69F76DA8F4}">
      <dsp:nvSpPr>
        <dsp:cNvPr id="0" name=""/>
        <dsp:cNvSpPr/>
      </dsp:nvSpPr>
      <dsp:spPr>
        <a:xfrm>
          <a:off x="455352" y="777239"/>
          <a:ext cx="0" cy="1127760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C94ECD-6415-4250-B4AD-F67BF5BECFB8}">
      <dsp:nvSpPr>
        <dsp:cNvPr id="0" name=""/>
        <dsp:cNvSpPr/>
      </dsp:nvSpPr>
      <dsp:spPr>
        <a:xfrm>
          <a:off x="418411" y="1869338"/>
          <a:ext cx="71323" cy="7132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8CAA11-0A87-4861-8B4E-913B1EAD1334}">
      <dsp:nvSpPr>
        <dsp:cNvPr id="0" name=""/>
        <dsp:cNvSpPr/>
      </dsp:nvSpPr>
      <dsp:spPr>
        <a:xfrm rot="18900000">
          <a:off x="1859230" y="3090788"/>
          <a:ext cx="280183" cy="280183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A1A837-F261-404B-A808-B2F4154CE8A2}">
      <dsp:nvSpPr>
        <dsp:cNvPr id="0" name=""/>
        <dsp:cNvSpPr/>
      </dsp:nvSpPr>
      <dsp:spPr>
        <a:xfrm>
          <a:off x="1890356" y="3121913"/>
          <a:ext cx="217932" cy="21793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F3F650-2E42-488A-AD4F-C4BD47D19A84}">
      <dsp:nvSpPr>
        <dsp:cNvPr id="0" name=""/>
        <dsp:cNvSpPr/>
      </dsp:nvSpPr>
      <dsp:spPr>
        <a:xfrm>
          <a:off x="2344752" y="1905000"/>
          <a:ext cx="2284243" cy="1127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0" rIns="0" bIns="7620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kern="1200" dirty="0">
              <a:latin typeface="+mn-lt"/>
            </a:rPr>
            <a:t>Filled or removed missing data for better analysis.</a:t>
          </a:r>
          <a:endParaRPr lang="en-US" sz="1200" b="0" kern="1200" dirty="0">
            <a:latin typeface="+mn-lt"/>
          </a:endParaRPr>
        </a:p>
      </dsp:txBody>
      <dsp:txXfrm>
        <a:off x="2344752" y="1905000"/>
        <a:ext cx="2284243" cy="1127759"/>
      </dsp:txXfrm>
    </dsp:sp>
    <dsp:sp modelId="{223C5207-4FA2-4A6C-8F43-20BD55767C99}">
      <dsp:nvSpPr>
        <dsp:cNvPr id="0" name=""/>
        <dsp:cNvSpPr/>
      </dsp:nvSpPr>
      <dsp:spPr>
        <a:xfrm>
          <a:off x="2344752" y="3032759"/>
          <a:ext cx="2284243" cy="396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890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i="0" kern="1200" cap="none" spc="0" baseline="0" dirty="0">
              <a:latin typeface="Century Gothic"/>
              <a:ea typeface="+mn-ea"/>
              <a:cs typeface="+mn-cs"/>
            </a:rPr>
            <a:t>Handle Missing Values</a:t>
          </a:r>
          <a:endParaRPr lang="en-US" sz="1400" b="1" i="0" kern="1200" cap="none" spc="0" baseline="0" dirty="0">
            <a:latin typeface="Century Gothic"/>
            <a:ea typeface="+mn-ea"/>
            <a:cs typeface="+mn-cs"/>
          </a:endParaRPr>
        </a:p>
      </dsp:txBody>
      <dsp:txXfrm>
        <a:off x="2344752" y="3032759"/>
        <a:ext cx="2284243" cy="396240"/>
      </dsp:txXfrm>
    </dsp:sp>
    <dsp:sp modelId="{4FE5EB5D-4CEF-4D0D-9394-0534E61844BE}">
      <dsp:nvSpPr>
        <dsp:cNvPr id="0" name=""/>
        <dsp:cNvSpPr/>
      </dsp:nvSpPr>
      <dsp:spPr>
        <a:xfrm>
          <a:off x="1999324" y="1905000"/>
          <a:ext cx="0" cy="1127759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4429FF-AAA3-4358-8C5F-1A7F29AA2B7B}">
      <dsp:nvSpPr>
        <dsp:cNvPr id="0" name=""/>
        <dsp:cNvSpPr/>
      </dsp:nvSpPr>
      <dsp:spPr>
        <a:xfrm>
          <a:off x="1962383" y="1869338"/>
          <a:ext cx="71323" cy="7132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C82E90-F103-439C-8371-CFFB0927B9DE}">
      <dsp:nvSpPr>
        <dsp:cNvPr id="0" name=""/>
        <dsp:cNvSpPr/>
      </dsp:nvSpPr>
      <dsp:spPr>
        <a:xfrm rot="8100000">
          <a:off x="3250043" y="439028"/>
          <a:ext cx="280183" cy="280183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519322-C1DD-47AE-92C0-13575134BC76}">
      <dsp:nvSpPr>
        <dsp:cNvPr id="0" name=""/>
        <dsp:cNvSpPr/>
      </dsp:nvSpPr>
      <dsp:spPr>
        <a:xfrm>
          <a:off x="3281169" y="470153"/>
          <a:ext cx="217932" cy="21793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DDA0FE-83E2-423C-9F13-58A61EB68487}">
      <dsp:nvSpPr>
        <dsp:cNvPr id="0" name=""/>
        <dsp:cNvSpPr/>
      </dsp:nvSpPr>
      <dsp:spPr>
        <a:xfrm>
          <a:off x="3656248" y="777239"/>
          <a:ext cx="1795118" cy="112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6200" rIns="76200" bIns="1143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latin typeface="+mn-lt"/>
            </a:rPr>
            <a:t>Ensured consistent names and converted dates/numbers into proper format.</a:t>
          </a:r>
        </a:p>
      </dsp:txBody>
      <dsp:txXfrm>
        <a:off x="3656248" y="777239"/>
        <a:ext cx="1795118" cy="1127760"/>
      </dsp:txXfrm>
    </dsp:sp>
    <dsp:sp modelId="{2D6C7916-1130-46A8-833B-A6278CBD2192}">
      <dsp:nvSpPr>
        <dsp:cNvPr id="0" name=""/>
        <dsp:cNvSpPr/>
      </dsp:nvSpPr>
      <dsp:spPr>
        <a:xfrm>
          <a:off x="3656248" y="380999"/>
          <a:ext cx="1795118" cy="396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890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i="0" kern="1200" cap="none" spc="0" baseline="0" dirty="0">
              <a:latin typeface="Century Gothic"/>
              <a:ea typeface="+mn-ea"/>
              <a:cs typeface="+mn-cs"/>
            </a:rPr>
            <a:t>Standardize &amp; Format Data</a:t>
          </a:r>
          <a:endParaRPr lang="en-US" sz="1400" b="1" i="0" kern="1200" cap="none" spc="0" baseline="0" dirty="0">
            <a:latin typeface="Century Gothic"/>
            <a:ea typeface="+mn-ea"/>
            <a:cs typeface="+mn-cs"/>
          </a:endParaRPr>
        </a:p>
      </dsp:txBody>
      <dsp:txXfrm>
        <a:off x="3656248" y="380999"/>
        <a:ext cx="1795118" cy="396240"/>
      </dsp:txXfrm>
    </dsp:sp>
    <dsp:sp modelId="{4D953791-5C2F-4A75-A8F4-6ED7EAB5E015}">
      <dsp:nvSpPr>
        <dsp:cNvPr id="0" name=""/>
        <dsp:cNvSpPr/>
      </dsp:nvSpPr>
      <dsp:spPr>
        <a:xfrm>
          <a:off x="3390896" y="777239"/>
          <a:ext cx="0" cy="1127760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2AD014-AFD0-4700-A468-4D562874339A}">
      <dsp:nvSpPr>
        <dsp:cNvPr id="0" name=""/>
        <dsp:cNvSpPr/>
      </dsp:nvSpPr>
      <dsp:spPr>
        <a:xfrm>
          <a:off x="3353955" y="1869338"/>
          <a:ext cx="71323" cy="7132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2/18/2026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2/18/2026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98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4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9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91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42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36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2" r:id="rId2"/>
    <p:sldLayoutId id="2147483695" r:id="rId3"/>
    <p:sldLayoutId id="2147483685" r:id="rId4"/>
    <p:sldLayoutId id="2147483662" r:id="rId5"/>
    <p:sldLayoutId id="2147483682" r:id="rId6"/>
    <p:sldLayoutId id="2147483696" r:id="rId7"/>
    <p:sldLayoutId id="2147483693" r:id="rId8"/>
    <p:sldLayoutId id="2147483692" r:id="rId9"/>
    <p:sldLayoutId id="2147483676" r:id="rId10"/>
    <p:sldLayoutId id="2147483665" r:id="rId11"/>
    <p:sldLayoutId id="2147483688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3888" y="836712"/>
            <a:ext cx="10287000" cy="3886200"/>
          </a:xfrm>
        </p:spPr>
        <p:txBody>
          <a:bodyPr anchor="b">
            <a:normAutofit/>
          </a:bodyPr>
          <a:lstStyle/>
          <a:p>
            <a:r>
              <a:rPr lang="en-US" dirty="0"/>
              <a:t>Cricket Player Performance Prediction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>
            <a:normAutofit/>
          </a:bodyPr>
          <a:lstStyle/>
          <a:p>
            <a:r>
              <a:rPr lang="en-IN" dirty="0"/>
              <a:t>Presented by: Sinchana 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8B68A17-565E-5F07-D76E-981C2E327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/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Challenge: Cricket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2612" y="620688"/>
            <a:ext cx="5066456" cy="6237312"/>
          </a:xfrm>
        </p:spPr>
        <p:txBody>
          <a:bodyPr vert="horz" lIns="91416" tIns="45708" rIns="91416" bIns="45708" rtlCol="0" anchor="ctr">
            <a:normAutofit lnSpcReduction="10000"/>
          </a:bodyPr>
          <a:lstStyle/>
          <a:p>
            <a:pPr mar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Cricket performance prediction presents challenges such as:</a:t>
            </a: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high-volume ball-by-ball datasets</a:t>
            </a: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meaningful time-series features</a:t>
            </a: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Avoiding data leakage in model training</a:t>
            </a: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Capturing contextual factors (venue, opposition, player form)</a:t>
            </a: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model generalization across seasons</a:t>
            </a:r>
          </a:p>
          <a:p>
            <a:pPr mar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statistical methods fail to capture:</a:t>
            </a: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Non-linear relationships</a:t>
            </a: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 performance trends</a:t>
            </a: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Contextual interactions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a scalable ML-based predictive framework is essential.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/>
          <a:p>
            <a:r>
              <a:rPr lang="en-US" dirty="0"/>
              <a:t>Product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Combining functionality and user-friendliness, we empower users to streamline operations and boost efficiency</a:t>
            </a:r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1335F09C-9356-E6B0-8251-92DC3A62A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228600"/>
            <a:ext cx="9802368" cy="637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413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068D6611-2B7C-8082-8FE3-B1B8AB01AC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7868" y="548680"/>
            <a:ext cx="10369152" cy="590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10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2" y="609600"/>
            <a:ext cx="7752928" cy="659160"/>
          </a:xfrm>
        </p:spPr>
        <p:txBody>
          <a:bodyPr>
            <a:normAutofit fontScale="90000"/>
          </a:bodyPr>
          <a:lstStyle/>
          <a:p>
            <a:r>
              <a:rPr lang="en-US" dirty="0"/>
              <a:t>Dataset Overview: The Fuel for Our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3800" y="1646696"/>
            <a:ext cx="4572000" cy="39624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b="1" dirty="0"/>
              <a:t>Source:</a:t>
            </a:r>
            <a:r>
              <a:rPr lang="en-IN" dirty="0"/>
              <a:t> Kaggle IPL Dataset</a:t>
            </a:r>
          </a:p>
          <a:p>
            <a:r>
              <a:rPr lang="en-IN" dirty="0"/>
              <a:t>🏏 </a:t>
            </a:r>
            <a:r>
              <a:rPr lang="en-IN" b="1" dirty="0"/>
              <a:t>278,000+ Ball-by-Ball Records</a:t>
            </a:r>
            <a:endParaRPr lang="en-IN" dirty="0"/>
          </a:p>
          <a:p>
            <a:r>
              <a:rPr lang="en-IN" dirty="0"/>
              <a:t>📋 </a:t>
            </a:r>
            <a:r>
              <a:rPr lang="en-IN" b="1" dirty="0"/>
              <a:t>1,169 Match Records</a:t>
            </a:r>
            <a:endParaRPr lang="en-IN" dirty="0"/>
          </a:p>
          <a:p>
            <a:r>
              <a:rPr lang="en-IN" dirty="0"/>
              <a:t>👤 </a:t>
            </a:r>
            <a:r>
              <a:rPr lang="en-IN" b="1" dirty="0"/>
              <a:t>772 Unique Players</a:t>
            </a:r>
            <a:endParaRPr lang="en-IN" dirty="0"/>
          </a:p>
          <a:p>
            <a:r>
              <a:rPr lang="en-IN" dirty="0"/>
              <a:t>🏷 Standardized Team Identifiers</a:t>
            </a:r>
          </a:p>
          <a:p>
            <a:r>
              <a:rPr lang="en-IN" b="1" dirty="0"/>
              <a:t>Why It Matters:</a:t>
            </a:r>
            <a:br>
              <a:rPr lang="en-IN" dirty="0"/>
            </a:br>
            <a:r>
              <a:rPr lang="en-IN" dirty="0"/>
              <a:t>Multi-level historical data enabling accurate, data-driven cricket performance prediction.</a:t>
            </a:r>
          </a:p>
          <a:p>
            <a:endParaRPr lang="en-US" dirty="0"/>
          </a:p>
        </p:txBody>
      </p:sp>
      <p:pic>
        <p:nvPicPr>
          <p:cNvPr id="21" name="Picture Placeholder 20" descr="Charts on a computer monitor">
            <a:extLst>
              <a:ext uri="{FF2B5EF4-FFF2-40B4-BE49-F238E27FC236}">
                <a16:creationId xmlns:a16="http://schemas.microsoft.com/office/drawing/2014/main" id="{E453EF88-26E8-95DB-8E27-6A42911C63F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" b="28"/>
          <a:stretch/>
        </p:blipFill>
        <p:spPr>
          <a:xfrm>
            <a:off x="7045945" y="2057400"/>
            <a:ext cx="4343400" cy="2688336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508BDA-90DF-65C2-2BFF-2DA3BD26C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604" y="1237544"/>
            <a:ext cx="5560082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139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FD532B-8324-861F-ED93-92EB8E7DD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7896944" cy="947192"/>
          </a:xfrm>
        </p:spPr>
        <p:txBody>
          <a:bodyPr/>
          <a:lstStyle/>
          <a:p>
            <a:r>
              <a:rPr lang="en-IN" dirty="0"/>
              <a:t>Data Refinement &amp; Exploratory 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17B39-8948-407E-1D29-B290C2F20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2225" y="1905000"/>
            <a:ext cx="4572000" cy="3962400"/>
          </a:xfrm>
        </p:spPr>
        <p:txBody>
          <a:bodyPr>
            <a:normAutofit fontScale="85000" lnSpcReduction="20000"/>
          </a:bodyPr>
          <a:lstStyle/>
          <a:p>
            <a:pPr marL="45720" indent="0">
              <a:buNone/>
            </a:pPr>
            <a:r>
              <a:rPr lang="en-US" b="1" dirty="0"/>
              <a:t>Data Cleaning &amp; Preparation</a:t>
            </a:r>
          </a:p>
          <a:p>
            <a:r>
              <a:rPr lang="en-US" dirty="0"/>
              <a:t>Removed duplicate records</a:t>
            </a:r>
          </a:p>
          <a:p>
            <a:r>
              <a:rPr lang="en-US" dirty="0"/>
              <a:t>Handled missing values carefully</a:t>
            </a:r>
          </a:p>
          <a:p>
            <a:r>
              <a:rPr lang="en-US" dirty="0"/>
              <a:t>Standardized team and player names</a:t>
            </a:r>
          </a:p>
          <a:p>
            <a:r>
              <a:rPr lang="en-US" dirty="0"/>
              <a:t>Converted dates and numbers into proper formats</a:t>
            </a:r>
          </a:p>
          <a:p>
            <a:r>
              <a:rPr lang="en-US" dirty="0"/>
              <a:t>Created useful columns like wicket indicator</a:t>
            </a:r>
          </a:p>
          <a:p>
            <a:pPr marL="45720" indent="0">
              <a:buNone/>
            </a:pPr>
            <a:r>
              <a:rPr lang="en-US" b="1" dirty="0"/>
              <a:t>Result:</a:t>
            </a:r>
            <a:br>
              <a:rPr lang="en-US" dirty="0"/>
            </a:br>
            <a:r>
              <a:rPr lang="en-US" dirty="0"/>
              <a:t>A clean and structured dataset ready for model training.</a:t>
            </a:r>
          </a:p>
          <a:p>
            <a:endParaRPr lang="en-US" dirty="0"/>
          </a:p>
        </p:txBody>
      </p:sp>
      <p:graphicFrame>
        <p:nvGraphicFramePr>
          <p:cNvPr id="9" name="Diagram 2" descr="Drop pin timeline SmartArt graphic&#10;">
            <a:extLst>
              <a:ext uri="{FF2B5EF4-FFF2-40B4-BE49-F238E27FC236}">
                <a16:creationId xmlns:a16="http://schemas.microsoft.com/office/drawing/2014/main" id="{3FBEBE7D-0B6F-4C93-0F2F-3EBC3855DB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4014151"/>
              </p:ext>
            </p:extLst>
          </p:nvPr>
        </p:nvGraphicFramePr>
        <p:xfrm>
          <a:off x="6130924" y="2057400"/>
          <a:ext cx="5486400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6895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A56C89C-8169-141D-1CF3-7F5402B416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0616" y="1772816"/>
            <a:ext cx="9384356" cy="490696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D8F828E-6A10-219E-33EB-8052106E1E9D}"/>
              </a:ext>
            </a:extLst>
          </p:cNvPr>
          <p:cNvSpPr txBox="1"/>
          <p:nvPr/>
        </p:nvSpPr>
        <p:spPr>
          <a:xfrm>
            <a:off x="1750616" y="424934"/>
            <a:ext cx="9456364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/>
              <a:t>Exploratory Data Analysis (EDA): Uncovering Patterns</a:t>
            </a:r>
            <a:endParaRPr lang="en-IN" sz="28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5E34ED-2685-FE42-1B44-DB994275B95F}"/>
              </a:ext>
            </a:extLst>
          </p:cNvPr>
          <p:cNvSpPr txBox="1"/>
          <p:nvPr/>
        </p:nvSpPr>
        <p:spPr>
          <a:xfrm>
            <a:off x="1750616" y="1052736"/>
            <a:ext cx="9263264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/>
              <a:t>Performed Exploratory Data Analysis (EDA) to understand data patterns, identify trends, detect outliers, and analyze relationships between key performance features.</a:t>
            </a:r>
          </a:p>
        </p:txBody>
      </p:sp>
    </p:spTree>
    <p:extLst>
      <p:ext uri="{BB962C8B-B14F-4D97-AF65-F5344CB8AC3E}">
        <p14:creationId xmlns:p14="http://schemas.microsoft.com/office/powerpoint/2010/main" val="570957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Content Placeholder 30">
            <a:extLst>
              <a:ext uri="{FF2B5EF4-FFF2-40B4-BE49-F238E27FC236}">
                <a16:creationId xmlns:a16="http://schemas.microsoft.com/office/drawing/2014/main" id="{BD9749E4-39C2-535F-940C-EE11755C85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7908" y="656692"/>
            <a:ext cx="9505056" cy="554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917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A4D1EAE-7BAD-4681-B355-8B5C0E80E23C}"/>
              </a:ext>
            </a:extLst>
          </p:cNvPr>
          <p:cNvSpPr txBox="1"/>
          <p:nvPr/>
        </p:nvSpPr>
        <p:spPr>
          <a:xfrm>
            <a:off x="2169976" y="764704"/>
            <a:ext cx="7848872" cy="35394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Model Selection &amp; Training</a:t>
            </a:r>
          </a:p>
          <a:p>
            <a:pPr>
              <a:buNone/>
            </a:pPr>
            <a:r>
              <a:rPr lang="en-IN" b="1" dirty="0"/>
              <a:t> </a:t>
            </a:r>
          </a:p>
          <a:p>
            <a:pPr>
              <a:buNone/>
            </a:pPr>
            <a:r>
              <a:rPr lang="en-IN" b="1" dirty="0"/>
              <a:t>Models Used</a:t>
            </a:r>
          </a:p>
          <a:p>
            <a:pPr>
              <a:buNone/>
            </a:pPr>
            <a:r>
              <a:rPr lang="en-IN" sz="1500" dirty="0"/>
              <a:t>We selected strong ensemble models for accurate prediction: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Random Forest</a:t>
            </a:r>
            <a:r>
              <a:rPr lang="en-IN" sz="1500" dirty="0"/>
              <a:t> – Improves stability using multiple decision trees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 err="1"/>
              <a:t>XGBoost</a:t>
            </a:r>
            <a:r>
              <a:rPr lang="en-IN" sz="1500" dirty="0"/>
              <a:t> – Efficient gradient boosting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Baseline Model</a:t>
            </a:r>
            <a:r>
              <a:rPr lang="en-IN" sz="1500" dirty="0"/>
              <a:t> – Used for performance comparison</a:t>
            </a:r>
          </a:p>
          <a:p>
            <a:endParaRPr lang="en-IN" sz="1500" dirty="0"/>
          </a:p>
          <a:p>
            <a:r>
              <a:rPr lang="en-US" b="1" dirty="0"/>
              <a:t>Training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Performed </a:t>
            </a:r>
            <a:r>
              <a:rPr lang="en-US" sz="1500" b="1" dirty="0"/>
              <a:t>regression</a:t>
            </a:r>
            <a:r>
              <a:rPr lang="en-US" sz="1500" dirty="0"/>
              <a:t> to predict continuous values (runs &amp; wickets)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Applied </a:t>
            </a:r>
            <a:r>
              <a:rPr lang="en-US" sz="1500" b="1" dirty="0"/>
              <a:t>Hyperparameter Tuning</a:t>
            </a:r>
            <a:r>
              <a:rPr lang="en-US" sz="1500" dirty="0"/>
              <a:t> using Grid Search &amp; Random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Total training time: </a:t>
            </a:r>
            <a:r>
              <a:rPr lang="en-US" sz="1500" b="1" dirty="0"/>
              <a:t>~12 minutes</a:t>
            </a:r>
            <a:endParaRPr lang="en-US" sz="1500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B12DA3C-A401-3384-BF2B-1933C89A6E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092265"/>
              </p:ext>
            </p:extLst>
          </p:nvPr>
        </p:nvGraphicFramePr>
        <p:xfrm>
          <a:off x="1751012" y="4630256"/>
          <a:ext cx="8686800" cy="1463040"/>
        </p:xfrm>
        <a:graphic>
          <a:graphicData uri="http://schemas.openxmlformats.org/drawingml/2006/table">
            <a:tbl>
              <a:tblPr/>
              <a:tblGrid>
                <a:gridCol w="2171700">
                  <a:extLst>
                    <a:ext uri="{9D8B030D-6E8A-4147-A177-3AD203B41FA5}">
                      <a16:colId xmlns:a16="http://schemas.microsoft.com/office/drawing/2014/main" val="791531024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823059238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525253463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5182758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R²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7630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22.34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0202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20.87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15.59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7842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XGBoost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21.11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8044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459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6888832" cy="1447800"/>
          </a:xfrm>
        </p:spPr>
        <p:txBody>
          <a:bodyPr anchor="t"/>
          <a:lstStyle/>
          <a:p>
            <a:r>
              <a:rPr lang="en-IN" dirty="0"/>
              <a:t>Interactive Dashboard Features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50F1301-EA97-9B7B-3F41-3E73CD97F644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485900" y="1556792"/>
            <a:ext cx="9217024" cy="469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0AA7BB5-75BE-F07D-1ED8-400DB1376EB7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305880" y="764704"/>
            <a:ext cx="9577064" cy="532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262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33D42-A4C3-E0EB-936A-6FC203CDD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916" y="990600"/>
            <a:ext cx="5880720" cy="731168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Conclusion</a:t>
            </a:r>
            <a:br>
              <a:rPr lang="en-US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4D723E-FD17-5B35-E050-01A09F81709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41884" y="1844824"/>
            <a:ext cx="9697144" cy="4267200"/>
          </a:xfrm>
        </p:spPr>
        <p:txBody>
          <a:bodyPr>
            <a:normAutofit/>
          </a:bodyPr>
          <a:lstStyle/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dirty="0"/>
              <a:t>Successfully developed an AI-based system to predict batsman runs and bowler wickets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dirty="0"/>
              <a:t>Implemented complete ML pipeline: data cleaning, EDA, feature engineering, model training &amp; evaluation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dirty="0" err="1"/>
              <a:t>XGBoost</a:t>
            </a:r>
            <a:r>
              <a:rPr lang="en-US" dirty="0"/>
              <a:t> selected for batsman prediction and Random Forest for bowler prediction based on performance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dirty="0"/>
              <a:t>Integrated trained models into an interactive </a:t>
            </a:r>
            <a:r>
              <a:rPr lang="en-US" dirty="0" err="1"/>
              <a:t>Streamlit</a:t>
            </a:r>
            <a:r>
              <a:rPr lang="en-US" dirty="0"/>
              <a:t> dashboard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dirty="0"/>
              <a:t>System delivers fast, accurate, and explainable predictions using SHAP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dirty="0"/>
              <a:t>Supports data-driven decision making in IPL analytics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502373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63_win32_LW_V7.potx" id="{B4376E67-A46A-4922-AE0D-3354FC109E20}" vid="{F49CC2A7-BC98-4F28-8A83-D1D23E8024B9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050606-E255-48B6-AE23-CE03A589EB2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  <ds:schemaRef ds:uri="71af3243-3dd4-4a8d-8c0d-dd76da1f02a5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Business strategy slides</Template>
  <TotalTime>201</TotalTime>
  <Words>418</Words>
  <Application>Microsoft Office PowerPoint</Application>
  <PresentationFormat>Custom</PresentationFormat>
  <Paragraphs>76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Palatino Linotype</vt:lpstr>
      <vt:lpstr>Times New Roman</vt:lpstr>
      <vt:lpstr>Custom</vt:lpstr>
      <vt:lpstr>Cricket Player Performance Prediction System</vt:lpstr>
      <vt:lpstr>The Challenge: Cricket Analysis</vt:lpstr>
      <vt:lpstr>Product overview</vt:lpstr>
      <vt:lpstr>PowerPoint Presentation</vt:lpstr>
      <vt:lpstr>Dataset Overview: The Fuel for Our Models</vt:lpstr>
      <vt:lpstr>Data Refinement &amp; Exploratory Insights</vt:lpstr>
      <vt:lpstr>PowerPoint Presentation</vt:lpstr>
      <vt:lpstr>PowerPoint Presentation</vt:lpstr>
      <vt:lpstr>PowerPoint Presentation</vt:lpstr>
      <vt:lpstr>Interactive Dashboard Features</vt:lpstr>
      <vt:lpstr>PowerPoint Presentation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sinchanak2005@outlook.com</dc:creator>
  <cp:lastModifiedBy>sinchanak2005@outlook.com</cp:lastModifiedBy>
  <cp:revision>1</cp:revision>
  <dcterms:created xsi:type="dcterms:W3CDTF">2026-02-18T13:45:59Z</dcterms:created>
  <dcterms:modified xsi:type="dcterms:W3CDTF">2026-02-18T17:07:17Z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</Properties>
</file>