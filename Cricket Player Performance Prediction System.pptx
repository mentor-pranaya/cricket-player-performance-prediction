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embeddedFontLst>
    <p:embeddedFont>
      <p:font typeface="Quattrocento Sans" charset="-122" pitchFamily="34"/>
      <p:regular r:id="rId21"/>
    </p:embeddedFont>
    <p:embeddedFont>
      <p:font typeface="Liter" charset="-122" pitchFamily="34"/>
      <p:regular r:id="rId22"/>
    </p:embeddedFont>
    <p:embeddedFont>
      <p:font typeface="MiSans" charset="-122" pitchFamily="34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font" Target="fonts/font1.fntdata"/><Relationship Id="rId22" Type="http://schemas.openxmlformats.org/officeDocument/2006/relationships/font" Target="fonts/font2.fntdata"/><Relationship Id="rId23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68ecb59e745cf535c39d57b803e74d6a5763ad06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E3A8A">
                  <a:alpha val="90000"/>
                </a:srgbClr>
              </a:gs>
              <a:gs pos="50000">
                <a:srgbClr val="1E3A8A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728663"/>
            <a:ext cx="2486025" cy="428625"/>
          </a:xfrm>
          <a:custGeom>
            <a:avLst/>
            <a:gdLst/>
            <a:ahLst/>
            <a:cxnLst/>
            <a:rect l="l" t="t" r="r" b="b"/>
            <a:pathLst>
              <a:path w="2486025" h="428625">
                <a:moveTo>
                  <a:pt x="214313" y="0"/>
                </a:moveTo>
                <a:lnTo>
                  <a:pt x="2271713" y="0"/>
                </a:lnTo>
                <a:cubicBezTo>
                  <a:pt x="2389995" y="0"/>
                  <a:pt x="2486025" y="96030"/>
                  <a:pt x="2486025" y="214313"/>
                </a:cubicBezTo>
                <a:lnTo>
                  <a:pt x="2486025" y="214313"/>
                </a:lnTo>
                <a:cubicBezTo>
                  <a:pt x="2486025" y="332595"/>
                  <a:pt x="2389995" y="428625"/>
                  <a:pt x="2271713" y="428625"/>
                </a:cubicBezTo>
                <a:lnTo>
                  <a:pt x="214313" y="428625"/>
                </a:lnTo>
                <a:cubicBezTo>
                  <a:pt x="96030" y="428625"/>
                  <a:pt x="0" y="332595"/>
                  <a:pt x="0" y="214313"/>
                </a:cubicBezTo>
                <a:lnTo>
                  <a:pt x="0" y="214313"/>
                </a:lnTo>
                <a:cubicBezTo>
                  <a:pt x="0" y="96030"/>
                  <a:pt x="96030" y="0"/>
                  <a:pt x="21431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81025" y="84772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" name="Text 3"/>
          <p:cNvSpPr/>
          <p:nvPr/>
        </p:nvSpPr>
        <p:spPr>
          <a:xfrm>
            <a:off x="933450" y="828675"/>
            <a:ext cx="1819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30" kern="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 Project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695450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Cricket Player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Prediction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3714750"/>
            <a:ext cx="7429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Predicting IPL Batsman Runs &amp; Bowler Wickets using Machine Learning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5763" y="4471988"/>
            <a:ext cx="1714500" cy="466725"/>
          </a:xfrm>
          <a:custGeom>
            <a:avLst/>
            <a:gdLst/>
            <a:ahLst/>
            <a:cxnLst/>
            <a:rect l="l" t="t" r="r" b="b"/>
            <a:pathLst>
              <a:path w="1714500" h="466725">
                <a:moveTo>
                  <a:pt x="76202" y="0"/>
                </a:moveTo>
                <a:lnTo>
                  <a:pt x="1638298" y="0"/>
                </a:lnTo>
                <a:cubicBezTo>
                  <a:pt x="1680383" y="0"/>
                  <a:pt x="1714500" y="34117"/>
                  <a:pt x="1714500" y="76202"/>
                </a:cubicBezTo>
                <a:lnTo>
                  <a:pt x="1714500" y="390523"/>
                </a:lnTo>
                <a:cubicBezTo>
                  <a:pt x="1714500" y="432608"/>
                  <a:pt x="1680383" y="466725"/>
                  <a:pt x="1638298" y="466725"/>
                </a:cubicBezTo>
                <a:lnTo>
                  <a:pt x="76202" y="466725"/>
                </a:lnTo>
                <a:cubicBezTo>
                  <a:pt x="34117" y="466725"/>
                  <a:pt x="0" y="432608"/>
                  <a:pt x="0" y="390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15553" y="46196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75009" y="-10716"/>
                </a:moveTo>
                <a:cubicBezTo>
                  <a:pt x="77353" y="-10716"/>
                  <a:pt x="79597" y="-9678"/>
                  <a:pt x="81137" y="-7869"/>
                </a:cubicBezTo>
                <a:lnTo>
                  <a:pt x="126679" y="45709"/>
                </a:lnTo>
                <a:cubicBezTo>
                  <a:pt x="128721" y="48086"/>
                  <a:pt x="129157" y="51435"/>
                  <a:pt x="127851" y="54281"/>
                </a:cubicBezTo>
                <a:cubicBezTo>
                  <a:pt x="126545" y="57128"/>
                  <a:pt x="123698" y="58936"/>
                  <a:pt x="120551" y="58936"/>
                </a:cubicBezTo>
                <a:lnTo>
                  <a:pt x="112213" y="58936"/>
                </a:lnTo>
                <a:lnTo>
                  <a:pt x="137394" y="88571"/>
                </a:lnTo>
                <a:cubicBezTo>
                  <a:pt x="139437" y="90949"/>
                  <a:pt x="139872" y="94298"/>
                  <a:pt x="138566" y="97144"/>
                </a:cubicBezTo>
                <a:cubicBezTo>
                  <a:pt x="137260" y="99990"/>
                  <a:pt x="134414" y="101798"/>
                  <a:pt x="131266" y="101798"/>
                </a:cubicBezTo>
                <a:lnTo>
                  <a:pt x="118374" y="101798"/>
                </a:lnTo>
                <a:lnTo>
                  <a:pt x="148110" y="136792"/>
                </a:lnTo>
                <a:cubicBezTo>
                  <a:pt x="150153" y="139169"/>
                  <a:pt x="150588" y="142518"/>
                  <a:pt x="149282" y="145364"/>
                </a:cubicBezTo>
                <a:cubicBezTo>
                  <a:pt x="147976" y="148210"/>
                  <a:pt x="145130" y="150019"/>
                  <a:pt x="141982" y="150019"/>
                </a:cubicBezTo>
                <a:lnTo>
                  <a:pt x="85725" y="150019"/>
                </a:lnTo>
                <a:lnTo>
                  <a:pt x="85725" y="171450"/>
                </a:lnTo>
                <a:cubicBezTo>
                  <a:pt x="85725" y="177377"/>
                  <a:pt x="80936" y="182166"/>
                  <a:pt x="75009" y="182166"/>
                </a:cubicBezTo>
                <a:cubicBezTo>
                  <a:pt x="69082" y="182166"/>
                  <a:pt x="64294" y="177377"/>
                  <a:pt x="64294" y="171450"/>
                </a:cubicBezTo>
                <a:lnTo>
                  <a:pt x="64294" y="150019"/>
                </a:lnTo>
                <a:lnTo>
                  <a:pt x="8037" y="150019"/>
                </a:lnTo>
                <a:cubicBezTo>
                  <a:pt x="4889" y="150019"/>
                  <a:pt x="2043" y="148210"/>
                  <a:pt x="737" y="145364"/>
                </a:cubicBezTo>
                <a:cubicBezTo>
                  <a:pt x="-569" y="142518"/>
                  <a:pt x="-134" y="139169"/>
                  <a:pt x="1909" y="136792"/>
                </a:cubicBezTo>
                <a:lnTo>
                  <a:pt x="31645" y="101798"/>
                </a:lnTo>
                <a:lnTo>
                  <a:pt x="18752" y="101798"/>
                </a:lnTo>
                <a:cubicBezTo>
                  <a:pt x="15605" y="101798"/>
                  <a:pt x="12758" y="99990"/>
                  <a:pt x="11452" y="97144"/>
                </a:cubicBezTo>
                <a:cubicBezTo>
                  <a:pt x="10146" y="94298"/>
                  <a:pt x="10582" y="90949"/>
                  <a:pt x="12624" y="88571"/>
                </a:cubicBezTo>
                <a:lnTo>
                  <a:pt x="37806" y="58936"/>
                </a:lnTo>
                <a:lnTo>
                  <a:pt x="29468" y="58936"/>
                </a:lnTo>
                <a:cubicBezTo>
                  <a:pt x="26320" y="58936"/>
                  <a:pt x="23474" y="57128"/>
                  <a:pt x="22168" y="54281"/>
                </a:cubicBezTo>
                <a:cubicBezTo>
                  <a:pt x="20862" y="51435"/>
                  <a:pt x="21297" y="48086"/>
                  <a:pt x="23340" y="45709"/>
                </a:cubicBezTo>
                <a:lnTo>
                  <a:pt x="68881" y="-7869"/>
                </a:lnTo>
                <a:cubicBezTo>
                  <a:pt x="70422" y="-9678"/>
                  <a:pt x="72665" y="-10716"/>
                  <a:pt x="75009" y="-10716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1" name="Text 8"/>
          <p:cNvSpPr/>
          <p:nvPr/>
        </p:nvSpPr>
        <p:spPr>
          <a:xfrm>
            <a:off x="909638" y="4591050"/>
            <a:ext cx="1076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340918" y="4471988"/>
            <a:ext cx="1295400" cy="466725"/>
          </a:xfrm>
          <a:custGeom>
            <a:avLst/>
            <a:gdLst/>
            <a:ahLst/>
            <a:cxnLst/>
            <a:rect l="l" t="t" r="r" b="b"/>
            <a:pathLst>
              <a:path w="1295400" h="466725">
                <a:moveTo>
                  <a:pt x="76202" y="0"/>
                </a:moveTo>
                <a:lnTo>
                  <a:pt x="1219198" y="0"/>
                </a:lnTo>
                <a:cubicBezTo>
                  <a:pt x="1261283" y="0"/>
                  <a:pt x="1295400" y="34117"/>
                  <a:pt x="1295400" y="76202"/>
                </a:cubicBezTo>
                <a:lnTo>
                  <a:pt x="1295400" y="390523"/>
                </a:lnTo>
                <a:cubicBezTo>
                  <a:pt x="1295400" y="432608"/>
                  <a:pt x="1261283" y="466725"/>
                  <a:pt x="1219198" y="466725"/>
                </a:cubicBezTo>
                <a:lnTo>
                  <a:pt x="76202" y="466725"/>
                </a:lnTo>
                <a:cubicBezTo>
                  <a:pt x="34117" y="466725"/>
                  <a:pt x="0" y="432608"/>
                  <a:pt x="0" y="390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70708" y="46196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13452" y="-3315"/>
                </a:moveTo>
                <a:cubicBezTo>
                  <a:pt x="117437" y="-435"/>
                  <a:pt x="118910" y="4789"/>
                  <a:pt x="117102" y="9343"/>
                </a:cubicBezTo>
                <a:lnTo>
                  <a:pt x="90848" y="75009"/>
                </a:lnTo>
                <a:lnTo>
                  <a:pt x="139303" y="75009"/>
                </a:lnTo>
                <a:cubicBezTo>
                  <a:pt x="143824" y="75009"/>
                  <a:pt x="147842" y="77822"/>
                  <a:pt x="149383" y="82075"/>
                </a:cubicBezTo>
                <a:cubicBezTo>
                  <a:pt x="150923" y="86328"/>
                  <a:pt x="149617" y="91083"/>
                  <a:pt x="146168" y="93963"/>
                </a:cubicBezTo>
                <a:lnTo>
                  <a:pt x="49727" y="174330"/>
                </a:lnTo>
                <a:cubicBezTo>
                  <a:pt x="45943" y="177478"/>
                  <a:pt x="40552" y="177645"/>
                  <a:pt x="36567" y="174765"/>
                </a:cubicBezTo>
                <a:cubicBezTo>
                  <a:pt x="32582" y="171885"/>
                  <a:pt x="31109" y="166661"/>
                  <a:pt x="32917" y="162107"/>
                </a:cubicBezTo>
                <a:lnTo>
                  <a:pt x="59170" y="96441"/>
                </a:lnTo>
                <a:lnTo>
                  <a:pt x="10716" y="96441"/>
                </a:lnTo>
                <a:cubicBezTo>
                  <a:pt x="6195" y="96441"/>
                  <a:pt x="2177" y="93628"/>
                  <a:pt x="636" y="89375"/>
                </a:cubicBezTo>
                <a:cubicBezTo>
                  <a:pt x="-904" y="85122"/>
                  <a:pt x="402" y="80367"/>
                  <a:pt x="3851" y="77487"/>
                </a:cubicBezTo>
                <a:lnTo>
                  <a:pt x="100292" y="-2880"/>
                </a:lnTo>
                <a:cubicBezTo>
                  <a:pt x="104076" y="-6028"/>
                  <a:pt x="109467" y="-6195"/>
                  <a:pt x="113452" y="-3315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4" name="Text 11"/>
          <p:cNvSpPr/>
          <p:nvPr/>
        </p:nvSpPr>
        <p:spPr>
          <a:xfrm>
            <a:off x="2864793" y="4591050"/>
            <a:ext cx="647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XGBoost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870275" y="4471988"/>
            <a:ext cx="1085850" cy="466725"/>
          </a:xfrm>
          <a:custGeom>
            <a:avLst/>
            <a:gdLst/>
            <a:ahLst/>
            <a:cxnLst/>
            <a:rect l="l" t="t" r="r" b="b"/>
            <a:pathLst>
              <a:path w="1085850" h="466725">
                <a:moveTo>
                  <a:pt x="76202" y="0"/>
                </a:moveTo>
                <a:lnTo>
                  <a:pt x="1009648" y="0"/>
                </a:lnTo>
                <a:cubicBezTo>
                  <a:pt x="1051733" y="0"/>
                  <a:pt x="1085850" y="34117"/>
                  <a:pt x="1085850" y="76202"/>
                </a:cubicBezTo>
                <a:lnTo>
                  <a:pt x="1085850" y="390523"/>
                </a:lnTo>
                <a:cubicBezTo>
                  <a:pt x="1085850" y="432608"/>
                  <a:pt x="1051733" y="466725"/>
                  <a:pt x="1009648" y="466725"/>
                </a:cubicBezTo>
                <a:lnTo>
                  <a:pt x="76202" y="466725"/>
                </a:lnTo>
                <a:cubicBezTo>
                  <a:pt x="34117" y="466725"/>
                  <a:pt x="0" y="432608"/>
                  <a:pt x="0" y="390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089350" y="46196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0184" y="18752"/>
                </a:moveTo>
                <a:cubicBezTo>
                  <a:pt x="40184" y="8405"/>
                  <a:pt x="48589" y="0"/>
                  <a:pt x="58936" y="0"/>
                </a:cubicBezTo>
                <a:lnTo>
                  <a:pt x="66973" y="0"/>
                </a:lnTo>
                <a:cubicBezTo>
                  <a:pt x="72900" y="0"/>
                  <a:pt x="77688" y="4789"/>
                  <a:pt x="77688" y="10716"/>
                </a:cubicBezTo>
                <a:lnTo>
                  <a:pt x="77688" y="160734"/>
                </a:lnTo>
                <a:cubicBezTo>
                  <a:pt x="77688" y="166661"/>
                  <a:pt x="72900" y="171450"/>
                  <a:pt x="66973" y="171450"/>
                </a:cubicBezTo>
                <a:lnTo>
                  <a:pt x="56257" y="171450"/>
                </a:lnTo>
                <a:cubicBezTo>
                  <a:pt x="46278" y="171450"/>
                  <a:pt x="37873" y="164619"/>
                  <a:pt x="35496" y="155377"/>
                </a:cubicBezTo>
                <a:cubicBezTo>
                  <a:pt x="35261" y="155377"/>
                  <a:pt x="35060" y="155377"/>
                  <a:pt x="34826" y="155377"/>
                </a:cubicBezTo>
                <a:cubicBezTo>
                  <a:pt x="20025" y="155377"/>
                  <a:pt x="8037" y="143388"/>
                  <a:pt x="8037" y="128588"/>
                </a:cubicBezTo>
                <a:cubicBezTo>
                  <a:pt x="8037" y="122560"/>
                  <a:pt x="10046" y="117001"/>
                  <a:pt x="13395" y="112514"/>
                </a:cubicBezTo>
                <a:cubicBezTo>
                  <a:pt x="6898" y="107625"/>
                  <a:pt x="2679" y="99856"/>
                  <a:pt x="2679" y="91083"/>
                </a:cubicBezTo>
                <a:cubicBezTo>
                  <a:pt x="2679" y="80736"/>
                  <a:pt x="8573" y="71728"/>
                  <a:pt x="17145" y="67274"/>
                </a:cubicBezTo>
                <a:cubicBezTo>
                  <a:pt x="14767" y="63256"/>
                  <a:pt x="13395" y="58568"/>
                  <a:pt x="13395" y="53578"/>
                </a:cubicBezTo>
                <a:cubicBezTo>
                  <a:pt x="13395" y="38777"/>
                  <a:pt x="25383" y="26789"/>
                  <a:pt x="40184" y="26789"/>
                </a:cubicBezTo>
                <a:lnTo>
                  <a:pt x="40184" y="18752"/>
                </a:lnTo>
                <a:close/>
                <a:moveTo>
                  <a:pt x="131266" y="18752"/>
                </a:moveTo>
                <a:lnTo>
                  <a:pt x="131266" y="26789"/>
                </a:lnTo>
                <a:cubicBezTo>
                  <a:pt x="146067" y="26789"/>
                  <a:pt x="158055" y="38777"/>
                  <a:pt x="158055" y="53578"/>
                </a:cubicBezTo>
                <a:cubicBezTo>
                  <a:pt x="158055" y="58601"/>
                  <a:pt x="156683" y="63289"/>
                  <a:pt x="154305" y="67274"/>
                </a:cubicBezTo>
                <a:cubicBezTo>
                  <a:pt x="162911" y="71728"/>
                  <a:pt x="168771" y="80702"/>
                  <a:pt x="168771" y="91083"/>
                </a:cubicBezTo>
                <a:cubicBezTo>
                  <a:pt x="168771" y="99856"/>
                  <a:pt x="164552" y="107625"/>
                  <a:pt x="158055" y="112514"/>
                </a:cubicBezTo>
                <a:cubicBezTo>
                  <a:pt x="161404" y="117001"/>
                  <a:pt x="163413" y="122560"/>
                  <a:pt x="163413" y="128588"/>
                </a:cubicBezTo>
                <a:cubicBezTo>
                  <a:pt x="163413" y="143388"/>
                  <a:pt x="151425" y="155377"/>
                  <a:pt x="136624" y="155377"/>
                </a:cubicBezTo>
                <a:cubicBezTo>
                  <a:pt x="136390" y="155377"/>
                  <a:pt x="136189" y="155377"/>
                  <a:pt x="135954" y="155377"/>
                </a:cubicBezTo>
                <a:cubicBezTo>
                  <a:pt x="133577" y="164619"/>
                  <a:pt x="125172" y="171450"/>
                  <a:pt x="115193" y="171450"/>
                </a:cubicBezTo>
                <a:lnTo>
                  <a:pt x="104477" y="171450"/>
                </a:lnTo>
                <a:cubicBezTo>
                  <a:pt x="98550" y="171450"/>
                  <a:pt x="93762" y="166661"/>
                  <a:pt x="93762" y="160734"/>
                </a:cubicBezTo>
                <a:lnTo>
                  <a:pt x="93762" y="10716"/>
                </a:lnTo>
                <a:cubicBezTo>
                  <a:pt x="93762" y="4789"/>
                  <a:pt x="98550" y="0"/>
                  <a:pt x="104477" y="0"/>
                </a:cubicBezTo>
                <a:lnTo>
                  <a:pt x="112514" y="0"/>
                </a:lnTo>
                <a:cubicBezTo>
                  <a:pt x="122861" y="0"/>
                  <a:pt x="131266" y="8405"/>
                  <a:pt x="131266" y="18752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4394150" y="4591050"/>
            <a:ext cx="447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SHAP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197376" y="4471988"/>
            <a:ext cx="1304925" cy="466725"/>
          </a:xfrm>
          <a:custGeom>
            <a:avLst/>
            <a:gdLst/>
            <a:ahLst/>
            <a:cxnLst/>
            <a:rect l="l" t="t" r="r" b="b"/>
            <a:pathLst>
              <a:path w="1304925" h="466725">
                <a:moveTo>
                  <a:pt x="76202" y="0"/>
                </a:moveTo>
                <a:lnTo>
                  <a:pt x="1228723" y="0"/>
                </a:lnTo>
                <a:cubicBezTo>
                  <a:pt x="1270808" y="0"/>
                  <a:pt x="1304925" y="34117"/>
                  <a:pt x="1304925" y="76202"/>
                </a:cubicBezTo>
                <a:lnTo>
                  <a:pt x="1304925" y="390523"/>
                </a:lnTo>
                <a:cubicBezTo>
                  <a:pt x="1304925" y="432608"/>
                  <a:pt x="1270808" y="466725"/>
                  <a:pt x="1228723" y="466725"/>
                </a:cubicBezTo>
                <a:lnTo>
                  <a:pt x="76202" y="466725"/>
                </a:lnTo>
                <a:cubicBezTo>
                  <a:pt x="34117" y="466725"/>
                  <a:pt x="0" y="432608"/>
                  <a:pt x="0" y="3905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416451" y="46196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10716"/>
                </a:moveTo>
                <a:cubicBezTo>
                  <a:pt x="9611" y="10716"/>
                  <a:pt x="0" y="20326"/>
                  <a:pt x="0" y="32147"/>
                </a:cubicBezTo>
                <a:lnTo>
                  <a:pt x="0" y="117872"/>
                </a:lnTo>
                <a:cubicBezTo>
                  <a:pt x="0" y="129693"/>
                  <a:pt x="9611" y="139303"/>
                  <a:pt x="21431" y="139303"/>
                </a:cubicBezTo>
                <a:lnTo>
                  <a:pt x="69652" y="139303"/>
                </a:lnTo>
                <a:lnTo>
                  <a:pt x="64294" y="155377"/>
                </a:lnTo>
                <a:lnTo>
                  <a:pt x="40184" y="155377"/>
                </a:lnTo>
                <a:cubicBezTo>
                  <a:pt x="35730" y="155377"/>
                  <a:pt x="32147" y="158960"/>
                  <a:pt x="32147" y="163413"/>
                </a:cubicBezTo>
                <a:cubicBezTo>
                  <a:pt x="32147" y="167867"/>
                  <a:pt x="35730" y="171450"/>
                  <a:pt x="40184" y="171450"/>
                </a:cubicBezTo>
                <a:lnTo>
                  <a:pt x="131266" y="171450"/>
                </a:lnTo>
                <a:cubicBezTo>
                  <a:pt x="135720" y="171450"/>
                  <a:pt x="139303" y="167867"/>
                  <a:pt x="139303" y="163413"/>
                </a:cubicBezTo>
                <a:cubicBezTo>
                  <a:pt x="139303" y="158960"/>
                  <a:pt x="135720" y="155377"/>
                  <a:pt x="131266" y="155377"/>
                </a:cubicBezTo>
                <a:lnTo>
                  <a:pt x="107156" y="155377"/>
                </a:lnTo>
                <a:lnTo>
                  <a:pt x="101798" y="139303"/>
                </a:lnTo>
                <a:lnTo>
                  <a:pt x="150019" y="139303"/>
                </a:lnTo>
                <a:cubicBezTo>
                  <a:pt x="161839" y="139303"/>
                  <a:pt x="171450" y="129693"/>
                  <a:pt x="171450" y="117872"/>
                </a:cubicBezTo>
                <a:lnTo>
                  <a:pt x="171450" y="32147"/>
                </a:lnTo>
                <a:cubicBezTo>
                  <a:pt x="171450" y="20326"/>
                  <a:pt x="161839" y="10716"/>
                  <a:pt x="150019" y="10716"/>
                </a:cubicBezTo>
                <a:lnTo>
                  <a:pt x="21431" y="10716"/>
                </a:lnTo>
                <a:close/>
                <a:moveTo>
                  <a:pt x="32147" y="32147"/>
                </a:moveTo>
                <a:lnTo>
                  <a:pt x="139303" y="32147"/>
                </a:lnTo>
                <a:cubicBezTo>
                  <a:pt x="145230" y="32147"/>
                  <a:pt x="150019" y="36935"/>
                  <a:pt x="150019" y="42863"/>
                </a:cubicBezTo>
                <a:lnTo>
                  <a:pt x="150019" y="96441"/>
                </a:lnTo>
                <a:cubicBezTo>
                  <a:pt x="150019" y="102368"/>
                  <a:pt x="145230" y="107156"/>
                  <a:pt x="139303" y="107156"/>
                </a:cubicBezTo>
                <a:lnTo>
                  <a:pt x="32147" y="107156"/>
                </a:lnTo>
                <a:cubicBezTo>
                  <a:pt x="26220" y="107156"/>
                  <a:pt x="21431" y="102368"/>
                  <a:pt x="21431" y="96441"/>
                </a:cubicBezTo>
                <a:lnTo>
                  <a:pt x="21431" y="42863"/>
                </a:lnTo>
                <a:cubicBezTo>
                  <a:pt x="21431" y="36935"/>
                  <a:pt x="26220" y="32147"/>
                  <a:pt x="32147" y="32147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0" name="Text 17"/>
          <p:cNvSpPr/>
          <p:nvPr/>
        </p:nvSpPr>
        <p:spPr>
          <a:xfrm>
            <a:off x="5721251" y="4591050"/>
            <a:ext cx="666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Streamlit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81000" y="567213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381000" y="5905500"/>
            <a:ext cx="1181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Presented by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381000" y="6172200"/>
            <a:ext cx="121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Adi Charan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981777" y="5924550"/>
            <a:ext cx="2828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Type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962727" y="6191250"/>
            <a:ext cx="2847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Internship Project – Data Science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7028" y="438137"/>
            <a:ext cx="404434" cy="404434"/>
          </a:xfrm>
          <a:custGeom>
            <a:avLst/>
            <a:gdLst/>
            <a:ahLst/>
            <a:cxnLst/>
            <a:rect l="l" t="t" r="r" b="b"/>
            <a:pathLst>
              <a:path w="404434" h="404434">
                <a:moveTo>
                  <a:pt x="67407" y="0"/>
                </a:moveTo>
                <a:lnTo>
                  <a:pt x="337027" y="0"/>
                </a:lnTo>
                <a:cubicBezTo>
                  <a:pt x="374230" y="0"/>
                  <a:pt x="404434" y="30204"/>
                  <a:pt x="404434" y="67407"/>
                </a:cubicBezTo>
                <a:lnTo>
                  <a:pt x="404434" y="337027"/>
                </a:lnTo>
                <a:cubicBezTo>
                  <a:pt x="404434" y="374230"/>
                  <a:pt x="374230" y="404434"/>
                  <a:pt x="337027" y="404434"/>
                </a:cubicBezTo>
                <a:lnTo>
                  <a:pt x="67407" y="404434"/>
                </a:lnTo>
                <a:cubicBezTo>
                  <a:pt x="30204" y="404434"/>
                  <a:pt x="0" y="374230"/>
                  <a:pt x="0" y="337027"/>
                </a:cubicBezTo>
                <a:lnTo>
                  <a:pt x="0" y="67407"/>
                </a:lnTo>
                <a:cubicBezTo>
                  <a:pt x="0" y="30204"/>
                  <a:pt x="30204" y="0"/>
                  <a:pt x="67407" y="0"/>
                </a:cubicBez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454988" y="556097"/>
            <a:ext cx="168514" cy="168514"/>
          </a:xfrm>
          <a:custGeom>
            <a:avLst/>
            <a:gdLst/>
            <a:ahLst/>
            <a:cxnLst/>
            <a:rect l="l" t="t" r="r" b="b"/>
            <a:pathLst>
              <a:path w="168514" h="168514">
                <a:moveTo>
                  <a:pt x="84257" y="0"/>
                </a:moveTo>
                <a:cubicBezTo>
                  <a:pt x="89095" y="0"/>
                  <a:pt x="93539" y="2666"/>
                  <a:pt x="95842" y="6912"/>
                </a:cubicBezTo>
                <a:lnTo>
                  <a:pt x="166934" y="138563"/>
                </a:lnTo>
                <a:cubicBezTo>
                  <a:pt x="169140" y="142645"/>
                  <a:pt x="169041" y="147582"/>
                  <a:pt x="166671" y="151564"/>
                </a:cubicBezTo>
                <a:cubicBezTo>
                  <a:pt x="164301" y="155546"/>
                  <a:pt x="159990" y="157982"/>
                  <a:pt x="155349" y="157982"/>
                </a:cubicBezTo>
                <a:lnTo>
                  <a:pt x="13165" y="157982"/>
                </a:lnTo>
                <a:cubicBezTo>
                  <a:pt x="8524" y="157982"/>
                  <a:pt x="4246" y="155546"/>
                  <a:pt x="1843" y="151564"/>
                </a:cubicBezTo>
                <a:cubicBezTo>
                  <a:pt x="-560" y="147582"/>
                  <a:pt x="-625" y="142645"/>
                  <a:pt x="1580" y="138563"/>
                </a:cubicBezTo>
                <a:lnTo>
                  <a:pt x="72672" y="6912"/>
                </a:lnTo>
                <a:cubicBezTo>
                  <a:pt x="74976" y="2666"/>
                  <a:pt x="79419" y="0"/>
                  <a:pt x="84257" y="0"/>
                </a:cubicBezTo>
                <a:close/>
                <a:moveTo>
                  <a:pt x="84257" y="55294"/>
                </a:moveTo>
                <a:cubicBezTo>
                  <a:pt x="79880" y="55294"/>
                  <a:pt x="76358" y="58815"/>
                  <a:pt x="76358" y="63193"/>
                </a:cubicBezTo>
                <a:lnTo>
                  <a:pt x="76358" y="100055"/>
                </a:lnTo>
                <a:cubicBezTo>
                  <a:pt x="76358" y="104433"/>
                  <a:pt x="79880" y="107954"/>
                  <a:pt x="84257" y="107954"/>
                </a:cubicBezTo>
                <a:cubicBezTo>
                  <a:pt x="88635" y="107954"/>
                  <a:pt x="92156" y="104433"/>
                  <a:pt x="92156" y="100055"/>
                </a:cubicBezTo>
                <a:lnTo>
                  <a:pt x="92156" y="63193"/>
                </a:lnTo>
                <a:cubicBezTo>
                  <a:pt x="92156" y="58815"/>
                  <a:pt x="88635" y="55294"/>
                  <a:pt x="84257" y="55294"/>
                </a:cubicBezTo>
                <a:close/>
                <a:moveTo>
                  <a:pt x="93045" y="126386"/>
                </a:moveTo>
                <a:cubicBezTo>
                  <a:pt x="93245" y="123124"/>
                  <a:pt x="91618" y="120020"/>
                  <a:pt x="88822" y="118329"/>
                </a:cubicBezTo>
                <a:cubicBezTo>
                  <a:pt x="86025" y="116637"/>
                  <a:pt x="82522" y="116637"/>
                  <a:pt x="79725" y="118329"/>
                </a:cubicBezTo>
                <a:cubicBezTo>
                  <a:pt x="76929" y="120020"/>
                  <a:pt x="75302" y="123124"/>
                  <a:pt x="75502" y="126386"/>
                </a:cubicBezTo>
                <a:cubicBezTo>
                  <a:pt x="75302" y="129648"/>
                  <a:pt x="76929" y="132751"/>
                  <a:pt x="79725" y="134442"/>
                </a:cubicBezTo>
                <a:cubicBezTo>
                  <a:pt x="82522" y="136134"/>
                  <a:pt x="86025" y="136134"/>
                  <a:pt x="88822" y="134442"/>
                </a:cubicBezTo>
                <a:cubicBezTo>
                  <a:pt x="91618" y="132751"/>
                  <a:pt x="93245" y="129648"/>
                  <a:pt x="93045" y="12638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42571" y="337028"/>
            <a:ext cx="3513520" cy="202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2" spc="53" kern="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the Challenge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2571" y="539245"/>
            <a:ext cx="3648332" cy="404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85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3880" y="1145896"/>
            <a:ext cx="5645225" cy="1760973"/>
          </a:xfrm>
          <a:custGeom>
            <a:avLst/>
            <a:gdLst/>
            <a:ahLst/>
            <a:cxnLst/>
            <a:rect l="l" t="t" r="r" b="b"/>
            <a:pathLst>
              <a:path w="5645225" h="1760973">
                <a:moveTo>
                  <a:pt x="0" y="0"/>
                </a:moveTo>
                <a:lnTo>
                  <a:pt x="5544110" y="0"/>
                </a:lnTo>
                <a:cubicBezTo>
                  <a:pt x="5599954" y="0"/>
                  <a:pt x="5645225" y="45271"/>
                  <a:pt x="5645225" y="101115"/>
                </a:cubicBezTo>
                <a:lnTo>
                  <a:pt x="5645225" y="1659858"/>
                </a:lnTo>
                <a:cubicBezTo>
                  <a:pt x="5645225" y="1715702"/>
                  <a:pt x="5599954" y="1760973"/>
                  <a:pt x="5544110" y="1760973"/>
                </a:cubicBezTo>
                <a:lnTo>
                  <a:pt x="0" y="1760973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E3A8A">
                  <a:alpha val="5000"/>
                </a:srgbClr>
              </a:gs>
              <a:gs pos="100000">
                <a:srgbClr val="3B82F6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7" name="Shape 5"/>
          <p:cNvSpPr/>
          <p:nvPr/>
        </p:nvSpPr>
        <p:spPr>
          <a:xfrm>
            <a:off x="353880" y="1145896"/>
            <a:ext cx="33703" cy="1760973"/>
          </a:xfrm>
          <a:custGeom>
            <a:avLst/>
            <a:gdLst/>
            <a:ahLst/>
            <a:cxnLst/>
            <a:rect l="l" t="t" r="r" b="b"/>
            <a:pathLst>
              <a:path w="33703" h="1760973">
                <a:moveTo>
                  <a:pt x="0" y="0"/>
                </a:moveTo>
                <a:lnTo>
                  <a:pt x="33703" y="0"/>
                </a:lnTo>
                <a:lnTo>
                  <a:pt x="33703" y="1760973"/>
                </a:lnTo>
                <a:lnTo>
                  <a:pt x="0" y="1760973"/>
                </a:lnTo>
                <a:lnTo>
                  <a:pt x="0" y="0"/>
                </a:ln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8" name="Shape 6"/>
          <p:cNvSpPr/>
          <p:nvPr/>
        </p:nvSpPr>
        <p:spPr>
          <a:xfrm>
            <a:off x="572948" y="1348113"/>
            <a:ext cx="471840" cy="471840"/>
          </a:xfrm>
          <a:custGeom>
            <a:avLst/>
            <a:gdLst/>
            <a:ahLst/>
            <a:cxnLst/>
            <a:rect l="l" t="t" r="r" b="b"/>
            <a:pathLst>
              <a:path w="471840" h="471840">
                <a:moveTo>
                  <a:pt x="101111" y="0"/>
                </a:moveTo>
                <a:lnTo>
                  <a:pt x="370729" y="0"/>
                </a:lnTo>
                <a:cubicBezTo>
                  <a:pt x="426534" y="0"/>
                  <a:pt x="471840" y="45306"/>
                  <a:pt x="471840" y="101111"/>
                </a:cubicBezTo>
                <a:lnTo>
                  <a:pt x="471840" y="370729"/>
                </a:lnTo>
                <a:cubicBezTo>
                  <a:pt x="471840" y="426534"/>
                  <a:pt x="426534" y="471840"/>
                  <a:pt x="370729" y="471840"/>
                </a:cubicBezTo>
                <a:lnTo>
                  <a:pt x="101111" y="471840"/>
                </a:lnTo>
                <a:cubicBezTo>
                  <a:pt x="45306" y="471840"/>
                  <a:pt x="0" y="426534"/>
                  <a:pt x="0" y="370729"/>
                </a:cubicBezTo>
                <a:lnTo>
                  <a:pt x="0" y="101111"/>
                </a:lnTo>
                <a:cubicBezTo>
                  <a:pt x="0" y="45306"/>
                  <a:pt x="45306" y="0"/>
                  <a:pt x="101111" y="0"/>
                </a:cubicBez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9" name="Shape 7"/>
          <p:cNvSpPr/>
          <p:nvPr/>
        </p:nvSpPr>
        <p:spPr>
          <a:xfrm>
            <a:off x="707760" y="1482925"/>
            <a:ext cx="202217" cy="202217"/>
          </a:xfrm>
          <a:custGeom>
            <a:avLst/>
            <a:gdLst/>
            <a:ahLst/>
            <a:cxnLst/>
            <a:rect l="l" t="t" r="r" b="b"/>
            <a:pathLst>
              <a:path w="202217" h="202217">
                <a:moveTo>
                  <a:pt x="88470" y="0"/>
                </a:moveTo>
                <a:cubicBezTo>
                  <a:pt x="102412" y="0"/>
                  <a:pt x="113747" y="8492"/>
                  <a:pt x="113747" y="18958"/>
                </a:cubicBezTo>
                <a:cubicBezTo>
                  <a:pt x="113747" y="23065"/>
                  <a:pt x="112009" y="26857"/>
                  <a:pt x="109008" y="29977"/>
                </a:cubicBezTo>
                <a:cubicBezTo>
                  <a:pt x="106401" y="32702"/>
                  <a:pt x="104268" y="36020"/>
                  <a:pt x="104268" y="39811"/>
                </a:cubicBezTo>
                <a:cubicBezTo>
                  <a:pt x="104268" y="45736"/>
                  <a:pt x="109087" y="50554"/>
                  <a:pt x="115011" y="50554"/>
                </a:cubicBezTo>
                <a:lnTo>
                  <a:pt x="132705" y="50554"/>
                </a:lnTo>
                <a:cubicBezTo>
                  <a:pt x="143171" y="50554"/>
                  <a:pt x="151663" y="59046"/>
                  <a:pt x="151663" y="69512"/>
                </a:cubicBezTo>
                <a:lnTo>
                  <a:pt x="151663" y="87206"/>
                </a:lnTo>
                <a:cubicBezTo>
                  <a:pt x="151663" y="93130"/>
                  <a:pt x="156481" y="97949"/>
                  <a:pt x="162406" y="97949"/>
                </a:cubicBezTo>
                <a:cubicBezTo>
                  <a:pt x="166158" y="97949"/>
                  <a:pt x="169515" y="95816"/>
                  <a:pt x="172240" y="93209"/>
                </a:cubicBezTo>
                <a:cubicBezTo>
                  <a:pt x="175360" y="90247"/>
                  <a:pt x="179152" y="88470"/>
                  <a:pt x="183259" y="88470"/>
                </a:cubicBezTo>
                <a:cubicBezTo>
                  <a:pt x="193725" y="88470"/>
                  <a:pt x="202217" y="99805"/>
                  <a:pt x="202217" y="113747"/>
                </a:cubicBezTo>
                <a:cubicBezTo>
                  <a:pt x="202217" y="127689"/>
                  <a:pt x="193725" y="139024"/>
                  <a:pt x="183259" y="139024"/>
                </a:cubicBezTo>
                <a:cubicBezTo>
                  <a:pt x="179152" y="139024"/>
                  <a:pt x="175321" y="137286"/>
                  <a:pt x="172240" y="134285"/>
                </a:cubicBezTo>
                <a:cubicBezTo>
                  <a:pt x="169515" y="131678"/>
                  <a:pt x="166197" y="129545"/>
                  <a:pt x="162406" y="129545"/>
                </a:cubicBezTo>
                <a:cubicBezTo>
                  <a:pt x="156481" y="129545"/>
                  <a:pt x="151663" y="134364"/>
                  <a:pt x="151663" y="140288"/>
                </a:cubicBezTo>
                <a:lnTo>
                  <a:pt x="151663" y="183259"/>
                </a:lnTo>
                <a:cubicBezTo>
                  <a:pt x="151663" y="193725"/>
                  <a:pt x="143171" y="202217"/>
                  <a:pt x="132705" y="202217"/>
                </a:cubicBezTo>
                <a:lnTo>
                  <a:pt x="110271" y="202217"/>
                </a:lnTo>
                <a:cubicBezTo>
                  <a:pt x="105216" y="202217"/>
                  <a:pt x="101109" y="198109"/>
                  <a:pt x="101109" y="193054"/>
                </a:cubicBezTo>
                <a:cubicBezTo>
                  <a:pt x="101109" y="189420"/>
                  <a:pt x="103399" y="186221"/>
                  <a:pt x="106322" y="184049"/>
                </a:cubicBezTo>
                <a:cubicBezTo>
                  <a:pt x="110903" y="180613"/>
                  <a:pt x="113747" y="175873"/>
                  <a:pt x="113747" y="170621"/>
                </a:cubicBezTo>
                <a:cubicBezTo>
                  <a:pt x="113747" y="160154"/>
                  <a:pt x="102412" y="151663"/>
                  <a:pt x="88470" y="151663"/>
                </a:cubicBezTo>
                <a:cubicBezTo>
                  <a:pt x="74528" y="151663"/>
                  <a:pt x="63193" y="160154"/>
                  <a:pt x="63193" y="170621"/>
                </a:cubicBezTo>
                <a:cubicBezTo>
                  <a:pt x="63193" y="175873"/>
                  <a:pt x="66036" y="180613"/>
                  <a:pt x="70618" y="184049"/>
                </a:cubicBezTo>
                <a:cubicBezTo>
                  <a:pt x="73541" y="186221"/>
                  <a:pt x="75831" y="189381"/>
                  <a:pt x="75831" y="193054"/>
                </a:cubicBezTo>
                <a:cubicBezTo>
                  <a:pt x="75831" y="198109"/>
                  <a:pt x="71724" y="202217"/>
                  <a:pt x="66668" y="202217"/>
                </a:cubicBezTo>
                <a:lnTo>
                  <a:pt x="18958" y="202217"/>
                </a:lnTo>
                <a:cubicBezTo>
                  <a:pt x="8492" y="202217"/>
                  <a:pt x="0" y="193725"/>
                  <a:pt x="0" y="183259"/>
                </a:cubicBezTo>
                <a:lnTo>
                  <a:pt x="0" y="135549"/>
                </a:lnTo>
                <a:cubicBezTo>
                  <a:pt x="0" y="130493"/>
                  <a:pt x="4108" y="126386"/>
                  <a:pt x="9163" y="126386"/>
                </a:cubicBezTo>
                <a:cubicBezTo>
                  <a:pt x="12797" y="126386"/>
                  <a:pt x="15996" y="128676"/>
                  <a:pt x="18168" y="131599"/>
                </a:cubicBezTo>
                <a:cubicBezTo>
                  <a:pt x="21604" y="136181"/>
                  <a:pt x="26344" y="139024"/>
                  <a:pt x="31596" y="139024"/>
                </a:cubicBezTo>
                <a:cubicBezTo>
                  <a:pt x="42063" y="139024"/>
                  <a:pt x="50554" y="127689"/>
                  <a:pt x="50554" y="113747"/>
                </a:cubicBezTo>
                <a:cubicBezTo>
                  <a:pt x="50554" y="99805"/>
                  <a:pt x="42063" y="88470"/>
                  <a:pt x="31596" y="88470"/>
                </a:cubicBezTo>
                <a:cubicBezTo>
                  <a:pt x="26344" y="88470"/>
                  <a:pt x="21604" y="91314"/>
                  <a:pt x="18168" y="95895"/>
                </a:cubicBezTo>
                <a:cubicBezTo>
                  <a:pt x="15996" y="98818"/>
                  <a:pt x="12836" y="101109"/>
                  <a:pt x="9163" y="101109"/>
                </a:cubicBezTo>
                <a:cubicBezTo>
                  <a:pt x="4108" y="101109"/>
                  <a:pt x="0" y="97001"/>
                  <a:pt x="0" y="91946"/>
                </a:cubicBezTo>
                <a:lnTo>
                  <a:pt x="0" y="69512"/>
                </a:lnTo>
                <a:cubicBezTo>
                  <a:pt x="0" y="59046"/>
                  <a:pt x="8492" y="50554"/>
                  <a:pt x="18958" y="50554"/>
                </a:cubicBezTo>
                <a:lnTo>
                  <a:pt x="61929" y="50554"/>
                </a:lnTo>
                <a:cubicBezTo>
                  <a:pt x="67853" y="50554"/>
                  <a:pt x="72672" y="45736"/>
                  <a:pt x="72672" y="39811"/>
                </a:cubicBezTo>
                <a:cubicBezTo>
                  <a:pt x="72672" y="36059"/>
                  <a:pt x="70539" y="32702"/>
                  <a:pt x="67932" y="29977"/>
                </a:cubicBezTo>
                <a:cubicBezTo>
                  <a:pt x="64970" y="26857"/>
                  <a:pt x="63193" y="23065"/>
                  <a:pt x="63193" y="18958"/>
                </a:cubicBezTo>
                <a:cubicBezTo>
                  <a:pt x="63193" y="8492"/>
                  <a:pt x="74528" y="0"/>
                  <a:pt x="8847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179599" y="1348113"/>
            <a:ext cx="4718397" cy="26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2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Complex Prediction Problem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79599" y="1718845"/>
            <a:ext cx="4693120" cy="985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4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Cricket performance prediction is inherently complex due to multiple variables: pitch conditions, weather, player form, opposition strength, and match context. Traditional methods struggle to capture these interdependencies.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4355" y="1145896"/>
            <a:ext cx="5645225" cy="1760973"/>
          </a:xfrm>
          <a:custGeom>
            <a:avLst/>
            <a:gdLst/>
            <a:ahLst/>
            <a:cxnLst/>
            <a:rect l="l" t="t" r="r" b="b"/>
            <a:pathLst>
              <a:path w="5645225" h="1760973">
                <a:moveTo>
                  <a:pt x="0" y="0"/>
                </a:moveTo>
                <a:lnTo>
                  <a:pt x="5544110" y="0"/>
                </a:lnTo>
                <a:cubicBezTo>
                  <a:pt x="5599954" y="0"/>
                  <a:pt x="5645225" y="45271"/>
                  <a:pt x="5645225" y="101115"/>
                </a:cubicBezTo>
                <a:lnTo>
                  <a:pt x="5645225" y="1659858"/>
                </a:lnTo>
                <a:cubicBezTo>
                  <a:pt x="5645225" y="1715702"/>
                  <a:pt x="5599954" y="1760973"/>
                  <a:pt x="5544110" y="1760973"/>
                </a:cubicBezTo>
                <a:lnTo>
                  <a:pt x="0" y="1760973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8B0000">
                  <a:alpha val="5000"/>
                </a:srgbClr>
              </a:gs>
              <a:gs pos="100000">
                <a:srgbClr val="8B0000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6214355" y="1145896"/>
            <a:ext cx="33703" cy="1760973"/>
          </a:xfrm>
          <a:custGeom>
            <a:avLst/>
            <a:gdLst/>
            <a:ahLst/>
            <a:cxnLst/>
            <a:rect l="l" t="t" r="r" b="b"/>
            <a:pathLst>
              <a:path w="33703" h="1760973">
                <a:moveTo>
                  <a:pt x="0" y="0"/>
                </a:moveTo>
                <a:lnTo>
                  <a:pt x="33703" y="0"/>
                </a:lnTo>
                <a:lnTo>
                  <a:pt x="33703" y="1760973"/>
                </a:lnTo>
                <a:lnTo>
                  <a:pt x="0" y="1760973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4" name="Shape 12"/>
          <p:cNvSpPr/>
          <p:nvPr/>
        </p:nvSpPr>
        <p:spPr>
          <a:xfrm>
            <a:off x="6433423" y="1348113"/>
            <a:ext cx="471840" cy="471840"/>
          </a:xfrm>
          <a:custGeom>
            <a:avLst/>
            <a:gdLst/>
            <a:ahLst/>
            <a:cxnLst/>
            <a:rect l="l" t="t" r="r" b="b"/>
            <a:pathLst>
              <a:path w="471840" h="471840">
                <a:moveTo>
                  <a:pt x="101111" y="0"/>
                </a:moveTo>
                <a:lnTo>
                  <a:pt x="370729" y="0"/>
                </a:lnTo>
                <a:cubicBezTo>
                  <a:pt x="426534" y="0"/>
                  <a:pt x="471840" y="45306"/>
                  <a:pt x="471840" y="101111"/>
                </a:cubicBezTo>
                <a:lnTo>
                  <a:pt x="471840" y="370729"/>
                </a:lnTo>
                <a:cubicBezTo>
                  <a:pt x="471840" y="426534"/>
                  <a:pt x="426534" y="471840"/>
                  <a:pt x="370729" y="471840"/>
                </a:cubicBezTo>
                <a:lnTo>
                  <a:pt x="101111" y="471840"/>
                </a:lnTo>
                <a:cubicBezTo>
                  <a:pt x="45306" y="471840"/>
                  <a:pt x="0" y="426534"/>
                  <a:pt x="0" y="370729"/>
                </a:cubicBezTo>
                <a:lnTo>
                  <a:pt x="0" y="101111"/>
                </a:lnTo>
                <a:cubicBezTo>
                  <a:pt x="0" y="45306"/>
                  <a:pt x="45306" y="0"/>
                  <a:pt x="101111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6555596" y="1482925"/>
            <a:ext cx="227494" cy="202217"/>
          </a:xfrm>
          <a:custGeom>
            <a:avLst/>
            <a:gdLst/>
            <a:ahLst/>
            <a:cxnLst/>
            <a:rect l="l" t="t" r="r" b="b"/>
            <a:pathLst>
              <a:path w="227494" h="202217">
                <a:moveTo>
                  <a:pt x="16193" y="-9834"/>
                </a:moveTo>
                <a:cubicBezTo>
                  <a:pt x="12481" y="-13547"/>
                  <a:pt x="6477" y="-13547"/>
                  <a:pt x="2804" y="-9834"/>
                </a:cubicBezTo>
                <a:cubicBezTo>
                  <a:pt x="-869" y="-6122"/>
                  <a:pt x="-908" y="-118"/>
                  <a:pt x="2765" y="3594"/>
                </a:cubicBezTo>
                <a:lnTo>
                  <a:pt x="211301" y="212130"/>
                </a:lnTo>
                <a:cubicBezTo>
                  <a:pt x="215014" y="215843"/>
                  <a:pt x="221017" y="215843"/>
                  <a:pt x="224690" y="212130"/>
                </a:cubicBezTo>
                <a:cubicBezTo>
                  <a:pt x="228363" y="208418"/>
                  <a:pt x="228403" y="202414"/>
                  <a:pt x="224690" y="198741"/>
                </a:cubicBezTo>
                <a:lnTo>
                  <a:pt x="123029" y="97040"/>
                </a:lnTo>
                <a:cubicBezTo>
                  <a:pt x="144751" y="92735"/>
                  <a:pt x="161142" y="73541"/>
                  <a:pt x="161142" y="50554"/>
                </a:cubicBezTo>
                <a:cubicBezTo>
                  <a:pt x="161142" y="24369"/>
                  <a:pt x="139933" y="3160"/>
                  <a:pt x="113747" y="3160"/>
                </a:cubicBezTo>
                <a:cubicBezTo>
                  <a:pt x="90761" y="3160"/>
                  <a:pt x="71566" y="19550"/>
                  <a:pt x="67261" y="41273"/>
                </a:cubicBezTo>
                <a:lnTo>
                  <a:pt x="16193" y="-9834"/>
                </a:lnTo>
                <a:close/>
                <a:moveTo>
                  <a:pt x="93051" y="120619"/>
                </a:moveTo>
                <a:cubicBezTo>
                  <a:pt x="58414" y="125043"/>
                  <a:pt x="31596" y="154625"/>
                  <a:pt x="31596" y="190487"/>
                </a:cubicBezTo>
                <a:cubicBezTo>
                  <a:pt x="31596" y="196964"/>
                  <a:pt x="36849" y="202217"/>
                  <a:pt x="43327" y="202217"/>
                </a:cubicBezTo>
                <a:lnTo>
                  <a:pt x="174649" y="202217"/>
                </a:lnTo>
                <a:lnTo>
                  <a:pt x="93051" y="12061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074" y="1348113"/>
            <a:ext cx="4718397" cy="26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2" b="1" dirty="0">
                <a:solidFill>
                  <a:srgbClr val="8B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Subjective Manual Analysis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040074" y="1718845"/>
            <a:ext cx="4693120" cy="741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4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analysis by coaches and analysts is often subjective, inconsistent, and time-consuming. Human bias can influence player selection and strategy decisions, leading to suboptimal outcomes.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37028" y="3075384"/>
            <a:ext cx="11517943" cy="2586692"/>
          </a:xfrm>
          <a:custGeom>
            <a:avLst/>
            <a:gdLst/>
            <a:ahLst/>
            <a:cxnLst/>
            <a:rect l="l" t="t" r="r" b="b"/>
            <a:pathLst>
              <a:path w="11517943" h="2586692">
                <a:moveTo>
                  <a:pt x="134818" y="0"/>
                </a:moveTo>
                <a:lnTo>
                  <a:pt x="11383125" y="0"/>
                </a:lnTo>
                <a:cubicBezTo>
                  <a:pt x="11457583" y="0"/>
                  <a:pt x="11517943" y="60360"/>
                  <a:pt x="11517943" y="134818"/>
                </a:cubicBezTo>
                <a:lnTo>
                  <a:pt x="11517943" y="2451874"/>
                </a:lnTo>
                <a:cubicBezTo>
                  <a:pt x="11517943" y="2526332"/>
                  <a:pt x="11457583" y="2586692"/>
                  <a:pt x="11383125" y="2586692"/>
                </a:cubicBezTo>
                <a:lnTo>
                  <a:pt x="134818" y="2586692"/>
                </a:lnTo>
                <a:cubicBezTo>
                  <a:pt x="60360" y="2586692"/>
                  <a:pt x="0" y="2526332"/>
                  <a:pt x="0" y="2451874"/>
                </a:cubicBezTo>
                <a:lnTo>
                  <a:pt x="0" y="134818"/>
                </a:lnTo>
                <a:cubicBezTo>
                  <a:pt x="0" y="60410"/>
                  <a:pt x="60410" y="0"/>
                  <a:pt x="134818" y="0"/>
                </a:cubicBez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19" name="Shape 17"/>
          <p:cNvSpPr/>
          <p:nvPr/>
        </p:nvSpPr>
        <p:spPr>
          <a:xfrm>
            <a:off x="539245" y="3277601"/>
            <a:ext cx="539245" cy="539245"/>
          </a:xfrm>
          <a:custGeom>
            <a:avLst/>
            <a:gdLst/>
            <a:ahLst/>
            <a:cxnLst/>
            <a:rect l="l" t="t" r="r" b="b"/>
            <a:pathLst>
              <a:path w="539245" h="539245">
                <a:moveTo>
                  <a:pt x="101109" y="0"/>
                </a:moveTo>
                <a:lnTo>
                  <a:pt x="438137" y="0"/>
                </a:lnTo>
                <a:cubicBezTo>
                  <a:pt x="493978" y="0"/>
                  <a:pt x="539245" y="45268"/>
                  <a:pt x="539245" y="101109"/>
                </a:cubicBezTo>
                <a:lnTo>
                  <a:pt x="539245" y="438137"/>
                </a:lnTo>
                <a:cubicBezTo>
                  <a:pt x="539245" y="493978"/>
                  <a:pt x="493978" y="539245"/>
                  <a:pt x="438137" y="539245"/>
                </a:cubicBezTo>
                <a:lnTo>
                  <a:pt x="101109" y="539245"/>
                </a:lnTo>
                <a:cubicBezTo>
                  <a:pt x="45268" y="539245"/>
                  <a:pt x="0" y="493978"/>
                  <a:pt x="0" y="438137"/>
                </a:cubicBezTo>
                <a:lnTo>
                  <a:pt x="0" y="101109"/>
                </a:lnTo>
                <a:cubicBezTo>
                  <a:pt x="0" y="45305"/>
                  <a:pt x="45305" y="0"/>
                  <a:pt x="10110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84589" y="3420838"/>
            <a:ext cx="252771" cy="252771"/>
          </a:xfrm>
          <a:custGeom>
            <a:avLst/>
            <a:gdLst/>
            <a:ahLst/>
            <a:cxnLst/>
            <a:rect l="l" t="t" r="r" b="b"/>
            <a:pathLst>
              <a:path w="252771" h="252771">
                <a:moveTo>
                  <a:pt x="221175" y="126386"/>
                </a:moveTo>
                <a:cubicBezTo>
                  <a:pt x="221175" y="74070"/>
                  <a:pt x="178701" y="31596"/>
                  <a:pt x="126386" y="31596"/>
                </a:cubicBezTo>
                <a:cubicBezTo>
                  <a:pt x="74070" y="31596"/>
                  <a:pt x="31596" y="74070"/>
                  <a:pt x="31596" y="126386"/>
                </a:cubicBezTo>
                <a:cubicBezTo>
                  <a:pt x="31596" y="178701"/>
                  <a:pt x="74070" y="221175"/>
                  <a:pt x="126386" y="221175"/>
                </a:cubicBezTo>
                <a:cubicBezTo>
                  <a:pt x="178701" y="221175"/>
                  <a:pt x="221175" y="178701"/>
                  <a:pt x="221175" y="126386"/>
                </a:cubicBezTo>
                <a:close/>
                <a:moveTo>
                  <a:pt x="0" y="126386"/>
                </a:moveTo>
                <a:cubicBezTo>
                  <a:pt x="0" y="56631"/>
                  <a:pt x="56631" y="0"/>
                  <a:pt x="126386" y="0"/>
                </a:cubicBezTo>
                <a:cubicBezTo>
                  <a:pt x="196140" y="0"/>
                  <a:pt x="252771" y="56631"/>
                  <a:pt x="252771" y="126386"/>
                </a:cubicBezTo>
                <a:cubicBezTo>
                  <a:pt x="252771" y="196140"/>
                  <a:pt x="196140" y="252771"/>
                  <a:pt x="126386" y="252771"/>
                </a:cubicBezTo>
                <a:cubicBezTo>
                  <a:pt x="56631" y="252771"/>
                  <a:pt x="0" y="196140"/>
                  <a:pt x="0" y="126386"/>
                </a:cubicBezTo>
                <a:close/>
                <a:moveTo>
                  <a:pt x="126386" y="165881"/>
                </a:moveTo>
                <a:cubicBezTo>
                  <a:pt x="148184" y="165881"/>
                  <a:pt x="165881" y="148184"/>
                  <a:pt x="165881" y="126386"/>
                </a:cubicBezTo>
                <a:cubicBezTo>
                  <a:pt x="165881" y="104587"/>
                  <a:pt x="148184" y="86890"/>
                  <a:pt x="126386" y="86890"/>
                </a:cubicBezTo>
                <a:cubicBezTo>
                  <a:pt x="104587" y="86890"/>
                  <a:pt x="86890" y="104587"/>
                  <a:pt x="86890" y="126386"/>
                </a:cubicBezTo>
                <a:cubicBezTo>
                  <a:pt x="86890" y="148184"/>
                  <a:pt x="104587" y="165881"/>
                  <a:pt x="126386" y="165881"/>
                </a:cubicBezTo>
                <a:close/>
                <a:moveTo>
                  <a:pt x="126386" y="55294"/>
                </a:moveTo>
                <a:cubicBezTo>
                  <a:pt x="165622" y="55294"/>
                  <a:pt x="197478" y="87149"/>
                  <a:pt x="197478" y="126386"/>
                </a:cubicBezTo>
                <a:cubicBezTo>
                  <a:pt x="197478" y="165622"/>
                  <a:pt x="165622" y="197478"/>
                  <a:pt x="126386" y="197478"/>
                </a:cubicBezTo>
                <a:cubicBezTo>
                  <a:pt x="87149" y="197478"/>
                  <a:pt x="55294" y="165622"/>
                  <a:pt x="55294" y="126386"/>
                </a:cubicBezTo>
                <a:cubicBezTo>
                  <a:pt x="55294" y="87149"/>
                  <a:pt x="87149" y="55294"/>
                  <a:pt x="126386" y="55294"/>
                </a:cubicBezTo>
                <a:close/>
                <a:moveTo>
                  <a:pt x="110587" y="126386"/>
                </a:moveTo>
                <a:cubicBezTo>
                  <a:pt x="110587" y="117666"/>
                  <a:pt x="117666" y="110587"/>
                  <a:pt x="126386" y="110587"/>
                </a:cubicBezTo>
                <a:cubicBezTo>
                  <a:pt x="135105" y="110587"/>
                  <a:pt x="142184" y="117666"/>
                  <a:pt x="142184" y="126386"/>
                </a:cubicBezTo>
                <a:cubicBezTo>
                  <a:pt x="142184" y="135105"/>
                  <a:pt x="135105" y="142184"/>
                  <a:pt x="126386" y="142184"/>
                </a:cubicBezTo>
                <a:cubicBezTo>
                  <a:pt x="117666" y="142184"/>
                  <a:pt x="110587" y="135105"/>
                  <a:pt x="110587" y="12638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213302" y="3395560"/>
            <a:ext cx="1474499" cy="3033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9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Goal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9245" y="3951657"/>
            <a:ext cx="11197766" cy="547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27" dirty="0">
                <a:solidFill>
                  <a:srgbClr val="FFFFFF">
                    <a:alpha val="9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 a </a:t>
            </a:r>
            <a:pPr>
              <a:lnSpc>
                <a:spcPct val="140000"/>
              </a:lnSpc>
            </a:pPr>
            <a:r>
              <a:rPr lang="en-US" sz="1327" b="1" dirty="0">
                <a:solidFill>
                  <a:srgbClr val="FFFFFF">
                    <a:alpha val="95000"/>
                  </a:srgbClr>
                </a:solidFill>
                <a:highlight>
                  <a:srgbClr val="FFFFFF">
                    <a:alpha val="2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data-driven machine learning system </a:t>
            </a:r>
            <a:pPr>
              <a:lnSpc>
                <a:spcPct val="140000"/>
              </a:lnSpc>
            </a:pPr>
            <a:r>
              <a:rPr lang="en-US" sz="1327" dirty="0">
                <a:solidFill>
                  <a:srgbClr val="FFFFFF">
                    <a:alpha val="9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that predicts player performance for the </a:t>
            </a:r>
            <a:pPr>
              <a:lnSpc>
                <a:spcPct val="140000"/>
              </a:lnSpc>
            </a:pPr>
            <a:r>
              <a:rPr lang="en-US" sz="1327" b="1" dirty="0">
                <a:solidFill>
                  <a:srgbClr val="FFFFFF">
                    <a:alpha val="9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NEXT match</a:t>
            </a:r>
            <a:pPr>
              <a:lnSpc>
                <a:spcPct val="140000"/>
              </a:lnSpc>
            </a:pPr>
            <a:r>
              <a:rPr lang="en-US" sz="1327" dirty="0">
                <a:solidFill>
                  <a:srgbClr val="FFFFFF">
                    <a:alpha val="95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based on historical data, removing subjectivity and providing actionable insights for team selection and strategy.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3458" y="4672055"/>
            <a:ext cx="3606203" cy="783591"/>
          </a:xfrm>
          <a:custGeom>
            <a:avLst/>
            <a:gdLst/>
            <a:ahLst/>
            <a:cxnLst/>
            <a:rect l="l" t="t" r="r" b="b"/>
            <a:pathLst>
              <a:path w="3606203" h="783591">
                <a:moveTo>
                  <a:pt x="101107" y="0"/>
                </a:moveTo>
                <a:lnTo>
                  <a:pt x="3505096" y="0"/>
                </a:lnTo>
                <a:cubicBezTo>
                  <a:pt x="3560936" y="0"/>
                  <a:pt x="3606203" y="45267"/>
                  <a:pt x="3606203" y="101107"/>
                </a:cubicBezTo>
                <a:lnTo>
                  <a:pt x="3606203" y="682484"/>
                </a:lnTo>
                <a:cubicBezTo>
                  <a:pt x="3606203" y="738324"/>
                  <a:pt x="3560936" y="783591"/>
                  <a:pt x="3505096" y="783591"/>
                </a:cubicBezTo>
                <a:lnTo>
                  <a:pt x="101107" y="783591"/>
                </a:lnTo>
                <a:cubicBezTo>
                  <a:pt x="45267" y="783591"/>
                  <a:pt x="0" y="738324"/>
                  <a:pt x="0" y="682484"/>
                </a:cubicBezTo>
                <a:lnTo>
                  <a:pt x="0" y="101107"/>
                </a:lnTo>
                <a:cubicBezTo>
                  <a:pt x="0" y="45267"/>
                  <a:pt x="45267" y="0"/>
                  <a:pt x="10110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3547" y="4844782"/>
            <a:ext cx="168514" cy="168514"/>
          </a:xfrm>
          <a:custGeom>
            <a:avLst/>
            <a:gdLst/>
            <a:ahLst/>
            <a:cxnLst/>
            <a:rect l="l" t="t" r="r" b="b"/>
            <a:pathLst>
              <a:path w="168514" h="168514">
                <a:moveTo>
                  <a:pt x="21064" y="21064"/>
                </a:moveTo>
                <a:cubicBezTo>
                  <a:pt x="21064" y="15239"/>
                  <a:pt x="16358" y="10532"/>
                  <a:pt x="10532" y="10532"/>
                </a:cubicBezTo>
                <a:cubicBezTo>
                  <a:pt x="4707" y="10532"/>
                  <a:pt x="0" y="15239"/>
                  <a:pt x="0" y="21064"/>
                </a:cubicBezTo>
                <a:lnTo>
                  <a:pt x="0" y="131652"/>
                </a:lnTo>
                <a:cubicBezTo>
                  <a:pt x="0" y="146199"/>
                  <a:pt x="11783" y="157982"/>
                  <a:pt x="26330" y="157982"/>
                </a:cubicBezTo>
                <a:lnTo>
                  <a:pt x="157982" y="157982"/>
                </a:lnTo>
                <a:cubicBezTo>
                  <a:pt x="163808" y="157982"/>
                  <a:pt x="168514" y="153275"/>
                  <a:pt x="168514" y="147450"/>
                </a:cubicBezTo>
                <a:cubicBezTo>
                  <a:pt x="168514" y="141624"/>
                  <a:pt x="163808" y="136918"/>
                  <a:pt x="157982" y="136918"/>
                </a:cubicBezTo>
                <a:lnTo>
                  <a:pt x="26330" y="136918"/>
                </a:lnTo>
                <a:cubicBezTo>
                  <a:pt x="23434" y="136918"/>
                  <a:pt x="21064" y="134548"/>
                  <a:pt x="21064" y="131652"/>
                </a:cubicBezTo>
                <a:lnTo>
                  <a:pt x="21064" y="21064"/>
                </a:lnTo>
                <a:close/>
                <a:moveTo>
                  <a:pt x="154888" y="49567"/>
                </a:moveTo>
                <a:cubicBezTo>
                  <a:pt x="159002" y="45453"/>
                  <a:pt x="159002" y="38771"/>
                  <a:pt x="154888" y="34657"/>
                </a:cubicBezTo>
                <a:cubicBezTo>
                  <a:pt x="150774" y="30543"/>
                  <a:pt x="144093" y="30543"/>
                  <a:pt x="139979" y="34657"/>
                </a:cubicBezTo>
                <a:lnTo>
                  <a:pt x="105321" y="69348"/>
                </a:lnTo>
                <a:lnTo>
                  <a:pt x="86429" y="50488"/>
                </a:lnTo>
                <a:cubicBezTo>
                  <a:pt x="82315" y="46374"/>
                  <a:pt x="75634" y="46374"/>
                  <a:pt x="71520" y="50488"/>
                </a:cubicBezTo>
                <a:lnTo>
                  <a:pt x="39923" y="82085"/>
                </a:lnTo>
                <a:cubicBezTo>
                  <a:pt x="35809" y="86199"/>
                  <a:pt x="35809" y="92880"/>
                  <a:pt x="39923" y="96994"/>
                </a:cubicBezTo>
                <a:cubicBezTo>
                  <a:pt x="44037" y="101109"/>
                  <a:pt x="50719" y="101109"/>
                  <a:pt x="54833" y="96994"/>
                </a:cubicBezTo>
                <a:lnTo>
                  <a:pt x="78991" y="72836"/>
                </a:lnTo>
                <a:lnTo>
                  <a:pt x="97883" y="91728"/>
                </a:lnTo>
                <a:cubicBezTo>
                  <a:pt x="101997" y="95842"/>
                  <a:pt x="108678" y="95842"/>
                  <a:pt x="112793" y="91728"/>
                </a:cubicBezTo>
                <a:lnTo>
                  <a:pt x="154921" y="4960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994234" y="4811079"/>
            <a:ext cx="1432370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 NEXT Match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2482" y="5114405"/>
            <a:ext cx="3395560" cy="202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2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Forecast upcoming performance, not historical analysis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293162" y="4672055"/>
            <a:ext cx="3606203" cy="783591"/>
          </a:xfrm>
          <a:custGeom>
            <a:avLst/>
            <a:gdLst/>
            <a:ahLst/>
            <a:cxnLst/>
            <a:rect l="l" t="t" r="r" b="b"/>
            <a:pathLst>
              <a:path w="3606203" h="783591">
                <a:moveTo>
                  <a:pt x="101107" y="0"/>
                </a:moveTo>
                <a:lnTo>
                  <a:pt x="3505096" y="0"/>
                </a:lnTo>
                <a:cubicBezTo>
                  <a:pt x="3560936" y="0"/>
                  <a:pt x="3606203" y="45267"/>
                  <a:pt x="3606203" y="101107"/>
                </a:cubicBezTo>
                <a:lnTo>
                  <a:pt x="3606203" y="682484"/>
                </a:lnTo>
                <a:cubicBezTo>
                  <a:pt x="3606203" y="738324"/>
                  <a:pt x="3560936" y="783591"/>
                  <a:pt x="3505096" y="783591"/>
                </a:cubicBezTo>
                <a:lnTo>
                  <a:pt x="101107" y="783591"/>
                </a:lnTo>
                <a:cubicBezTo>
                  <a:pt x="45267" y="783591"/>
                  <a:pt x="0" y="738324"/>
                  <a:pt x="0" y="682484"/>
                </a:cubicBezTo>
                <a:lnTo>
                  <a:pt x="0" y="101107"/>
                </a:lnTo>
                <a:cubicBezTo>
                  <a:pt x="0" y="45267"/>
                  <a:pt x="45267" y="0"/>
                  <a:pt x="10110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53250" y="4844782"/>
            <a:ext cx="168514" cy="168514"/>
          </a:xfrm>
          <a:custGeom>
            <a:avLst/>
            <a:gdLst/>
            <a:ahLst/>
            <a:cxnLst/>
            <a:rect l="l" t="t" r="r" b="b"/>
            <a:pathLst>
              <a:path w="168514" h="168514">
                <a:moveTo>
                  <a:pt x="84257" y="0"/>
                </a:moveTo>
                <a:cubicBezTo>
                  <a:pt x="85771" y="0"/>
                  <a:pt x="87285" y="329"/>
                  <a:pt x="88667" y="954"/>
                </a:cubicBezTo>
                <a:lnTo>
                  <a:pt x="150675" y="27252"/>
                </a:lnTo>
                <a:cubicBezTo>
                  <a:pt x="157916" y="30313"/>
                  <a:pt x="163314" y="37455"/>
                  <a:pt x="163281" y="46078"/>
                </a:cubicBezTo>
                <a:cubicBezTo>
                  <a:pt x="163116" y="78728"/>
                  <a:pt x="149688" y="138465"/>
                  <a:pt x="92979" y="165618"/>
                </a:cubicBezTo>
                <a:cubicBezTo>
                  <a:pt x="87483" y="168251"/>
                  <a:pt x="81097" y="168251"/>
                  <a:pt x="75601" y="165618"/>
                </a:cubicBezTo>
                <a:cubicBezTo>
                  <a:pt x="18859" y="138465"/>
                  <a:pt x="5464" y="78728"/>
                  <a:pt x="5299" y="46078"/>
                </a:cubicBezTo>
                <a:cubicBezTo>
                  <a:pt x="5266" y="37455"/>
                  <a:pt x="10664" y="30313"/>
                  <a:pt x="17905" y="27252"/>
                </a:cubicBezTo>
                <a:lnTo>
                  <a:pt x="79880" y="954"/>
                </a:lnTo>
                <a:cubicBezTo>
                  <a:pt x="81262" y="329"/>
                  <a:pt x="82743" y="0"/>
                  <a:pt x="84257" y="0"/>
                </a:cubicBezTo>
                <a:close/>
                <a:moveTo>
                  <a:pt x="84257" y="21986"/>
                </a:moveTo>
                <a:lnTo>
                  <a:pt x="84257" y="146430"/>
                </a:lnTo>
                <a:cubicBezTo>
                  <a:pt x="129677" y="124444"/>
                  <a:pt x="141888" y="75733"/>
                  <a:pt x="142184" y="46572"/>
                </a:cubicBezTo>
                <a:lnTo>
                  <a:pt x="84257" y="22019"/>
                </a:lnTo>
                <a:lnTo>
                  <a:pt x="84257" y="22019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4743937" y="4811079"/>
            <a:ext cx="1398668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Avoid Data Leakage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432186" y="5114405"/>
            <a:ext cx="3395560" cy="202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2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shift(1) to prevent future information contamination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042865" y="4672055"/>
            <a:ext cx="3606203" cy="783591"/>
          </a:xfrm>
          <a:custGeom>
            <a:avLst/>
            <a:gdLst/>
            <a:ahLst/>
            <a:cxnLst/>
            <a:rect l="l" t="t" r="r" b="b"/>
            <a:pathLst>
              <a:path w="3606203" h="783591">
                <a:moveTo>
                  <a:pt x="101107" y="0"/>
                </a:moveTo>
                <a:lnTo>
                  <a:pt x="3505096" y="0"/>
                </a:lnTo>
                <a:cubicBezTo>
                  <a:pt x="3560936" y="0"/>
                  <a:pt x="3606203" y="45267"/>
                  <a:pt x="3606203" y="101107"/>
                </a:cubicBezTo>
                <a:lnTo>
                  <a:pt x="3606203" y="682484"/>
                </a:lnTo>
                <a:cubicBezTo>
                  <a:pt x="3606203" y="738324"/>
                  <a:pt x="3560936" y="783591"/>
                  <a:pt x="3505096" y="783591"/>
                </a:cubicBezTo>
                <a:lnTo>
                  <a:pt x="101107" y="783591"/>
                </a:lnTo>
                <a:cubicBezTo>
                  <a:pt x="45267" y="783591"/>
                  <a:pt x="0" y="738324"/>
                  <a:pt x="0" y="682484"/>
                </a:cubicBezTo>
                <a:lnTo>
                  <a:pt x="0" y="101107"/>
                </a:lnTo>
                <a:cubicBezTo>
                  <a:pt x="0" y="45267"/>
                  <a:pt x="45267" y="0"/>
                  <a:pt x="10110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81889" y="4844782"/>
            <a:ext cx="210643" cy="168514"/>
          </a:xfrm>
          <a:custGeom>
            <a:avLst/>
            <a:gdLst/>
            <a:ahLst/>
            <a:cxnLst/>
            <a:rect l="l" t="t" r="r" b="b"/>
            <a:pathLst>
              <a:path w="210643" h="168514">
                <a:moveTo>
                  <a:pt x="136885" y="69282"/>
                </a:moveTo>
                <a:cubicBezTo>
                  <a:pt x="140900" y="68196"/>
                  <a:pt x="145113" y="70105"/>
                  <a:pt x="146923" y="73824"/>
                </a:cubicBezTo>
                <a:lnTo>
                  <a:pt x="153045" y="86199"/>
                </a:lnTo>
                <a:cubicBezTo>
                  <a:pt x="156435" y="86660"/>
                  <a:pt x="159759" y="87581"/>
                  <a:pt x="162886" y="88865"/>
                </a:cubicBezTo>
                <a:lnTo>
                  <a:pt x="174406" y="81196"/>
                </a:lnTo>
                <a:cubicBezTo>
                  <a:pt x="177861" y="78892"/>
                  <a:pt x="182436" y="79353"/>
                  <a:pt x="185366" y="82282"/>
                </a:cubicBezTo>
                <a:lnTo>
                  <a:pt x="191685" y="88602"/>
                </a:lnTo>
                <a:cubicBezTo>
                  <a:pt x="194614" y="91531"/>
                  <a:pt x="195075" y="96139"/>
                  <a:pt x="192771" y="99562"/>
                </a:cubicBezTo>
                <a:lnTo>
                  <a:pt x="185102" y="111048"/>
                </a:lnTo>
                <a:cubicBezTo>
                  <a:pt x="185728" y="112595"/>
                  <a:pt x="186287" y="114208"/>
                  <a:pt x="186748" y="115886"/>
                </a:cubicBezTo>
                <a:cubicBezTo>
                  <a:pt x="187209" y="117565"/>
                  <a:pt x="187505" y="119211"/>
                  <a:pt x="187735" y="120889"/>
                </a:cubicBezTo>
                <a:lnTo>
                  <a:pt x="200143" y="127011"/>
                </a:lnTo>
                <a:cubicBezTo>
                  <a:pt x="203863" y="128854"/>
                  <a:pt x="205772" y="133067"/>
                  <a:pt x="204685" y="137049"/>
                </a:cubicBezTo>
                <a:lnTo>
                  <a:pt x="202382" y="145673"/>
                </a:lnTo>
                <a:cubicBezTo>
                  <a:pt x="201295" y="149655"/>
                  <a:pt x="197576" y="152354"/>
                  <a:pt x="193429" y="152091"/>
                </a:cubicBezTo>
                <a:lnTo>
                  <a:pt x="179606" y="151202"/>
                </a:lnTo>
                <a:cubicBezTo>
                  <a:pt x="177532" y="153868"/>
                  <a:pt x="175130" y="156336"/>
                  <a:pt x="172398" y="158443"/>
                </a:cubicBezTo>
                <a:lnTo>
                  <a:pt x="173287" y="172233"/>
                </a:lnTo>
                <a:cubicBezTo>
                  <a:pt x="173550" y="176380"/>
                  <a:pt x="170851" y="180132"/>
                  <a:pt x="166869" y="181186"/>
                </a:cubicBezTo>
                <a:lnTo>
                  <a:pt x="158245" y="183490"/>
                </a:lnTo>
                <a:cubicBezTo>
                  <a:pt x="154230" y="184576"/>
                  <a:pt x="150050" y="182667"/>
                  <a:pt x="148207" y="178948"/>
                </a:cubicBezTo>
                <a:lnTo>
                  <a:pt x="142085" y="166572"/>
                </a:lnTo>
                <a:cubicBezTo>
                  <a:pt x="138695" y="166112"/>
                  <a:pt x="135371" y="165190"/>
                  <a:pt x="132244" y="163906"/>
                </a:cubicBezTo>
                <a:lnTo>
                  <a:pt x="120725" y="171575"/>
                </a:lnTo>
                <a:cubicBezTo>
                  <a:pt x="117269" y="173879"/>
                  <a:pt x="112694" y="173418"/>
                  <a:pt x="109765" y="170489"/>
                </a:cubicBezTo>
                <a:lnTo>
                  <a:pt x="103445" y="164170"/>
                </a:lnTo>
                <a:cubicBezTo>
                  <a:pt x="100516" y="161240"/>
                  <a:pt x="100055" y="156666"/>
                  <a:pt x="102359" y="153210"/>
                </a:cubicBezTo>
                <a:lnTo>
                  <a:pt x="110028" y="141690"/>
                </a:lnTo>
                <a:cubicBezTo>
                  <a:pt x="109403" y="140143"/>
                  <a:pt x="108843" y="138530"/>
                  <a:pt x="108382" y="136852"/>
                </a:cubicBezTo>
                <a:cubicBezTo>
                  <a:pt x="107921" y="135173"/>
                  <a:pt x="107625" y="133495"/>
                  <a:pt x="107395" y="131849"/>
                </a:cubicBezTo>
                <a:lnTo>
                  <a:pt x="94987" y="125727"/>
                </a:lnTo>
                <a:cubicBezTo>
                  <a:pt x="91268" y="123884"/>
                  <a:pt x="89391" y="119671"/>
                  <a:pt x="90445" y="115689"/>
                </a:cubicBezTo>
                <a:lnTo>
                  <a:pt x="92749" y="107066"/>
                </a:lnTo>
                <a:cubicBezTo>
                  <a:pt x="93835" y="103083"/>
                  <a:pt x="97554" y="100384"/>
                  <a:pt x="101701" y="100648"/>
                </a:cubicBezTo>
                <a:lnTo>
                  <a:pt x="115491" y="101536"/>
                </a:lnTo>
                <a:cubicBezTo>
                  <a:pt x="117565" y="98870"/>
                  <a:pt x="119968" y="96402"/>
                  <a:pt x="122699" y="94296"/>
                </a:cubicBezTo>
                <a:lnTo>
                  <a:pt x="121811" y="80538"/>
                </a:lnTo>
                <a:cubicBezTo>
                  <a:pt x="121547" y="76391"/>
                  <a:pt x="124246" y="72639"/>
                  <a:pt x="128229" y="71586"/>
                </a:cubicBezTo>
                <a:lnTo>
                  <a:pt x="136852" y="69282"/>
                </a:lnTo>
                <a:close/>
                <a:moveTo>
                  <a:pt x="147582" y="111904"/>
                </a:moveTo>
                <a:cubicBezTo>
                  <a:pt x="139589" y="111913"/>
                  <a:pt x="133107" y="118409"/>
                  <a:pt x="133116" y="126402"/>
                </a:cubicBezTo>
                <a:cubicBezTo>
                  <a:pt x="133125" y="134395"/>
                  <a:pt x="139622" y="140876"/>
                  <a:pt x="147614" y="140867"/>
                </a:cubicBezTo>
                <a:cubicBezTo>
                  <a:pt x="155607" y="140858"/>
                  <a:pt x="162089" y="134362"/>
                  <a:pt x="162080" y="126369"/>
                </a:cubicBezTo>
                <a:cubicBezTo>
                  <a:pt x="162071" y="118377"/>
                  <a:pt x="155574" y="111895"/>
                  <a:pt x="147582" y="111904"/>
                </a:cubicBezTo>
                <a:close/>
                <a:moveTo>
                  <a:pt x="74021" y="-14975"/>
                </a:moveTo>
                <a:lnTo>
                  <a:pt x="82644" y="-12671"/>
                </a:lnTo>
                <a:cubicBezTo>
                  <a:pt x="86627" y="-11585"/>
                  <a:pt x="89326" y="-7833"/>
                  <a:pt x="89062" y="-3719"/>
                </a:cubicBezTo>
                <a:lnTo>
                  <a:pt x="88174" y="10038"/>
                </a:lnTo>
                <a:cubicBezTo>
                  <a:pt x="90905" y="12145"/>
                  <a:pt x="93308" y="14580"/>
                  <a:pt x="95382" y="17279"/>
                </a:cubicBezTo>
                <a:lnTo>
                  <a:pt x="109205" y="16391"/>
                </a:lnTo>
                <a:cubicBezTo>
                  <a:pt x="113319" y="16127"/>
                  <a:pt x="117071" y="18826"/>
                  <a:pt x="118157" y="22809"/>
                </a:cubicBezTo>
                <a:lnTo>
                  <a:pt x="120461" y="31432"/>
                </a:lnTo>
                <a:cubicBezTo>
                  <a:pt x="121515" y="35414"/>
                  <a:pt x="119638" y="39627"/>
                  <a:pt x="115919" y="41470"/>
                </a:cubicBezTo>
                <a:lnTo>
                  <a:pt x="103511" y="47592"/>
                </a:lnTo>
                <a:cubicBezTo>
                  <a:pt x="103281" y="49271"/>
                  <a:pt x="102952" y="50949"/>
                  <a:pt x="102524" y="52595"/>
                </a:cubicBezTo>
                <a:cubicBezTo>
                  <a:pt x="102096" y="54240"/>
                  <a:pt x="101503" y="55886"/>
                  <a:pt x="100878" y="57433"/>
                </a:cubicBezTo>
                <a:lnTo>
                  <a:pt x="108547" y="68953"/>
                </a:lnTo>
                <a:cubicBezTo>
                  <a:pt x="110851" y="72408"/>
                  <a:pt x="110390" y="76983"/>
                  <a:pt x="107461" y="79913"/>
                </a:cubicBezTo>
                <a:lnTo>
                  <a:pt x="101141" y="86232"/>
                </a:lnTo>
                <a:cubicBezTo>
                  <a:pt x="98212" y="89161"/>
                  <a:pt x="93637" y="89622"/>
                  <a:pt x="90181" y="87318"/>
                </a:cubicBezTo>
                <a:lnTo>
                  <a:pt x="78662" y="79649"/>
                </a:lnTo>
                <a:cubicBezTo>
                  <a:pt x="75535" y="80933"/>
                  <a:pt x="72211" y="81854"/>
                  <a:pt x="68821" y="82315"/>
                </a:cubicBezTo>
                <a:lnTo>
                  <a:pt x="62699" y="94690"/>
                </a:lnTo>
                <a:cubicBezTo>
                  <a:pt x="60856" y="98410"/>
                  <a:pt x="56643" y="100286"/>
                  <a:pt x="52661" y="99232"/>
                </a:cubicBezTo>
                <a:lnTo>
                  <a:pt x="44037" y="96929"/>
                </a:lnTo>
                <a:cubicBezTo>
                  <a:pt x="40022" y="95842"/>
                  <a:pt x="37356" y="92090"/>
                  <a:pt x="37619" y="87976"/>
                </a:cubicBezTo>
                <a:lnTo>
                  <a:pt x="38508" y="74186"/>
                </a:lnTo>
                <a:cubicBezTo>
                  <a:pt x="35776" y="72079"/>
                  <a:pt x="33374" y="69644"/>
                  <a:pt x="31300" y="66945"/>
                </a:cubicBezTo>
                <a:lnTo>
                  <a:pt x="17477" y="67834"/>
                </a:lnTo>
                <a:cubicBezTo>
                  <a:pt x="13363" y="68097"/>
                  <a:pt x="9611" y="65398"/>
                  <a:pt x="8524" y="61416"/>
                </a:cubicBezTo>
                <a:lnTo>
                  <a:pt x="6221" y="52792"/>
                </a:lnTo>
                <a:cubicBezTo>
                  <a:pt x="5167" y="48810"/>
                  <a:pt x="7043" y="44597"/>
                  <a:pt x="10763" y="42754"/>
                </a:cubicBezTo>
                <a:lnTo>
                  <a:pt x="23171" y="36632"/>
                </a:lnTo>
                <a:cubicBezTo>
                  <a:pt x="23401" y="34954"/>
                  <a:pt x="23730" y="33308"/>
                  <a:pt x="24158" y="31629"/>
                </a:cubicBezTo>
                <a:cubicBezTo>
                  <a:pt x="24619" y="29951"/>
                  <a:pt x="25145" y="28338"/>
                  <a:pt x="25804" y="26791"/>
                </a:cubicBezTo>
                <a:lnTo>
                  <a:pt x="18135" y="15305"/>
                </a:lnTo>
                <a:cubicBezTo>
                  <a:pt x="15831" y="11849"/>
                  <a:pt x="16292" y="7274"/>
                  <a:pt x="19221" y="4345"/>
                </a:cubicBezTo>
                <a:lnTo>
                  <a:pt x="25540" y="-1975"/>
                </a:lnTo>
                <a:cubicBezTo>
                  <a:pt x="28470" y="-4904"/>
                  <a:pt x="33045" y="-5365"/>
                  <a:pt x="36500" y="-3061"/>
                </a:cubicBezTo>
                <a:lnTo>
                  <a:pt x="48020" y="4608"/>
                </a:lnTo>
                <a:cubicBezTo>
                  <a:pt x="51147" y="3324"/>
                  <a:pt x="54471" y="2403"/>
                  <a:pt x="57861" y="1942"/>
                </a:cubicBezTo>
                <a:lnTo>
                  <a:pt x="63983" y="-10433"/>
                </a:lnTo>
                <a:cubicBezTo>
                  <a:pt x="65826" y="-14153"/>
                  <a:pt x="70006" y="-16029"/>
                  <a:pt x="74021" y="-14975"/>
                </a:cubicBezTo>
                <a:close/>
                <a:moveTo>
                  <a:pt x="63324" y="27647"/>
                </a:moveTo>
                <a:cubicBezTo>
                  <a:pt x="55332" y="27647"/>
                  <a:pt x="48843" y="34136"/>
                  <a:pt x="48843" y="42129"/>
                </a:cubicBezTo>
                <a:cubicBezTo>
                  <a:pt x="48843" y="50121"/>
                  <a:pt x="55332" y="56610"/>
                  <a:pt x="63324" y="56610"/>
                </a:cubicBezTo>
                <a:cubicBezTo>
                  <a:pt x="71317" y="56610"/>
                  <a:pt x="77806" y="50121"/>
                  <a:pt x="77806" y="42129"/>
                </a:cubicBezTo>
                <a:cubicBezTo>
                  <a:pt x="77806" y="34136"/>
                  <a:pt x="71317" y="27647"/>
                  <a:pt x="63324" y="27647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3" name="Text 31"/>
          <p:cNvSpPr/>
          <p:nvPr/>
        </p:nvSpPr>
        <p:spPr>
          <a:xfrm>
            <a:off x="8493641" y="4811079"/>
            <a:ext cx="1415519" cy="23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End-to-End Pipeline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181889" y="5114405"/>
            <a:ext cx="3395560" cy="202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2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raw data to production deployment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41241" y="5834803"/>
            <a:ext cx="11509518" cy="480265"/>
          </a:xfrm>
          <a:custGeom>
            <a:avLst/>
            <a:gdLst/>
            <a:ahLst/>
            <a:cxnLst/>
            <a:rect l="l" t="t" r="r" b="b"/>
            <a:pathLst>
              <a:path w="11509518" h="480265">
                <a:moveTo>
                  <a:pt x="101110" y="0"/>
                </a:moveTo>
                <a:lnTo>
                  <a:pt x="11408407" y="0"/>
                </a:lnTo>
                <a:cubicBezTo>
                  <a:pt x="11464249" y="0"/>
                  <a:pt x="11509518" y="45269"/>
                  <a:pt x="11509518" y="101110"/>
                </a:cubicBezTo>
                <a:lnTo>
                  <a:pt x="11509518" y="379155"/>
                </a:lnTo>
                <a:cubicBezTo>
                  <a:pt x="11509518" y="434997"/>
                  <a:pt x="11464249" y="480265"/>
                  <a:pt x="11408407" y="480265"/>
                </a:cubicBezTo>
                <a:lnTo>
                  <a:pt x="101110" y="480265"/>
                </a:lnTo>
                <a:cubicBezTo>
                  <a:pt x="45269" y="480265"/>
                  <a:pt x="0" y="434997"/>
                  <a:pt x="0" y="379155"/>
                </a:cubicBezTo>
                <a:lnTo>
                  <a:pt x="0" y="101110"/>
                </a:lnTo>
                <a:cubicBezTo>
                  <a:pt x="0" y="45306"/>
                  <a:pt x="45306" y="0"/>
                  <a:pt x="101110" y="0"/>
                </a:cubicBezTo>
                <a:close/>
              </a:path>
            </a:pathLst>
          </a:cu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2394" y="5990679"/>
            <a:ext cx="126386" cy="168514"/>
          </a:xfrm>
          <a:custGeom>
            <a:avLst/>
            <a:gdLst/>
            <a:ahLst/>
            <a:cxnLst/>
            <a:rect l="l" t="t" r="r" b="b"/>
            <a:pathLst>
              <a:path w="126386" h="168514">
                <a:moveTo>
                  <a:pt x="96402" y="126386"/>
                </a:moveTo>
                <a:cubicBezTo>
                  <a:pt x="98805" y="119046"/>
                  <a:pt x="103610" y="112398"/>
                  <a:pt x="109041" y="106671"/>
                </a:cubicBezTo>
                <a:cubicBezTo>
                  <a:pt x="119803" y="95349"/>
                  <a:pt x="126386" y="80044"/>
                  <a:pt x="126386" y="63193"/>
                </a:cubicBezTo>
                <a:cubicBezTo>
                  <a:pt x="126386" y="28305"/>
                  <a:pt x="98081" y="0"/>
                  <a:pt x="63193" y="0"/>
                </a:cubicBezTo>
                <a:cubicBezTo>
                  <a:pt x="28305" y="0"/>
                  <a:pt x="0" y="28305"/>
                  <a:pt x="0" y="63193"/>
                </a:cubicBezTo>
                <a:cubicBezTo>
                  <a:pt x="0" y="80044"/>
                  <a:pt x="6583" y="95349"/>
                  <a:pt x="17345" y="106671"/>
                </a:cubicBezTo>
                <a:cubicBezTo>
                  <a:pt x="22776" y="112398"/>
                  <a:pt x="27614" y="119046"/>
                  <a:pt x="29984" y="126386"/>
                </a:cubicBezTo>
                <a:lnTo>
                  <a:pt x="96369" y="126386"/>
                </a:lnTo>
                <a:close/>
                <a:moveTo>
                  <a:pt x="94789" y="142184"/>
                </a:moveTo>
                <a:lnTo>
                  <a:pt x="31596" y="142184"/>
                </a:lnTo>
                <a:lnTo>
                  <a:pt x="31596" y="147450"/>
                </a:lnTo>
                <a:cubicBezTo>
                  <a:pt x="31596" y="161997"/>
                  <a:pt x="43379" y="173780"/>
                  <a:pt x="57927" y="173780"/>
                </a:cubicBezTo>
                <a:lnTo>
                  <a:pt x="68459" y="173780"/>
                </a:lnTo>
                <a:cubicBezTo>
                  <a:pt x="83006" y="173780"/>
                  <a:pt x="94789" y="161997"/>
                  <a:pt x="94789" y="147450"/>
                </a:cubicBezTo>
                <a:lnTo>
                  <a:pt x="94789" y="142184"/>
                </a:lnTo>
                <a:close/>
                <a:moveTo>
                  <a:pt x="60560" y="36862"/>
                </a:moveTo>
                <a:cubicBezTo>
                  <a:pt x="47460" y="36862"/>
                  <a:pt x="36862" y="47460"/>
                  <a:pt x="36862" y="60560"/>
                </a:cubicBezTo>
                <a:cubicBezTo>
                  <a:pt x="36862" y="64937"/>
                  <a:pt x="33341" y="68459"/>
                  <a:pt x="28963" y="68459"/>
                </a:cubicBezTo>
                <a:cubicBezTo>
                  <a:pt x="24586" y="68459"/>
                  <a:pt x="21064" y="64937"/>
                  <a:pt x="21064" y="60560"/>
                </a:cubicBezTo>
                <a:cubicBezTo>
                  <a:pt x="21064" y="38739"/>
                  <a:pt x="38739" y="21064"/>
                  <a:pt x="60560" y="21064"/>
                </a:cubicBezTo>
                <a:cubicBezTo>
                  <a:pt x="64937" y="21064"/>
                  <a:pt x="68459" y="24586"/>
                  <a:pt x="68459" y="28963"/>
                </a:cubicBezTo>
                <a:cubicBezTo>
                  <a:pt x="68459" y="33341"/>
                  <a:pt x="64937" y="36862"/>
                  <a:pt x="60560" y="36862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7" name="Text 35"/>
          <p:cNvSpPr/>
          <p:nvPr/>
        </p:nvSpPr>
        <p:spPr>
          <a:xfrm>
            <a:off x="792017" y="5973827"/>
            <a:ext cx="9108191" cy="202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2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Innovation:</a:t>
            </a:r>
            <a:pPr>
              <a:lnSpc>
                <a:spcPct val="130000"/>
              </a:lnSpc>
            </a:pPr>
            <a:r>
              <a:rPr lang="en-US" sz="1062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Implemented leak-free feature engineering using </a:t>
            </a:r>
            <a:pPr>
              <a:lnSpc>
                <a:spcPct val="130000"/>
              </a:lnSpc>
            </a:pPr>
            <a:r>
              <a:rPr lang="en-US" sz="1062" dirty="0">
                <a:solidFill>
                  <a:srgbClr val="1E3A8A"/>
                </a:solidFill>
                <a:highlight>
                  <a:srgbClr val="1E3A8A">
                    <a:alpha val="1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shift(1) </a:t>
            </a:r>
            <a:pPr>
              <a:lnSpc>
                <a:spcPct val="130000"/>
              </a:lnSpc>
            </a:pPr>
            <a:r>
              <a:rPr lang="en-US" sz="1062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ensure model trains only on past data when predicting future performance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9341" y="454143"/>
            <a:ext cx="419209" cy="419209"/>
          </a:xfrm>
          <a:custGeom>
            <a:avLst/>
            <a:gdLst/>
            <a:ahLst/>
            <a:cxnLst/>
            <a:rect l="l" t="t" r="r" b="b"/>
            <a:pathLst>
              <a:path w="419209" h="419209">
                <a:moveTo>
                  <a:pt x="69870" y="0"/>
                </a:moveTo>
                <a:lnTo>
                  <a:pt x="349340" y="0"/>
                </a:lnTo>
                <a:cubicBezTo>
                  <a:pt x="387927" y="0"/>
                  <a:pt x="419209" y="31282"/>
                  <a:pt x="419209" y="69870"/>
                </a:cubicBezTo>
                <a:lnTo>
                  <a:pt x="419209" y="349340"/>
                </a:lnTo>
                <a:cubicBezTo>
                  <a:pt x="419209" y="387927"/>
                  <a:pt x="387927" y="419209"/>
                  <a:pt x="349340" y="419209"/>
                </a:cubicBezTo>
                <a:lnTo>
                  <a:pt x="69870" y="419209"/>
                </a:lnTo>
                <a:cubicBezTo>
                  <a:pt x="31282" y="419209"/>
                  <a:pt x="0" y="387927"/>
                  <a:pt x="0" y="349340"/>
                </a:cubicBezTo>
                <a:lnTo>
                  <a:pt x="0" y="69870"/>
                </a:lnTo>
                <a:cubicBezTo>
                  <a:pt x="0" y="31308"/>
                  <a:pt x="31308" y="0"/>
                  <a:pt x="69870" y="0"/>
                </a:cubicBez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482527" y="576413"/>
            <a:ext cx="152837" cy="174670"/>
          </a:xfrm>
          <a:custGeom>
            <a:avLst/>
            <a:gdLst/>
            <a:ahLst/>
            <a:cxnLst/>
            <a:rect l="l" t="t" r="r" b="b"/>
            <a:pathLst>
              <a:path w="152837" h="174670">
                <a:moveTo>
                  <a:pt x="152837" y="70209"/>
                </a:moveTo>
                <a:cubicBezTo>
                  <a:pt x="147788" y="73553"/>
                  <a:pt x="141988" y="76248"/>
                  <a:pt x="135950" y="78397"/>
                </a:cubicBezTo>
                <a:cubicBezTo>
                  <a:pt x="119915" y="84128"/>
                  <a:pt x="98866" y="87335"/>
                  <a:pt x="76418" y="87335"/>
                </a:cubicBezTo>
                <a:cubicBezTo>
                  <a:pt x="53970" y="87335"/>
                  <a:pt x="32887" y="84094"/>
                  <a:pt x="16887" y="78397"/>
                </a:cubicBezTo>
                <a:cubicBezTo>
                  <a:pt x="10883" y="76248"/>
                  <a:pt x="5049" y="73553"/>
                  <a:pt x="0" y="70209"/>
                </a:cubicBezTo>
                <a:lnTo>
                  <a:pt x="0" y="98252"/>
                </a:lnTo>
                <a:cubicBezTo>
                  <a:pt x="0" y="113331"/>
                  <a:pt x="34218" y="125544"/>
                  <a:pt x="76418" y="125544"/>
                </a:cubicBezTo>
                <a:cubicBezTo>
                  <a:pt x="118619" y="125544"/>
                  <a:pt x="152837" y="113331"/>
                  <a:pt x="152837" y="98252"/>
                </a:cubicBezTo>
                <a:lnTo>
                  <a:pt x="152837" y="70209"/>
                </a:lnTo>
                <a:close/>
                <a:moveTo>
                  <a:pt x="152837" y="43668"/>
                </a:moveTo>
                <a:lnTo>
                  <a:pt x="152837" y="27292"/>
                </a:lnTo>
                <a:cubicBezTo>
                  <a:pt x="152837" y="12213"/>
                  <a:pt x="118619" y="0"/>
                  <a:pt x="76418" y="0"/>
                </a:cubicBezTo>
                <a:cubicBezTo>
                  <a:pt x="34218" y="0"/>
                  <a:pt x="0" y="12213"/>
                  <a:pt x="0" y="27292"/>
                </a:cubicBezTo>
                <a:lnTo>
                  <a:pt x="0" y="43668"/>
                </a:lnTo>
                <a:cubicBezTo>
                  <a:pt x="0" y="58747"/>
                  <a:pt x="34218" y="70960"/>
                  <a:pt x="76418" y="70960"/>
                </a:cubicBezTo>
                <a:cubicBezTo>
                  <a:pt x="118619" y="70960"/>
                  <a:pt x="152837" y="58747"/>
                  <a:pt x="152837" y="43668"/>
                </a:cubicBezTo>
                <a:close/>
                <a:moveTo>
                  <a:pt x="135950" y="132982"/>
                </a:moveTo>
                <a:cubicBezTo>
                  <a:pt x="119949" y="138679"/>
                  <a:pt x="98900" y="141920"/>
                  <a:pt x="76418" y="141920"/>
                </a:cubicBezTo>
                <a:cubicBezTo>
                  <a:pt x="53936" y="141920"/>
                  <a:pt x="32887" y="138679"/>
                  <a:pt x="16887" y="132982"/>
                </a:cubicBezTo>
                <a:cubicBezTo>
                  <a:pt x="10883" y="130832"/>
                  <a:pt x="5049" y="128137"/>
                  <a:pt x="0" y="124794"/>
                </a:cubicBezTo>
                <a:lnTo>
                  <a:pt x="0" y="147378"/>
                </a:lnTo>
                <a:cubicBezTo>
                  <a:pt x="0" y="162457"/>
                  <a:pt x="34218" y="174670"/>
                  <a:pt x="76418" y="174670"/>
                </a:cubicBezTo>
                <a:cubicBezTo>
                  <a:pt x="118619" y="174670"/>
                  <a:pt x="152837" y="162457"/>
                  <a:pt x="152837" y="147378"/>
                </a:cubicBezTo>
                <a:lnTo>
                  <a:pt x="152837" y="124794"/>
                </a:lnTo>
                <a:cubicBezTo>
                  <a:pt x="147788" y="128137"/>
                  <a:pt x="141988" y="130832"/>
                  <a:pt x="135950" y="13298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73352" y="349341"/>
            <a:ext cx="3327473" cy="20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spc="55" kern="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Foundation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73352" y="558946"/>
            <a:ext cx="3467209" cy="419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01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Overview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9341" y="1152825"/>
            <a:ext cx="3711748" cy="1187759"/>
          </a:xfrm>
          <a:custGeom>
            <a:avLst/>
            <a:gdLst/>
            <a:ahLst/>
            <a:cxnLst/>
            <a:rect l="l" t="t" r="r" b="b"/>
            <a:pathLst>
              <a:path w="3711748" h="1187759">
                <a:moveTo>
                  <a:pt x="139740" y="0"/>
                </a:moveTo>
                <a:lnTo>
                  <a:pt x="3572008" y="0"/>
                </a:lnTo>
                <a:cubicBezTo>
                  <a:pt x="3649184" y="0"/>
                  <a:pt x="3711748" y="62564"/>
                  <a:pt x="3711748" y="139740"/>
                </a:cubicBezTo>
                <a:lnTo>
                  <a:pt x="3711748" y="1048019"/>
                </a:lnTo>
                <a:cubicBezTo>
                  <a:pt x="3711748" y="1125144"/>
                  <a:pt x="3649133" y="1187759"/>
                  <a:pt x="3572008" y="1187759"/>
                </a:cubicBezTo>
                <a:lnTo>
                  <a:pt x="139740" y="1187759"/>
                </a:lnTo>
                <a:cubicBezTo>
                  <a:pt x="62564" y="1187759"/>
                  <a:pt x="0" y="1125196"/>
                  <a:pt x="0" y="1048019"/>
                </a:cubicBezTo>
                <a:lnTo>
                  <a:pt x="0" y="139740"/>
                </a:lnTo>
                <a:cubicBezTo>
                  <a:pt x="0" y="62615"/>
                  <a:pt x="62615" y="0"/>
                  <a:pt x="139740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8A"/>
              </a:gs>
              <a:gs pos="100000">
                <a:srgbClr val="3B82F6"/>
              </a:gs>
            </a:gsLst>
            <a:lin ang="2700000" scaled="1"/>
          </a:gradFill>
          <a:ln/>
        </p:spPr>
      </p:sp>
      <p:sp>
        <p:nvSpPr>
          <p:cNvPr id="7" name="Shape 5"/>
          <p:cNvSpPr/>
          <p:nvPr/>
        </p:nvSpPr>
        <p:spPr>
          <a:xfrm>
            <a:off x="575321" y="1458499"/>
            <a:ext cx="229255" cy="262006"/>
          </a:xfrm>
          <a:custGeom>
            <a:avLst/>
            <a:gdLst/>
            <a:ahLst/>
            <a:cxnLst/>
            <a:rect l="l" t="t" r="r" b="b"/>
            <a:pathLst>
              <a:path w="229255" h="262006">
                <a:moveTo>
                  <a:pt x="65501" y="0"/>
                </a:moveTo>
                <a:cubicBezTo>
                  <a:pt x="74559" y="0"/>
                  <a:pt x="81877" y="7318"/>
                  <a:pt x="81877" y="16375"/>
                </a:cubicBezTo>
                <a:lnTo>
                  <a:pt x="81877" y="32751"/>
                </a:lnTo>
                <a:lnTo>
                  <a:pt x="147378" y="32751"/>
                </a:lnTo>
                <a:lnTo>
                  <a:pt x="147378" y="16375"/>
                </a:lnTo>
                <a:cubicBezTo>
                  <a:pt x="147378" y="7318"/>
                  <a:pt x="154696" y="0"/>
                  <a:pt x="163754" y="0"/>
                </a:cubicBezTo>
                <a:cubicBezTo>
                  <a:pt x="172811" y="0"/>
                  <a:pt x="180129" y="7318"/>
                  <a:pt x="180129" y="16375"/>
                </a:cubicBezTo>
                <a:lnTo>
                  <a:pt x="180129" y="32751"/>
                </a:lnTo>
                <a:lnTo>
                  <a:pt x="196504" y="32751"/>
                </a:lnTo>
                <a:cubicBezTo>
                  <a:pt x="214568" y="32751"/>
                  <a:pt x="229255" y="47437"/>
                  <a:pt x="229255" y="65501"/>
                </a:cubicBezTo>
                <a:lnTo>
                  <a:pt x="229255" y="212880"/>
                </a:lnTo>
                <a:cubicBezTo>
                  <a:pt x="229255" y="230944"/>
                  <a:pt x="214568" y="245630"/>
                  <a:pt x="196504" y="245630"/>
                </a:cubicBezTo>
                <a:lnTo>
                  <a:pt x="32751" y="245630"/>
                </a:lnTo>
                <a:cubicBezTo>
                  <a:pt x="14687" y="245630"/>
                  <a:pt x="0" y="230944"/>
                  <a:pt x="0" y="212880"/>
                </a:cubicBezTo>
                <a:lnTo>
                  <a:pt x="0" y="65501"/>
                </a:lnTo>
                <a:cubicBezTo>
                  <a:pt x="0" y="47437"/>
                  <a:pt x="14687" y="32751"/>
                  <a:pt x="32751" y="32751"/>
                </a:cubicBezTo>
                <a:lnTo>
                  <a:pt x="49126" y="32751"/>
                </a:lnTo>
                <a:lnTo>
                  <a:pt x="49126" y="16375"/>
                </a:lnTo>
                <a:cubicBezTo>
                  <a:pt x="49126" y="7318"/>
                  <a:pt x="56444" y="0"/>
                  <a:pt x="65501" y="0"/>
                </a:cubicBezTo>
                <a:close/>
                <a:moveTo>
                  <a:pt x="32751" y="122815"/>
                </a:moveTo>
                <a:lnTo>
                  <a:pt x="32751" y="139191"/>
                </a:lnTo>
                <a:cubicBezTo>
                  <a:pt x="32751" y="143694"/>
                  <a:pt x="36435" y="147378"/>
                  <a:pt x="40938" y="147378"/>
                </a:cubicBezTo>
                <a:lnTo>
                  <a:pt x="57314" y="147378"/>
                </a:lnTo>
                <a:cubicBezTo>
                  <a:pt x="61817" y="147378"/>
                  <a:pt x="65501" y="143694"/>
                  <a:pt x="65501" y="139191"/>
                </a:cubicBezTo>
                <a:lnTo>
                  <a:pt x="65501" y="122815"/>
                </a:lnTo>
                <a:cubicBezTo>
                  <a:pt x="65501" y="118312"/>
                  <a:pt x="61817" y="114628"/>
                  <a:pt x="57314" y="114628"/>
                </a:cubicBezTo>
                <a:lnTo>
                  <a:pt x="40938" y="114628"/>
                </a:lnTo>
                <a:cubicBezTo>
                  <a:pt x="36435" y="114628"/>
                  <a:pt x="32751" y="118312"/>
                  <a:pt x="32751" y="122815"/>
                </a:cubicBezTo>
                <a:close/>
                <a:moveTo>
                  <a:pt x="98252" y="122815"/>
                </a:moveTo>
                <a:lnTo>
                  <a:pt x="98252" y="139191"/>
                </a:lnTo>
                <a:cubicBezTo>
                  <a:pt x="98252" y="143694"/>
                  <a:pt x="101937" y="147378"/>
                  <a:pt x="106440" y="147378"/>
                </a:cubicBezTo>
                <a:lnTo>
                  <a:pt x="122815" y="147378"/>
                </a:lnTo>
                <a:cubicBezTo>
                  <a:pt x="127318" y="147378"/>
                  <a:pt x="131003" y="143694"/>
                  <a:pt x="131003" y="139191"/>
                </a:cubicBezTo>
                <a:lnTo>
                  <a:pt x="131003" y="122815"/>
                </a:lnTo>
                <a:cubicBezTo>
                  <a:pt x="131003" y="118312"/>
                  <a:pt x="127318" y="114628"/>
                  <a:pt x="122815" y="114628"/>
                </a:cubicBezTo>
                <a:lnTo>
                  <a:pt x="106440" y="114628"/>
                </a:lnTo>
                <a:cubicBezTo>
                  <a:pt x="101937" y="114628"/>
                  <a:pt x="98252" y="118312"/>
                  <a:pt x="98252" y="122815"/>
                </a:cubicBezTo>
                <a:close/>
                <a:moveTo>
                  <a:pt x="171941" y="114628"/>
                </a:moveTo>
                <a:cubicBezTo>
                  <a:pt x="167438" y="114628"/>
                  <a:pt x="163754" y="118312"/>
                  <a:pt x="163754" y="122815"/>
                </a:cubicBezTo>
                <a:lnTo>
                  <a:pt x="163754" y="139191"/>
                </a:lnTo>
                <a:cubicBezTo>
                  <a:pt x="163754" y="143694"/>
                  <a:pt x="167438" y="147378"/>
                  <a:pt x="171941" y="147378"/>
                </a:cubicBezTo>
                <a:lnTo>
                  <a:pt x="188317" y="147378"/>
                </a:lnTo>
                <a:cubicBezTo>
                  <a:pt x="192820" y="147378"/>
                  <a:pt x="196504" y="143694"/>
                  <a:pt x="196504" y="139191"/>
                </a:cubicBezTo>
                <a:lnTo>
                  <a:pt x="196504" y="122815"/>
                </a:lnTo>
                <a:cubicBezTo>
                  <a:pt x="196504" y="118312"/>
                  <a:pt x="192820" y="114628"/>
                  <a:pt x="188317" y="114628"/>
                </a:cubicBezTo>
                <a:lnTo>
                  <a:pt x="171941" y="114628"/>
                </a:lnTo>
                <a:close/>
                <a:moveTo>
                  <a:pt x="32751" y="188317"/>
                </a:moveTo>
                <a:lnTo>
                  <a:pt x="32751" y="204692"/>
                </a:lnTo>
                <a:cubicBezTo>
                  <a:pt x="32751" y="209195"/>
                  <a:pt x="36435" y="212880"/>
                  <a:pt x="40938" y="212880"/>
                </a:cubicBezTo>
                <a:lnTo>
                  <a:pt x="57314" y="212880"/>
                </a:lnTo>
                <a:cubicBezTo>
                  <a:pt x="61817" y="212880"/>
                  <a:pt x="65501" y="209195"/>
                  <a:pt x="65501" y="204692"/>
                </a:cubicBezTo>
                <a:lnTo>
                  <a:pt x="65501" y="188317"/>
                </a:lnTo>
                <a:cubicBezTo>
                  <a:pt x="65501" y="183813"/>
                  <a:pt x="61817" y="180129"/>
                  <a:pt x="57314" y="180129"/>
                </a:cubicBezTo>
                <a:lnTo>
                  <a:pt x="40938" y="180129"/>
                </a:lnTo>
                <a:cubicBezTo>
                  <a:pt x="36435" y="180129"/>
                  <a:pt x="32751" y="183813"/>
                  <a:pt x="32751" y="188317"/>
                </a:cubicBezTo>
                <a:close/>
                <a:moveTo>
                  <a:pt x="106440" y="180129"/>
                </a:moveTo>
                <a:cubicBezTo>
                  <a:pt x="101937" y="180129"/>
                  <a:pt x="98252" y="183813"/>
                  <a:pt x="98252" y="188317"/>
                </a:cubicBezTo>
                <a:lnTo>
                  <a:pt x="98252" y="204692"/>
                </a:lnTo>
                <a:cubicBezTo>
                  <a:pt x="98252" y="209195"/>
                  <a:pt x="101937" y="212880"/>
                  <a:pt x="106440" y="212880"/>
                </a:cubicBezTo>
                <a:lnTo>
                  <a:pt x="122815" y="212880"/>
                </a:lnTo>
                <a:cubicBezTo>
                  <a:pt x="127318" y="212880"/>
                  <a:pt x="131003" y="209195"/>
                  <a:pt x="131003" y="204692"/>
                </a:cubicBezTo>
                <a:lnTo>
                  <a:pt x="131003" y="188317"/>
                </a:lnTo>
                <a:cubicBezTo>
                  <a:pt x="131003" y="183813"/>
                  <a:pt x="127318" y="180129"/>
                  <a:pt x="122815" y="180129"/>
                </a:cubicBezTo>
                <a:lnTo>
                  <a:pt x="106440" y="180129"/>
                </a:lnTo>
                <a:close/>
                <a:moveTo>
                  <a:pt x="163754" y="188317"/>
                </a:moveTo>
                <a:lnTo>
                  <a:pt x="163754" y="204692"/>
                </a:lnTo>
                <a:cubicBezTo>
                  <a:pt x="163754" y="209195"/>
                  <a:pt x="167438" y="212880"/>
                  <a:pt x="171941" y="212880"/>
                </a:cubicBezTo>
                <a:lnTo>
                  <a:pt x="188317" y="212880"/>
                </a:lnTo>
                <a:cubicBezTo>
                  <a:pt x="192820" y="212880"/>
                  <a:pt x="196504" y="209195"/>
                  <a:pt x="196504" y="204692"/>
                </a:cubicBezTo>
                <a:lnTo>
                  <a:pt x="196504" y="188317"/>
                </a:lnTo>
                <a:cubicBezTo>
                  <a:pt x="196504" y="183813"/>
                  <a:pt x="192820" y="180129"/>
                  <a:pt x="188317" y="180129"/>
                </a:cubicBezTo>
                <a:lnTo>
                  <a:pt x="171941" y="180129"/>
                </a:lnTo>
                <a:cubicBezTo>
                  <a:pt x="167438" y="180129"/>
                  <a:pt x="163754" y="183813"/>
                  <a:pt x="163754" y="18831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56321" y="1327496"/>
            <a:ext cx="1475966" cy="20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Span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56321" y="1537100"/>
            <a:ext cx="1537100" cy="314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63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2008–2025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24011" y="1956309"/>
            <a:ext cx="3432275" cy="20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17 seasons of IPL data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37260" y="1152825"/>
            <a:ext cx="3711748" cy="1187759"/>
          </a:xfrm>
          <a:custGeom>
            <a:avLst/>
            <a:gdLst/>
            <a:ahLst/>
            <a:cxnLst/>
            <a:rect l="l" t="t" r="r" b="b"/>
            <a:pathLst>
              <a:path w="3711748" h="1187759">
                <a:moveTo>
                  <a:pt x="139740" y="0"/>
                </a:moveTo>
                <a:lnTo>
                  <a:pt x="3572008" y="0"/>
                </a:lnTo>
                <a:cubicBezTo>
                  <a:pt x="3649184" y="0"/>
                  <a:pt x="3711748" y="62564"/>
                  <a:pt x="3711748" y="139740"/>
                </a:cubicBezTo>
                <a:lnTo>
                  <a:pt x="3711748" y="1048019"/>
                </a:lnTo>
                <a:cubicBezTo>
                  <a:pt x="3711748" y="1125144"/>
                  <a:pt x="3649133" y="1187759"/>
                  <a:pt x="3572008" y="1187759"/>
                </a:cubicBezTo>
                <a:lnTo>
                  <a:pt x="139740" y="1187759"/>
                </a:lnTo>
                <a:cubicBezTo>
                  <a:pt x="62564" y="1187759"/>
                  <a:pt x="0" y="1125196"/>
                  <a:pt x="0" y="1048019"/>
                </a:cubicBezTo>
                <a:lnTo>
                  <a:pt x="0" y="139740"/>
                </a:lnTo>
                <a:cubicBezTo>
                  <a:pt x="0" y="62615"/>
                  <a:pt x="62615" y="0"/>
                  <a:pt x="139740" y="0"/>
                </a:cubicBezTo>
                <a:close/>
              </a:path>
            </a:pathLst>
          </a:custGeom>
          <a:gradFill rotWithShape="1" flip="none">
            <a:gsLst>
              <a:gs pos="0">
                <a:srgbClr val="8B0000"/>
              </a:gs>
              <a:gs pos="100000">
                <a:srgbClr val="DC2626"/>
              </a:gs>
            </a:gsLst>
            <a:lin ang="2700000" scaled="1"/>
          </a:gradFill>
          <a:ln/>
        </p:spPr>
      </p:sp>
      <p:sp>
        <p:nvSpPr>
          <p:cNvPr id="12" name="Shape 10"/>
          <p:cNvSpPr/>
          <p:nvPr/>
        </p:nvSpPr>
        <p:spPr>
          <a:xfrm>
            <a:off x="4446865" y="1458499"/>
            <a:ext cx="262006" cy="262006"/>
          </a:xfrm>
          <a:custGeom>
            <a:avLst/>
            <a:gdLst/>
            <a:ahLst/>
            <a:cxnLst/>
            <a:rect l="l" t="t" r="r" b="b"/>
            <a:pathLst>
              <a:path w="262006" h="262006">
                <a:moveTo>
                  <a:pt x="33723" y="116930"/>
                </a:moveTo>
                <a:cubicBezTo>
                  <a:pt x="40529" y="69339"/>
                  <a:pt x="81519" y="32751"/>
                  <a:pt x="131003" y="32751"/>
                </a:cubicBezTo>
                <a:cubicBezTo>
                  <a:pt x="158125" y="32751"/>
                  <a:pt x="182688" y="43753"/>
                  <a:pt x="200496" y="61510"/>
                </a:cubicBezTo>
                <a:cubicBezTo>
                  <a:pt x="200598" y="61612"/>
                  <a:pt x="200700" y="61715"/>
                  <a:pt x="200803" y="61817"/>
                </a:cubicBezTo>
                <a:lnTo>
                  <a:pt x="204692" y="65501"/>
                </a:lnTo>
                <a:lnTo>
                  <a:pt x="180180" y="65501"/>
                </a:lnTo>
                <a:cubicBezTo>
                  <a:pt x="171122" y="65501"/>
                  <a:pt x="163805" y="72819"/>
                  <a:pt x="163805" y="81877"/>
                </a:cubicBezTo>
                <a:cubicBezTo>
                  <a:pt x="163805" y="90934"/>
                  <a:pt x="171122" y="98252"/>
                  <a:pt x="180180" y="98252"/>
                </a:cubicBezTo>
                <a:lnTo>
                  <a:pt x="245682" y="98252"/>
                </a:lnTo>
                <a:cubicBezTo>
                  <a:pt x="254739" y="98252"/>
                  <a:pt x="262057" y="90934"/>
                  <a:pt x="262057" y="81877"/>
                </a:cubicBezTo>
                <a:lnTo>
                  <a:pt x="262057" y="16375"/>
                </a:lnTo>
                <a:cubicBezTo>
                  <a:pt x="262057" y="7318"/>
                  <a:pt x="254739" y="0"/>
                  <a:pt x="245682" y="0"/>
                </a:cubicBezTo>
                <a:cubicBezTo>
                  <a:pt x="236624" y="0"/>
                  <a:pt x="229306" y="7318"/>
                  <a:pt x="229306" y="16375"/>
                </a:cubicBezTo>
                <a:lnTo>
                  <a:pt x="229306" y="43702"/>
                </a:lnTo>
                <a:lnTo>
                  <a:pt x="223524" y="38226"/>
                </a:lnTo>
                <a:cubicBezTo>
                  <a:pt x="199831" y="14635"/>
                  <a:pt x="167080" y="0"/>
                  <a:pt x="131003" y="0"/>
                </a:cubicBezTo>
                <a:cubicBezTo>
                  <a:pt x="64990" y="0"/>
                  <a:pt x="10388" y="48819"/>
                  <a:pt x="1330" y="112325"/>
                </a:cubicBezTo>
                <a:cubicBezTo>
                  <a:pt x="51" y="121280"/>
                  <a:pt x="6243" y="129570"/>
                  <a:pt x="15198" y="130849"/>
                </a:cubicBezTo>
                <a:cubicBezTo>
                  <a:pt x="24154" y="132129"/>
                  <a:pt x="32444" y="125886"/>
                  <a:pt x="33723" y="116981"/>
                </a:cubicBezTo>
                <a:close/>
                <a:moveTo>
                  <a:pt x="260675" y="149681"/>
                </a:moveTo>
                <a:cubicBezTo>
                  <a:pt x="261955" y="140726"/>
                  <a:pt x="255711" y="132436"/>
                  <a:pt x="246807" y="131156"/>
                </a:cubicBezTo>
                <a:cubicBezTo>
                  <a:pt x="237903" y="129877"/>
                  <a:pt x="229562" y="136120"/>
                  <a:pt x="228283" y="145024"/>
                </a:cubicBezTo>
                <a:cubicBezTo>
                  <a:pt x="221477" y="192615"/>
                  <a:pt x="180487" y="229204"/>
                  <a:pt x="131003" y="229204"/>
                </a:cubicBezTo>
                <a:cubicBezTo>
                  <a:pt x="103881" y="229204"/>
                  <a:pt x="79318" y="218202"/>
                  <a:pt x="61510" y="200445"/>
                </a:cubicBezTo>
                <a:cubicBezTo>
                  <a:pt x="61408" y="200342"/>
                  <a:pt x="61305" y="200240"/>
                  <a:pt x="61203" y="200138"/>
                </a:cubicBezTo>
                <a:lnTo>
                  <a:pt x="57314" y="196453"/>
                </a:lnTo>
                <a:lnTo>
                  <a:pt x="81826" y="196453"/>
                </a:lnTo>
                <a:cubicBezTo>
                  <a:pt x="90883" y="196453"/>
                  <a:pt x="98201" y="189135"/>
                  <a:pt x="98201" y="180078"/>
                </a:cubicBezTo>
                <a:cubicBezTo>
                  <a:pt x="98201" y="171020"/>
                  <a:pt x="90883" y="163702"/>
                  <a:pt x="81826" y="163702"/>
                </a:cubicBezTo>
                <a:lnTo>
                  <a:pt x="16375" y="163754"/>
                </a:lnTo>
                <a:cubicBezTo>
                  <a:pt x="12026" y="163754"/>
                  <a:pt x="7829" y="165493"/>
                  <a:pt x="4759" y="168615"/>
                </a:cubicBezTo>
                <a:cubicBezTo>
                  <a:pt x="1689" y="171737"/>
                  <a:pt x="-51" y="175882"/>
                  <a:pt x="0" y="180282"/>
                </a:cubicBezTo>
                <a:lnTo>
                  <a:pt x="512" y="245272"/>
                </a:lnTo>
                <a:cubicBezTo>
                  <a:pt x="563" y="254330"/>
                  <a:pt x="7983" y="261596"/>
                  <a:pt x="17041" y="261494"/>
                </a:cubicBezTo>
                <a:cubicBezTo>
                  <a:pt x="26098" y="261392"/>
                  <a:pt x="33365" y="254023"/>
                  <a:pt x="33262" y="244965"/>
                </a:cubicBezTo>
                <a:lnTo>
                  <a:pt x="33058" y="218611"/>
                </a:lnTo>
                <a:lnTo>
                  <a:pt x="38533" y="223780"/>
                </a:lnTo>
                <a:cubicBezTo>
                  <a:pt x="62226" y="247370"/>
                  <a:pt x="94926" y="262006"/>
                  <a:pt x="131003" y="262006"/>
                </a:cubicBezTo>
                <a:cubicBezTo>
                  <a:pt x="197016" y="262006"/>
                  <a:pt x="251618" y="213187"/>
                  <a:pt x="260675" y="14968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844240" y="1327496"/>
            <a:ext cx="1048023" cy="20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Deliveries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4240" y="1537100"/>
            <a:ext cx="1109158" cy="314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63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278,205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11931" y="1956309"/>
            <a:ext cx="3432275" cy="20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Ball-by-ball records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25316" y="1152825"/>
            <a:ext cx="3711748" cy="1187759"/>
          </a:xfrm>
          <a:custGeom>
            <a:avLst/>
            <a:gdLst/>
            <a:ahLst/>
            <a:cxnLst/>
            <a:rect l="l" t="t" r="r" b="b"/>
            <a:pathLst>
              <a:path w="3711748" h="1187759">
                <a:moveTo>
                  <a:pt x="139740" y="0"/>
                </a:moveTo>
                <a:lnTo>
                  <a:pt x="3572008" y="0"/>
                </a:lnTo>
                <a:cubicBezTo>
                  <a:pt x="3649184" y="0"/>
                  <a:pt x="3711748" y="62564"/>
                  <a:pt x="3711748" y="139740"/>
                </a:cubicBezTo>
                <a:lnTo>
                  <a:pt x="3711748" y="1048019"/>
                </a:lnTo>
                <a:cubicBezTo>
                  <a:pt x="3711748" y="1125144"/>
                  <a:pt x="3649133" y="1187759"/>
                  <a:pt x="3572008" y="1187759"/>
                </a:cubicBezTo>
                <a:lnTo>
                  <a:pt x="139740" y="1187759"/>
                </a:lnTo>
                <a:cubicBezTo>
                  <a:pt x="62564" y="1187759"/>
                  <a:pt x="0" y="1125196"/>
                  <a:pt x="0" y="1048019"/>
                </a:cubicBezTo>
                <a:lnTo>
                  <a:pt x="0" y="139740"/>
                </a:lnTo>
                <a:cubicBezTo>
                  <a:pt x="0" y="62615"/>
                  <a:pt x="62615" y="0"/>
                  <a:pt x="139740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8A"/>
              </a:gs>
              <a:gs pos="100000">
                <a:srgbClr val="1E3A8A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17" name="Shape 15"/>
          <p:cNvSpPr/>
          <p:nvPr/>
        </p:nvSpPr>
        <p:spPr>
          <a:xfrm>
            <a:off x="8334921" y="1458499"/>
            <a:ext cx="262006" cy="262006"/>
          </a:xfrm>
          <a:custGeom>
            <a:avLst/>
            <a:gdLst/>
            <a:ahLst/>
            <a:cxnLst/>
            <a:rect l="l" t="t" r="r" b="b"/>
            <a:pathLst>
              <a:path w="262006" h="262006">
                <a:moveTo>
                  <a:pt x="73843" y="0"/>
                </a:moveTo>
                <a:lnTo>
                  <a:pt x="188470" y="0"/>
                </a:lnTo>
                <a:cubicBezTo>
                  <a:pt x="202031" y="0"/>
                  <a:pt x="213084" y="11156"/>
                  <a:pt x="212573" y="24665"/>
                </a:cubicBezTo>
                <a:cubicBezTo>
                  <a:pt x="212470" y="27378"/>
                  <a:pt x="212368" y="30090"/>
                  <a:pt x="212214" y="32751"/>
                </a:cubicBezTo>
                <a:lnTo>
                  <a:pt x="237596" y="32751"/>
                </a:lnTo>
                <a:cubicBezTo>
                  <a:pt x="250952" y="32751"/>
                  <a:pt x="262722" y="43804"/>
                  <a:pt x="261699" y="58235"/>
                </a:cubicBezTo>
                <a:cubicBezTo>
                  <a:pt x="257861" y="111301"/>
                  <a:pt x="230739" y="140470"/>
                  <a:pt x="201315" y="155719"/>
                </a:cubicBezTo>
                <a:cubicBezTo>
                  <a:pt x="193229" y="159916"/>
                  <a:pt x="184990" y="163037"/>
                  <a:pt x="177161" y="165340"/>
                </a:cubicBezTo>
                <a:cubicBezTo>
                  <a:pt x="166824" y="179975"/>
                  <a:pt x="156078" y="187703"/>
                  <a:pt x="147532" y="191848"/>
                </a:cubicBezTo>
                <a:lnTo>
                  <a:pt x="147532" y="229255"/>
                </a:lnTo>
                <a:lnTo>
                  <a:pt x="180282" y="229255"/>
                </a:lnTo>
                <a:cubicBezTo>
                  <a:pt x="189340" y="229255"/>
                  <a:pt x="196658" y="236573"/>
                  <a:pt x="196658" y="245630"/>
                </a:cubicBezTo>
                <a:cubicBezTo>
                  <a:pt x="196658" y="254688"/>
                  <a:pt x="189340" y="262006"/>
                  <a:pt x="180282" y="262006"/>
                </a:cubicBezTo>
                <a:lnTo>
                  <a:pt x="82030" y="262006"/>
                </a:lnTo>
                <a:cubicBezTo>
                  <a:pt x="72973" y="262006"/>
                  <a:pt x="65655" y="254688"/>
                  <a:pt x="65655" y="245630"/>
                </a:cubicBezTo>
                <a:cubicBezTo>
                  <a:pt x="65655" y="236573"/>
                  <a:pt x="72973" y="229255"/>
                  <a:pt x="82030" y="229255"/>
                </a:cubicBezTo>
                <a:lnTo>
                  <a:pt x="114781" y="229255"/>
                </a:lnTo>
                <a:lnTo>
                  <a:pt x="114781" y="191848"/>
                </a:lnTo>
                <a:cubicBezTo>
                  <a:pt x="106593" y="187907"/>
                  <a:pt x="96410" y="180589"/>
                  <a:pt x="86482" y="167131"/>
                </a:cubicBezTo>
                <a:cubicBezTo>
                  <a:pt x="77067" y="164675"/>
                  <a:pt x="66832" y="160939"/>
                  <a:pt x="56853" y="155310"/>
                </a:cubicBezTo>
                <a:cubicBezTo>
                  <a:pt x="29169" y="139805"/>
                  <a:pt x="4196" y="110585"/>
                  <a:pt x="614" y="58133"/>
                </a:cubicBezTo>
                <a:cubicBezTo>
                  <a:pt x="-358" y="43753"/>
                  <a:pt x="11360" y="32700"/>
                  <a:pt x="24717" y="32700"/>
                </a:cubicBezTo>
                <a:lnTo>
                  <a:pt x="50098" y="32700"/>
                </a:lnTo>
                <a:cubicBezTo>
                  <a:pt x="49945" y="30039"/>
                  <a:pt x="49842" y="27378"/>
                  <a:pt x="49740" y="24614"/>
                </a:cubicBezTo>
                <a:cubicBezTo>
                  <a:pt x="49228" y="11053"/>
                  <a:pt x="60282" y="-51"/>
                  <a:pt x="73843" y="-51"/>
                </a:cubicBezTo>
                <a:close/>
                <a:moveTo>
                  <a:pt x="51941" y="57314"/>
                </a:moveTo>
                <a:lnTo>
                  <a:pt x="25126" y="57314"/>
                </a:lnTo>
                <a:cubicBezTo>
                  <a:pt x="28299" y="100657"/>
                  <a:pt x="48205" y="122355"/>
                  <a:pt x="68725" y="133869"/>
                </a:cubicBezTo>
                <a:cubicBezTo>
                  <a:pt x="61356" y="114781"/>
                  <a:pt x="55267" y="89860"/>
                  <a:pt x="51941" y="57314"/>
                </a:cubicBezTo>
                <a:close/>
                <a:moveTo>
                  <a:pt x="194457" y="131412"/>
                </a:moveTo>
                <a:cubicBezTo>
                  <a:pt x="215182" y="119233"/>
                  <a:pt x="233912" y="97587"/>
                  <a:pt x="237084" y="57314"/>
                </a:cubicBezTo>
                <a:lnTo>
                  <a:pt x="210321" y="57314"/>
                </a:lnTo>
                <a:cubicBezTo>
                  <a:pt x="207148" y="88478"/>
                  <a:pt x="201417" y="112683"/>
                  <a:pt x="194457" y="13141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8732296" y="1327496"/>
            <a:ext cx="655014" cy="20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Matches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732296" y="1537100"/>
            <a:ext cx="716149" cy="314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63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1,169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99987" y="1956309"/>
            <a:ext cx="3432275" cy="20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match records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53708" y="2519622"/>
            <a:ext cx="5650590" cy="3336206"/>
          </a:xfrm>
          <a:custGeom>
            <a:avLst/>
            <a:gdLst/>
            <a:ahLst/>
            <a:cxnLst/>
            <a:rect l="l" t="t" r="r" b="b"/>
            <a:pathLst>
              <a:path w="5650590" h="3336206">
                <a:moveTo>
                  <a:pt x="139720" y="0"/>
                </a:moveTo>
                <a:lnTo>
                  <a:pt x="5510870" y="0"/>
                </a:lnTo>
                <a:cubicBezTo>
                  <a:pt x="5587984" y="0"/>
                  <a:pt x="5650590" y="62607"/>
                  <a:pt x="5650590" y="139720"/>
                </a:cubicBezTo>
                <a:lnTo>
                  <a:pt x="5650590" y="3196486"/>
                </a:lnTo>
                <a:cubicBezTo>
                  <a:pt x="5650590" y="3273651"/>
                  <a:pt x="5588035" y="3336206"/>
                  <a:pt x="5510870" y="3336206"/>
                </a:cubicBezTo>
                <a:lnTo>
                  <a:pt x="139720" y="3336206"/>
                </a:lnTo>
                <a:cubicBezTo>
                  <a:pt x="62555" y="3336206"/>
                  <a:pt x="0" y="3273651"/>
                  <a:pt x="0" y="3196486"/>
                </a:cubicBezTo>
                <a:lnTo>
                  <a:pt x="0" y="139720"/>
                </a:lnTo>
                <a:cubicBezTo>
                  <a:pt x="0" y="62607"/>
                  <a:pt x="62607" y="0"/>
                  <a:pt x="139720" y="0"/>
                </a:cubicBezTo>
                <a:close/>
              </a:path>
            </a:pathLst>
          </a:cu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8946" y="2733593"/>
            <a:ext cx="209605" cy="209605"/>
          </a:xfrm>
          <a:custGeom>
            <a:avLst/>
            <a:gdLst/>
            <a:ahLst/>
            <a:cxnLst/>
            <a:rect l="l" t="t" r="r" b="b"/>
            <a:pathLst>
              <a:path w="209605" h="209605">
                <a:moveTo>
                  <a:pt x="95182" y="2129"/>
                </a:moveTo>
                <a:cubicBezTo>
                  <a:pt x="101282" y="-696"/>
                  <a:pt x="108323" y="-696"/>
                  <a:pt x="114423" y="2129"/>
                </a:cubicBezTo>
                <a:lnTo>
                  <a:pt x="203914" y="43477"/>
                </a:lnTo>
                <a:cubicBezTo>
                  <a:pt x="207394" y="45073"/>
                  <a:pt x="209605" y="48553"/>
                  <a:pt x="209605" y="52401"/>
                </a:cubicBezTo>
                <a:cubicBezTo>
                  <a:pt x="209605" y="56249"/>
                  <a:pt x="207394" y="59729"/>
                  <a:pt x="203914" y="61326"/>
                </a:cubicBezTo>
                <a:lnTo>
                  <a:pt x="114423" y="102673"/>
                </a:lnTo>
                <a:cubicBezTo>
                  <a:pt x="108323" y="105498"/>
                  <a:pt x="101282" y="105498"/>
                  <a:pt x="95182" y="102673"/>
                </a:cubicBezTo>
                <a:lnTo>
                  <a:pt x="5690" y="61326"/>
                </a:lnTo>
                <a:cubicBezTo>
                  <a:pt x="2211" y="59688"/>
                  <a:pt x="0" y="56208"/>
                  <a:pt x="0" y="52401"/>
                </a:cubicBezTo>
                <a:cubicBezTo>
                  <a:pt x="0" y="48594"/>
                  <a:pt x="2211" y="45073"/>
                  <a:pt x="5690" y="43477"/>
                </a:cubicBezTo>
                <a:lnTo>
                  <a:pt x="95182" y="2129"/>
                </a:lnTo>
                <a:close/>
                <a:moveTo>
                  <a:pt x="19691" y="89409"/>
                </a:moveTo>
                <a:lnTo>
                  <a:pt x="86953" y="120482"/>
                </a:lnTo>
                <a:cubicBezTo>
                  <a:pt x="98293" y="125722"/>
                  <a:pt x="111352" y="125722"/>
                  <a:pt x="122692" y="120482"/>
                </a:cubicBezTo>
                <a:lnTo>
                  <a:pt x="189954" y="89409"/>
                </a:lnTo>
                <a:lnTo>
                  <a:pt x="203914" y="95878"/>
                </a:lnTo>
                <a:cubicBezTo>
                  <a:pt x="207394" y="97474"/>
                  <a:pt x="209605" y="100954"/>
                  <a:pt x="209605" y="104802"/>
                </a:cubicBezTo>
                <a:cubicBezTo>
                  <a:pt x="209605" y="108651"/>
                  <a:pt x="207394" y="112130"/>
                  <a:pt x="203914" y="113727"/>
                </a:cubicBezTo>
                <a:lnTo>
                  <a:pt x="114423" y="155075"/>
                </a:lnTo>
                <a:cubicBezTo>
                  <a:pt x="108323" y="157899"/>
                  <a:pt x="101282" y="157899"/>
                  <a:pt x="95182" y="155075"/>
                </a:cubicBezTo>
                <a:lnTo>
                  <a:pt x="5690" y="113727"/>
                </a:lnTo>
                <a:cubicBezTo>
                  <a:pt x="2211" y="112089"/>
                  <a:pt x="0" y="108610"/>
                  <a:pt x="0" y="104802"/>
                </a:cubicBezTo>
                <a:cubicBezTo>
                  <a:pt x="0" y="100995"/>
                  <a:pt x="2211" y="97474"/>
                  <a:pt x="5690" y="95878"/>
                </a:cubicBezTo>
                <a:lnTo>
                  <a:pt x="19650" y="89409"/>
                </a:lnTo>
                <a:close/>
                <a:moveTo>
                  <a:pt x="5690" y="148279"/>
                </a:moveTo>
                <a:lnTo>
                  <a:pt x="19650" y="141811"/>
                </a:lnTo>
                <a:lnTo>
                  <a:pt x="86912" y="172883"/>
                </a:lnTo>
                <a:cubicBezTo>
                  <a:pt x="98252" y="178123"/>
                  <a:pt x="111311" y="178123"/>
                  <a:pt x="122651" y="172883"/>
                </a:cubicBezTo>
                <a:lnTo>
                  <a:pt x="189913" y="141811"/>
                </a:lnTo>
                <a:lnTo>
                  <a:pt x="203873" y="148279"/>
                </a:lnTo>
                <a:cubicBezTo>
                  <a:pt x="207353" y="149875"/>
                  <a:pt x="209564" y="153355"/>
                  <a:pt x="209564" y="157203"/>
                </a:cubicBezTo>
                <a:cubicBezTo>
                  <a:pt x="209564" y="161052"/>
                  <a:pt x="207353" y="164531"/>
                  <a:pt x="203873" y="166128"/>
                </a:cubicBezTo>
                <a:lnTo>
                  <a:pt x="114382" y="207476"/>
                </a:lnTo>
                <a:cubicBezTo>
                  <a:pt x="108282" y="210301"/>
                  <a:pt x="101241" y="210301"/>
                  <a:pt x="95141" y="207476"/>
                </a:cubicBezTo>
                <a:lnTo>
                  <a:pt x="5690" y="166128"/>
                </a:lnTo>
                <a:cubicBezTo>
                  <a:pt x="2211" y="164490"/>
                  <a:pt x="0" y="161011"/>
                  <a:pt x="0" y="157203"/>
                </a:cubicBezTo>
                <a:cubicBezTo>
                  <a:pt x="0" y="153396"/>
                  <a:pt x="2211" y="149875"/>
                  <a:pt x="5690" y="148279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794751" y="2698659"/>
            <a:ext cx="5135312" cy="279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0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Processing Pipeline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32745" y="3152802"/>
            <a:ext cx="349341" cy="349341"/>
          </a:xfrm>
          <a:custGeom>
            <a:avLst/>
            <a:gdLst/>
            <a:ahLst/>
            <a:cxnLst/>
            <a:rect l="l" t="t" r="r" b="b"/>
            <a:pathLst>
              <a:path w="349341" h="349341">
                <a:moveTo>
                  <a:pt x="69868" y="0"/>
                </a:moveTo>
                <a:lnTo>
                  <a:pt x="279473" y="0"/>
                </a:lnTo>
                <a:cubicBezTo>
                  <a:pt x="318034" y="0"/>
                  <a:pt x="349341" y="31307"/>
                  <a:pt x="349341" y="69868"/>
                </a:cubicBezTo>
                <a:lnTo>
                  <a:pt x="349341" y="279473"/>
                </a:lnTo>
                <a:cubicBezTo>
                  <a:pt x="349341" y="318034"/>
                  <a:pt x="318034" y="349341"/>
                  <a:pt x="279473" y="349341"/>
                </a:cubicBezTo>
                <a:lnTo>
                  <a:pt x="69868" y="349341"/>
                </a:lnTo>
                <a:cubicBezTo>
                  <a:pt x="31307" y="349341"/>
                  <a:pt x="0" y="318034"/>
                  <a:pt x="0" y="279473"/>
                </a:cubicBezTo>
                <a:lnTo>
                  <a:pt x="0" y="69868"/>
                </a:lnTo>
                <a:cubicBezTo>
                  <a:pt x="0" y="31307"/>
                  <a:pt x="31307" y="0"/>
                  <a:pt x="69868" y="0"/>
                </a:cubicBez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25" name="Text 23"/>
          <p:cNvSpPr/>
          <p:nvPr/>
        </p:nvSpPr>
        <p:spPr>
          <a:xfrm>
            <a:off x="497811" y="3152802"/>
            <a:ext cx="419209" cy="349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21822" y="3117868"/>
            <a:ext cx="2532722" cy="20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Ball-by-Ball Aggregation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21822" y="3327473"/>
            <a:ext cx="2532722" cy="20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Raw data → Player-match level statistics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32745" y="3676814"/>
            <a:ext cx="349341" cy="349341"/>
          </a:xfrm>
          <a:custGeom>
            <a:avLst/>
            <a:gdLst/>
            <a:ahLst/>
            <a:cxnLst/>
            <a:rect l="l" t="t" r="r" b="b"/>
            <a:pathLst>
              <a:path w="349341" h="349341">
                <a:moveTo>
                  <a:pt x="69868" y="0"/>
                </a:moveTo>
                <a:lnTo>
                  <a:pt x="279473" y="0"/>
                </a:lnTo>
                <a:cubicBezTo>
                  <a:pt x="318034" y="0"/>
                  <a:pt x="349341" y="31307"/>
                  <a:pt x="349341" y="69868"/>
                </a:cubicBezTo>
                <a:lnTo>
                  <a:pt x="349341" y="279473"/>
                </a:lnTo>
                <a:cubicBezTo>
                  <a:pt x="349341" y="318034"/>
                  <a:pt x="318034" y="349341"/>
                  <a:pt x="279473" y="349341"/>
                </a:cubicBezTo>
                <a:lnTo>
                  <a:pt x="69868" y="349341"/>
                </a:lnTo>
                <a:cubicBezTo>
                  <a:pt x="31307" y="349341"/>
                  <a:pt x="0" y="318034"/>
                  <a:pt x="0" y="279473"/>
                </a:cubicBezTo>
                <a:lnTo>
                  <a:pt x="0" y="69868"/>
                </a:lnTo>
                <a:cubicBezTo>
                  <a:pt x="0" y="31307"/>
                  <a:pt x="31307" y="0"/>
                  <a:pt x="69868" y="0"/>
                </a:cubicBez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29" name="Text 27"/>
          <p:cNvSpPr/>
          <p:nvPr/>
        </p:nvSpPr>
        <p:spPr>
          <a:xfrm>
            <a:off x="497811" y="3676814"/>
            <a:ext cx="419209" cy="349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21822" y="3641880"/>
            <a:ext cx="2733593" cy="20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Player Filtering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21822" y="3851484"/>
            <a:ext cx="2733593" cy="20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Kept players with ≥20 matches for reliability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32745" y="4200825"/>
            <a:ext cx="349341" cy="349341"/>
          </a:xfrm>
          <a:custGeom>
            <a:avLst/>
            <a:gdLst/>
            <a:ahLst/>
            <a:cxnLst/>
            <a:rect l="l" t="t" r="r" b="b"/>
            <a:pathLst>
              <a:path w="349341" h="349341">
                <a:moveTo>
                  <a:pt x="69868" y="0"/>
                </a:moveTo>
                <a:lnTo>
                  <a:pt x="279473" y="0"/>
                </a:lnTo>
                <a:cubicBezTo>
                  <a:pt x="318034" y="0"/>
                  <a:pt x="349341" y="31307"/>
                  <a:pt x="349341" y="69868"/>
                </a:cubicBezTo>
                <a:lnTo>
                  <a:pt x="349341" y="279473"/>
                </a:lnTo>
                <a:cubicBezTo>
                  <a:pt x="349341" y="318034"/>
                  <a:pt x="318034" y="349341"/>
                  <a:pt x="279473" y="349341"/>
                </a:cubicBezTo>
                <a:lnTo>
                  <a:pt x="69868" y="349341"/>
                </a:lnTo>
                <a:cubicBezTo>
                  <a:pt x="31307" y="349341"/>
                  <a:pt x="0" y="318034"/>
                  <a:pt x="0" y="279473"/>
                </a:cubicBezTo>
                <a:lnTo>
                  <a:pt x="0" y="69868"/>
                </a:lnTo>
                <a:cubicBezTo>
                  <a:pt x="0" y="31307"/>
                  <a:pt x="31307" y="0"/>
                  <a:pt x="69868" y="0"/>
                </a:cubicBez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33" name="Text 31"/>
          <p:cNvSpPr/>
          <p:nvPr/>
        </p:nvSpPr>
        <p:spPr>
          <a:xfrm>
            <a:off x="497811" y="4200825"/>
            <a:ext cx="419209" cy="349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21822" y="4165891"/>
            <a:ext cx="2008711" cy="20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Chronological Sorting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21822" y="4375496"/>
            <a:ext cx="2008711" cy="20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Time-series structure preserved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32745" y="4724837"/>
            <a:ext cx="349341" cy="349341"/>
          </a:xfrm>
          <a:custGeom>
            <a:avLst/>
            <a:gdLst/>
            <a:ahLst/>
            <a:cxnLst/>
            <a:rect l="l" t="t" r="r" b="b"/>
            <a:pathLst>
              <a:path w="349341" h="349341">
                <a:moveTo>
                  <a:pt x="69868" y="0"/>
                </a:moveTo>
                <a:lnTo>
                  <a:pt x="279473" y="0"/>
                </a:lnTo>
                <a:cubicBezTo>
                  <a:pt x="318034" y="0"/>
                  <a:pt x="349341" y="31307"/>
                  <a:pt x="349341" y="69868"/>
                </a:cubicBezTo>
                <a:lnTo>
                  <a:pt x="349341" y="279473"/>
                </a:lnTo>
                <a:cubicBezTo>
                  <a:pt x="349341" y="318034"/>
                  <a:pt x="318034" y="349341"/>
                  <a:pt x="279473" y="349341"/>
                </a:cubicBezTo>
                <a:lnTo>
                  <a:pt x="69868" y="349341"/>
                </a:lnTo>
                <a:cubicBezTo>
                  <a:pt x="31307" y="349341"/>
                  <a:pt x="0" y="318034"/>
                  <a:pt x="0" y="279473"/>
                </a:cubicBezTo>
                <a:lnTo>
                  <a:pt x="0" y="69868"/>
                </a:lnTo>
                <a:cubicBezTo>
                  <a:pt x="0" y="31307"/>
                  <a:pt x="31307" y="0"/>
                  <a:pt x="69868" y="0"/>
                </a:cubicBez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37" name="Text 35"/>
          <p:cNvSpPr/>
          <p:nvPr/>
        </p:nvSpPr>
        <p:spPr>
          <a:xfrm>
            <a:off x="497811" y="4724837"/>
            <a:ext cx="419209" cy="349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21822" y="4689903"/>
            <a:ext cx="2436653" cy="20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Creation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21822" y="4899507"/>
            <a:ext cx="2436653" cy="20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Used shift(-1) for next match prediction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90022" y="2523989"/>
            <a:ext cx="5641857" cy="3327473"/>
          </a:xfrm>
          <a:custGeom>
            <a:avLst/>
            <a:gdLst/>
            <a:ahLst/>
            <a:cxnLst/>
            <a:rect l="l" t="t" r="r" b="b"/>
            <a:pathLst>
              <a:path w="5641857" h="3327473">
                <a:moveTo>
                  <a:pt x="139721" y="0"/>
                </a:moveTo>
                <a:lnTo>
                  <a:pt x="5502136" y="0"/>
                </a:lnTo>
                <a:cubicBezTo>
                  <a:pt x="5579302" y="0"/>
                  <a:pt x="5641857" y="62555"/>
                  <a:pt x="5641857" y="139721"/>
                </a:cubicBezTo>
                <a:lnTo>
                  <a:pt x="5641857" y="3187752"/>
                </a:lnTo>
                <a:cubicBezTo>
                  <a:pt x="5641857" y="3264918"/>
                  <a:pt x="5579302" y="3327473"/>
                  <a:pt x="5502136" y="3327473"/>
                </a:cubicBezTo>
                <a:lnTo>
                  <a:pt x="139721" y="3327473"/>
                </a:lnTo>
                <a:cubicBezTo>
                  <a:pt x="62555" y="3327473"/>
                  <a:pt x="0" y="3264918"/>
                  <a:pt x="0" y="3187752"/>
                </a:cubicBezTo>
                <a:lnTo>
                  <a:pt x="0" y="139721"/>
                </a:lnTo>
                <a:cubicBezTo>
                  <a:pt x="0" y="62555"/>
                  <a:pt x="62555" y="0"/>
                  <a:pt x="139721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12727" y="2742327"/>
            <a:ext cx="183404" cy="209605"/>
          </a:xfrm>
          <a:custGeom>
            <a:avLst/>
            <a:gdLst/>
            <a:ahLst/>
            <a:cxnLst/>
            <a:rect l="l" t="t" r="r" b="b"/>
            <a:pathLst>
              <a:path w="183404" h="209605">
                <a:moveTo>
                  <a:pt x="104802" y="65501"/>
                </a:moveTo>
                <a:lnTo>
                  <a:pt x="104802" y="104802"/>
                </a:lnTo>
                <a:lnTo>
                  <a:pt x="157203" y="104802"/>
                </a:lnTo>
                <a:lnTo>
                  <a:pt x="157203" y="65501"/>
                </a:lnTo>
                <a:lnTo>
                  <a:pt x="104802" y="65501"/>
                </a:lnTo>
                <a:close/>
                <a:moveTo>
                  <a:pt x="78602" y="65501"/>
                </a:moveTo>
                <a:lnTo>
                  <a:pt x="26201" y="65501"/>
                </a:lnTo>
                <a:lnTo>
                  <a:pt x="26201" y="104802"/>
                </a:lnTo>
                <a:lnTo>
                  <a:pt x="78602" y="104802"/>
                </a:lnTo>
                <a:lnTo>
                  <a:pt x="78602" y="65501"/>
                </a:lnTo>
                <a:close/>
                <a:moveTo>
                  <a:pt x="0" y="131003"/>
                </a:moveTo>
                <a:lnTo>
                  <a:pt x="0" y="39301"/>
                </a:lnTo>
                <a:cubicBezTo>
                  <a:pt x="0" y="24850"/>
                  <a:pt x="11749" y="13100"/>
                  <a:pt x="26201" y="13100"/>
                </a:cubicBezTo>
                <a:lnTo>
                  <a:pt x="157203" y="13100"/>
                </a:lnTo>
                <a:cubicBezTo>
                  <a:pt x="171655" y="13100"/>
                  <a:pt x="183404" y="24850"/>
                  <a:pt x="183404" y="39301"/>
                </a:cubicBezTo>
                <a:lnTo>
                  <a:pt x="183404" y="170304"/>
                </a:lnTo>
                <a:cubicBezTo>
                  <a:pt x="183404" y="184755"/>
                  <a:pt x="171655" y="196504"/>
                  <a:pt x="157203" y="196504"/>
                </a:cubicBezTo>
                <a:lnTo>
                  <a:pt x="26201" y="196504"/>
                </a:lnTo>
                <a:cubicBezTo>
                  <a:pt x="11749" y="196504"/>
                  <a:pt x="0" y="184755"/>
                  <a:pt x="0" y="170304"/>
                </a:cubicBezTo>
                <a:lnTo>
                  <a:pt x="0" y="131003"/>
                </a:lnTo>
                <a:close/>
                <a:moveTo>
                  <a:pt x="157203" y="131003"/>
                </a:moveTo>
                <a:lnTo>
                  <a:pt x="104802" y="131003"/>
                </a:lnTo>
                <a:lnTo>
                  <a:pt x="104802" y="170304"/>
                </a:lnTo>
                <a:lnTo>
                  <a:pt x="157203" y="170304"/>
                </a:lnTo>
                <a:lnTo>
                  <a:pt x="157203" y="131003"/>
                </a:lnTo>
                <a:close/>
                <a:moveTo>
                  <a:pt x="78602" y="170304"/>
                </a:moveTo>
                <a:lnTo>
                  <a:pt x="78602" y="131003"/>
                </a:lnTo>
                <a:lnTo>
                  <a:pt x="26201" y="131003"/>
                </a:lnTo>
                <a:lnTo>
                  <a:pt x="26201" y="170304"/>
                </a:lnTo>
                <a:lnTo>
                  <a:pt x="78602" y="170304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2" name="Text 40"/>
          <p:cNvSpPr/>
          <p:nvPr/>
        </p:nvSpPr>
        <p:spPr>
          <a:xfrm>
            <a:off x="6635432" y="2707393"/>
            <a:ext cx="5117845" cy="279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0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Statistics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73426" y="3126602"/>
          <a:ext cx="5275049" cy="2541456"/>
        </p:xfrm>
        <a:graphic>
          <a:graphicData uri="http://schemas.openxmlformats.org/drawingml/2006/table">
            <a:tbl>
              <a:tblPr/>
              <a:tblGrid>
                <a:gridCol w="3668080"/>
                <a:gridCol w="1606968"/>
              </a:tblGrid>
              <a:tr h="363065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1E3A8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Metric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9868" marB="6986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u="none" dirty="0">
                          <a:solidFill>
                            <a:srgbClr val="1E3A8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Value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9868" marB="6986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63065"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Total Seasons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9868" marB="6986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 u="none" dirty="0">
                          <a:solidFill>
                            <a:srgbClr val="1E3A8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17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9868" marB="6986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63065"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Total Deliveries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9868" marB="6986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 u="none" dirty="0">
                          <a:solidFill>
                            <a:srgbClr val="1E3A8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278,205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9868" marB="6986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63065"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Total Matches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9868" marB="6986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 u="none" dirty="0">
                          <a:solidFill>
                            <a:srgbClr val="1E3A8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1,169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9868" marB="6986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63065"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Unique Batsmen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9868" marB="6986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 u="none" dirty="0">
                          <a:solidFill>
                            <a:srgbClr val="8B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450+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9868" marB="6986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63065"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Unique Bowlers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9868" marB="6986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 u="none" dirty="0">
                          <a:solidFill>
                            <a:srgbClr val="8B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380+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9868" marB="6986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63065"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Min Matches Filter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9868" marB="6986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 u="none" dirty="0">
                          <a:solidFill>
                            <a:srgbClr val="1E3A8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≥20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0" marR="0" marT="69868" marB="6986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4" name="Shape 41"/>
          <p:cNvSpPr/>
          <p:nvPr/>
        </p:nvSpPr>
        <p:spPr>
          <a:xfrm>
            <a:off x="353708" y="6004298"/>
            <a:ext cx="11484585" cy="497811"/>
          </a:xfrm>
          <a:custGeom>
            <a:avLst/>
            <a:gdLst/>
            <a:ahLst/>
            <a:cxnLst/>
            <a:rect l="l" t="t" r="r" b="b"/>
            <a:pathLst>
              <a:path w="11484585" h="497811">
                <a:moveTo>
                  <a:pt x="104804" y="0"/>
                </a:moveTo>
                <a:lnTo>
                  <a:pt x="11379780" y="0"/>
                </a:lnTo>
                <a:cubicBezTo>
                  <a:pt x="11437662" y="0"/>
                  <a:pt x="11484585" y="46922"/>
                  <a:pt x="11484585" y="104804"/>
                </a:cubicBezTo>
                <a:lnTo>
                  <a:pt x="11484585" y="393007"/>
                </a:lnTo>
                <a:cubicBezTo>
                  <a:pt x="11484585" y="450888"/>
                  <a:pt x="11437662" y="497811"/>
                  <a:pt x="11379780" y="497811"/>
                </a:cubicBezTo>
                <a:lnTo>
                  <a:pt x="104804" y="497811"/>
                </a:lnTo>
                <a:cubicBezTo>
                  <a:pt x="46922" y="497811"/>
                  <a:pt x="0" y="450888"/>
                  <a:pt x="0" y="393007"/>
                </a:cubicBezTo>
                <a:lnTo>
                  <a:pt x="0" y="104804"/>
                </a:lnTo>
                <a:cubicBezTo>
                  <a:pt x="0" y="46922"/>
                  <a:pt x="46922" y="0"/>
                  <a:pt x="104804" y="0"/>
                </a:cubicBezTo>
                <a:close/>
              </a:path>
            </a:pathLst>
          </a:custGeom>
          <a:solidFill>
            <a:srgbClr val="1E3A8A">
              <a:alpha val="5098"/>
            </a:srgbClr>
          </a:solidFill>
          <a:ln w="12700">
            <a:solidFill>
              <a:srgbClr val="1E3A8A">
                <a:alpha val="2000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19645" y="6165868"/>
            <a:ext cx="174670" cy="174670"/>
          </a:xfrm>
          <a:custGeom>
            <a:avLst/>
            <a:gdLst/>
            <a:ahLst/>
            <a:cxnLst/>
            <a:rect l="l" t="t" r="r" b="b"/>
            <a:pathLst>
              <a:path w="174670" h="174670">
                <a:moveTo>
                  <a:pt x="87335" y="174670"/>
                </a:moveTo>
                <a:cubicBezTo>
                  <a:pt x="135537" y="174670"/>
                  <a:pt x="174670" y="135537"/>
                  <a:pt x="174670" y="87335"/>
                </a:cubicBezTo>
                <a:cubicBezTo>
                  <a:pt x="174670" y="39134"/>
                  <a:pt x="135537" y="0"/>
                  <a:pt x="87335" y="0"/>
                </a:cubicBezTo>
                <a:cubicBezTo>
                  <a:pt x="39134" y="0"/>
                  <a:pt x="0" y="39134"/>
                  <a:pt x="0" y="87335"/>
                </a:cubicBezTo>
                <a:cubicBezTo>
                  <a:pt x="0" y="135537"/>
                  <a:pt x="39134" y="174670"/>
                  <a:pt x="87335" y="174670"/>
                </a:cubicBezTo>
                <a:close/>
                <a:moveTo>
                  <a:pt x="76418" y="54585"/>
                </a:moveTo>
                <a:cubicBezTo>
                  <a:pt x="76418" y="48559"/>
                  <a:pt x="81310" y="43668"/>
                  <a:pt x="87335" y="43668"/>
                </a:cubicBezTo>
                <a:cubicBezTo>
                  <a:pt x="93360" y="43668"/>
                  <a:pt x="98252" y="48559"/>
                  <a:pt x="98252" y="54585"/>
                </a:cubicBezTo>
                <a:cubicBezTo>
                  <a:pt x="98252" y="60610"/>
                  <a:pt x="93360" y="65501"/>
                  <a:pt x="87335" y="65501"/>
                </a:cubicBezTo>
                <a:cubicBezTo>
                  <a:pt x="81310" y="65501"/>
                  <a:pt x="76418" y="60610"/>
                  <a:pt x="76418" y="54585"/>
                </a:cubicBezTo>
                <a:close/>
                <a:moveTo>
                  <a:pt x="73689" y="76418"/>
                </a:moveTo>
                <a:lnTo>
                  <a:pt x="90064" y="76418"/>
                </a:lnTo>
                <a:cubicBezTo>
                  <a:pt x="94602" y="76418"/>
                  <a:pt x="98252" y="80069"/>
                  <a:pt x="98252" y="84606"/>
                </a:cubicBezTo>
                <a:lnTo>
                  <a:pt x="98252" y="114628"/>
                </a:lnTo>
                <a:lnTo>
                  <a:pt x="100981" y="114628"/>
                </a:lnTo>
                <a:cubicBezTo>
                  <a:pt x="105519" y="114628"/>
                  <a:pt x="109169" y="118278"/>
                  <a:pt x="109169" y="122815"/>
                </a:cubicBezTo>
                <a:cubicBezTo>
                  <a:pt x="109169" y="127353"/>
                  <a:pt x="105519" y="131003"/>
                  <a:pt x="100981" y="131003"/>
                </a:cubicBezTo>
                <a:lnTo>
                  <a:pt x="73689" y="131003"/>
                </a:lnTo>
                <a:cubicBezTo>
                  <a:pt x="69152" y="131003"/>
                  <a:pt x="65501" y="127353"/>
                  <a:pt x="65501" y="122815"/>
                </a:cubicBezTo>
                <a:cubicBezTo>
                  <a:pt x="65501" y="118278"/>
                  <a:pt x="69152" y="114628"/>
                  <a:pt x="73689" y="114628"/>
                </a:cubicBezTo>
                <a:lnTo>
                  <a:pt x="81877" y="114628"/>
                </a:lnTo>
                <a:lnTo>
                  <a:pt x="81877" y="92794"/>
                </a:lnTo>
                <a:lnTo>
                  <a:pt x="73689" y="92794"/>
                </a:lnTo>
                <a:cubicBezTo>
                  <a:pt x="69152" y="92794"/>
                  <a:pt x="65501" y="89143"/>
                  <a:pt x="65501" y="84606"/>
                </a:cubicBezTo>
                <a:cubicBezTo>
                  <a:pt x="65501" y="80069"/>
                  <a:pt x="69152" y="76418"/>
                  <a:pt x="73689" y="76418"/>
                </a:cubicBez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46" name="Text 43"/>
          <p:cNvSpPr/>
          <p:nvPr/>
        </p:nvSpPr>
        <p:spPr>
          <a:xfrm>
            <a:off x="820951" y="6148401"/>
            <a:ext cx="7353628" cy="20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Quality:</a:t>
            </a:r>
            <a:pPr>
              <a:lnSpc>
                <a:spcPct val="130000"/>
              </a:lnSpc>
            </a:pPr>
            <a:r>
              <a:rPr lang="en-US" sz="11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Comprehensive ball-by-ball coverage ensures granular statistics for accurate player performance modeling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8667" y="440267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67735" y="0"/>
                </a:moveTo>
                <a:lnTo>
                  <a:pt x="338665" y="0"/>
                </a:lnTo>
                <a:cubicBezTo>
                  <a:pt x="376049" y="0"/>
                  <a:pt x="406400" y="30351"/>
                  <a:pt x="406400" y="67735"/>
                </a:cubicBezTo>
                <a:lnTo>
                  <a:pt x="406400" y="338665"/>
                </a:lnTo>
                <a:cubicBezTo>
                  <a:pt x="406400" y="376049"/>
                  <a:pt x="376049" y="406400"/>
                  <a:pt x="338665" y="406400"/>
                </a:cubicBezTo>
                <a:lnTo>
                  <a:pt x="67735" y="406400"/>
                </a:lnTo>
                <a:cubicBezTo>
                  <a:pt x="30351" y="406400"/>
                  <a:pt x="0" y="376049"/>
                  <a:pt x="0" y="338665"/>
                </a:cubicBezTo>
                <a:lnTo>
                  <a:pt x="0" y="67735"/>
                </a:lnTo>
                <a:cubicBezTo>
                  <a:pt x="0" y="30351"/>
                  <a:pt x="30351" y="0"/>
                  <a:pt x="67735" y="0"/>
                </a:cubicBez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3893" y="524933"/>
            <a:ext cx="262467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3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46667" y="338667"/>
            <a:ext cx="357293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spc="53" kern="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Milestone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6667" y="541867"/>
            <a:ext cx="3708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00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Preprocessing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8667" y="1117600"/>
            <a:ext cx="5672667" cy="3996267"/>
          </a:xfrm>
          <a:custGeom>
            <a:avLst/>
            <a:gdLst/>
            <a:ahLst/>
            <a:cxnLst/>
            <a:rect l="l" t="t" r="r" b="b"/>
            <a:pathLst>
              <a:path w="5672667" h="3996267">
                <a:moveTo>
                  <a:pt x="135473" y="0"/>
                </a:moveTo>
                <a:lnTo>
                  <a:pt x="5537193" y="0"/>
                </a:lnTo>
                <a:cubicBezTo>
                  <a:pt x="5612013" y="0"/>
                  <a:pt x="5672667" y="60654"/>
                  <a:pt x="5672667" y="135473"/>
                </a:cubicBezTo>
                <a:lnTo>
                  <a:pt x="5672667" y="3860793"/>
                </a:lnTo>
                <a:cubicBezTo>
                  <a:pt x="5672667" y="3935613"/>
                  <a:pt x="5612013" y="3996267"/>
                  <a:pt x="5537193" y="3996267"/>
                </a:cubicBezTo>
                <a:lnTo>
                  <a:pt x="135473" y="3996267"/>
                </a:lnTo>
                <a:cubicBezTo>
                  <a:pt x="60654" y="3996267"/>
                  <a:pt x="0" y="3935613"/>
                  <a:pt x="0" y="3860793"/>
                </a:cubicBezTo>
                <a:lnTo>
                  <a:pt x="0" y="135473"/>
                </a:lnTo>
                <a:cubicBezTo>
                  <a:pt x="0" y="60704"/>
                  <a:pt x="60704" y="0"/>
                  <a:pt x="135473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8A"/>
              </a:gs>
              <a:gs pos="100000">
                <a:srgbClr val="3B82F6"/>
              </a:gs>
            </a:gsLst>
            <a:lin ang="2700000" scaled="1"/>
          </a:gradFill>
          <a:ln/>
        </p:spPr>
      </p:sp>
      <p:sp>
        <p:nvSpPr>
          <p:cNvPr id="7" name="Shape 5"/>
          <p:cNvSpPr/>
          <p:nvPr/>
        </p:nvSpPr>
        <p:spPr>
          <a:xfrm>
            <a:off x="541867" y="1320800"/>
            <a:ext cx="541867" cy="541867"/>
          </a:xfrm>
          <a:custGeom>
            <a:avLst/>
            <a:gdLst/>
            <a:ahLst/>
            <a:cxnLst/>
            <a:rect l="l" t="t" r="r" b="b"/>
            <a:pathLst>
              <a:path w="541867" h="541867">
                <a:moveTo>
                  <a:pt x="101600" y="0"/>
                </a:moveTo>
                <a:lnTo>
                  <a:pt x="440267" y="0"/>
                </a:lnTo>
                <a:cubicBezTo>
                  <a:pt x="496341" y="0"/>
                  <a:pt x="541867" y="45525"/>
                  <a:pt x="541867" y="101600"/>
                </a:cubicBezTo>
                <a:lnTo>
                  <a:pt x="541867" y="440267"/>
                </a:lnTo>
                <a:cubicBezTo>
                  <a:pt x="541867" y="496341"/>
                  <a:pt x="496341" y="541867"/>
                  <a:pt x="440267" y="541867"/>
                </a:cubicBezTo>
                <a:lnTo>
                  <a:pt x="101600" y="541867"/>
                </a:lnTo>
                <a:cubicBezTo>
                  <a:pt x="45525" y="541867"/>
                  <a:pt x="0" y="496341"/>
                  <a:pt x="0" y="440267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72042" y="1464733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281087" y="27087"/>
                </a:moveTo>
                <a:cubicBezTo>
                  <a:pt x="287288" y="20886"/>
                  <a:pt x="287288" y="10815"/>
                  <a:pt x="281087" y="4614"/>
                </a:cubicBezTo>
                <a:cubicBezTo>
                  <a:pt x="274886" y="-1587"/>
                  <a:pt x="264815" y="-1587"/>
                  <a:pt x="258614" y="4614"/>
                </a:cubicBezTo>
                <a:lnTo>
                  <a:pt x="163364" y="99864"/>
                </a:lnTo>
                <a:lnTo>
                  <a:pt x="146149" y="82649"/>
                </a:lnTo>
                <a:cubicBezTo>
                  <a:pt x="144066" y="80566"/>
                  <a:pt x="141188" y="79375"/>
                  <a:pt x="138212" y="79375"/>
                </a:cubicBezTo>
                <a:cubicBezTo>
                  <a:pt x="132011" y="79375"/>
                  <a:pt x="127000" y="84386"/>
                  <a:pt x="127000" y="90587"/>
                </a:cubicBezTo>
                <a:lnTo>
                  <a:pt x="127000" y="105023"/>
                </a:lnTo>
                <a:lnTo>
                  <a:pt x="180727" y="158750"/>
                </a:lnTo>
                <a:lnTo>
                  <a:pt x="195163" y="158750"/>
                </a:lnTo>
                <a:cubicBezTo>
                  <a:pt x="201364" y="158750"/>
                  <a:pt x="206375" y="153739"/>
                  <a:pt x="206375" y="147538"/>
                </a:cubicBezTo>
                <a:cubicBezTo>
                  <a:pt x="206375" y="144562"/>
                  <a:pt x="205184" y="141684"/>
                  <a:pt x="203101" y="139601"/>
                </a:cubicBezTo>
                <a:lnTo>
                  <a:pt x="185886" y="122386"/>
                </a:lnTo>
                <a:lnTo>
                  <a:pt x="281136" y="27136"/>
                </a:lnTo>
                <a:close/>
                <a:moveTo>
                  <a:pt x="169218" y="175320"/>
                </a:moveTo>
                <a:lnTo>
                  <a:pt x="110430" y="116532"/>
                </a:lnTo>
                <a:cubicBezTo>
                  <a:pt x="89247" y="114697"/>
                  <a:pt x="68163" y="122337"/>
                  <a:pt x="52983" y="137517"/>
                </a:cubicBezTo>
                <a:lnTo>
                  <a:pt x="49014" y="141486"/>
                </a:lnTo>
                <a:cubicBezTo>
                  <a:pt x="37951" y="152549"/>
                  <a:pt x="31750" y="167531"/>
                  <a:pt x="31750" y="183158"/>
                </a:cubicBezTo>
                <a:cubicBezTo>
                  <a:pt x="31750" y="186531"/>
                  <a:pt x="35272" y="188714"/>
                  <a:pt x="38298" y="187226"/>
                </a:cubicBezTo>
                <a:lnTo>
                  <a:pt x="63649" y="174575"/>
                </a:lnTo>
                <a:cubicBezTo>
                  <a:pt x="66129" y="173335"/>
                  <a:pt x="68362" y="176609"/>
                  <a:pt x="66328" y="178495"/>
                </a:cubicBezTo>
                <a:lnTo>
                  <a:pt x="3621" y="234851"/>
                </a:lnTo>
                <a:cubicBezTo>
                  <a:pt x="1339" y="236934"/>
                  <a:pt x="0" y="239911"/>
                  <a:pt x="0" y="243036"/>
                </a:cubicBezTo>
                <a:cubicBezTo>
                  <a:pt x="0" y="249089"/>
                  <a:pt x="4911" y="254000"/>
                  <a:pt x="10964" y="254000"/>
                </a:cubicBezTo>
                <a:lnTo>
                  <a:pt x="96937" y="254000"/>
                </a:lnTo>
                <a:cubicBezTo>
                  <a:pt x="116185" y="254000"/>
                  <a:pt x="134590" y="246360"/>
                  <a:pt x="148233" y="232767"/>
                </a:cubicBezTo>
                <a:cubicBezTo>
                  <a:pt x="163413" y="217587"/>
                  <a:pt x="171004" y="196503"/>
                  <a:pt x="169218" y="17532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219200" y="1439333"/>
            <a:ext cx="168486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Cleaning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6100" y="2036233"/>
            <a:ext cx="5257800" cy="973667"/>
          </a:xfrm>
          <a:custGeom>
            <a:avLst/>
            <a:gdLst/>
            <a:ahLst/>
            <a:cxnLst/>
            <a:rect l="l" t="t" r="r" b="b"/>
            <a:pathLst>
              <a:path w="5257800" h="973667">
                <a:moveTo>
                  <a:pt x="101602" y="0"/>
                </a:moveTo>
                <a:lnTo>
                  <a:pt x="5156198" y="0"/>
                </a:lnTo>
                <a:cubicBezTo>
                  <a:pt x="5212311" y="0"/>
                  <a:pt x="5257800" y="45489"/>
                  <a:pt x="5257800" y="101602"/>
                </a:cubicBezTo>
                <a:lnTo>
                  <a:pt x="5257800" y="872065"/>
                </a:lnTo>
                <a:cubicBezTo>
                  <a:pt x="5257800" y="928178"/>
                  <a:pt x="5212311" y="973667"/>
                  <a:pt x="5156198" y="973667"/>
                </a:cubicBezTo>
                <a:lnTo>
                  <a:pt x="101602" y="973667"/>
                </a:lnTo>
                <a:cubicBezTo>
                  <a:pt x="45489" y="973667"/>
                  <a:pt x="0" y="928178"/>
                  <a:pt x="0" y="872065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192867"/>
            <a:ext cx="1295400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Column Reduction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01539" y="2175933"/>
            <a:ext cx="863600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64 → 53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5800" y="2514600"/>
            <a:ext cx="4978400" cy="84667"/>
          </a:xfrm>
          <a:custGeom>
            <a:avLst/>
            <a:gdLst/>
            <a:ahLst/>
            <a:cxnLst/>
            <a:rect l="l" t="t" r="r" b="b"/>
            <a:pathLst>
              <a:path w="4978400" h="84667">
                <a:moveTo>
                  <a:pt x="42333" y="0"/>
                </a:moveTo>
                <a:lnTo>
                  <a:pt x="4936067" y="0"/>
                </a:lnTo>
                <a:cubicBezTo>
                  <a:pt x="4959447" y="0"/>
                  <a:pt x="4978400" y="18953"/>
                  <a:pt x="4978400" y="42333"/>
                </a:cubicBezTo>
                <a:lnTo>
                  <a:pt x="4978400" y="42333"/>
                </a:lnTo>
                <a:cubicBezTo>
                  <a:pt x="4978400" y="65713"/>
                  <a:pt x="4959447" y="84667"/>
                  <a:pt x="4936067" y="84667"/>
                </a:cubicBezTo>
                <a:lnTo>
                  <a:pt x="42333" y="84667"/>
                </a:lnTo>
                <a:cubicBezTo>
                  <a:pt x="18953" y="84667"/>
                  <a:pt x="0" y="65713"/>
                  <a:pt x="0" y="42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2514600"/>
            <a:ext cx="4131733" cy="84667"/>
          </a:xfrm>
          <a:custGeom>
            <a:avLst/>
            <a:gdLst/>
            <a:ahLst/>
            <a:cxnLst/>
            <a:rect l="l" t="t" r="r" b="b"/>
            <a:pathLst>
              <a:path w="4131733" h="84667">
                <a:moveTo>
                  <a:pt x="42333" y="0"/>
                </a:moveTo>
                <a:lnTo>
                  <a:pt x="4089400" y="0"/>
                </a:lnTo>
                <a:cubicBezTo>
                  <a:pt x="4112780" y="0"/>
                  <a:pt x="4131733" y="18953"/>
                  <a:pt x="4131733" y="42333"/>
                </a:cubicBezTo>
                <a:lnTo>
                  <a:pt x="4131733" y="42333"/>
                </a:lnTo>
                <a:cubicBezTo>
                  <a:pt x="4131733" y="65713"/>
                  <a:pt x="4112780" y="84667"/>
                  <a:pt x="4089400" y="84667"/>
                </a:cubicBezTo>
                <a:lnTo>
                  <a:pt x="42333" y="84667"/>
                </a:lnTo>
                <a:cubicBezTo>
                  <a:pt x="18953" y="84667"/>
                  <a:pt x="0" y="65713"/>
                  <a:pt x="0" y="42333"/>
                </a:cubicBezTo>
                <a:lnTo>
                  <a:pt x="0" y="42333"/>
                </a:lnTo>
                <a:cubicBezTo>
                  <a:pt x="0" y="18953"/>
                  <a:pt x="18953" y="0"/>
                  <a:pt x="42333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667000"/>
            <a:ext cx="504613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Removed irrelevant &amp; redundant columns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6100" y="3153833"/>
            <a:ext cx="5257800" cy="787400"/>
          </a:xfrm>
          <a:custGeom>
            <a:avLst/>
            <a:gdLst/>
            <a:ahLst/>
            <a:cxnLst/>
            <a:rect l="l" t="t" r="r" b="b"/>
            <a:pathLst>
              <a:path w="5257800" h="787400">
                <a:moveTo>
                  <a:pt x="101598" y="0"/>
                </a:moveTo>
                <a:lnTo>
                  <a:pt x="5156202" y="0"/>
                </a:lnTo>
                <a:cubicBezTo>
                  <a:pt x="5212313" y="0"/>
                  <a:pt x="5257800" y="45487"/>
                  <a:pt x="5257800" y="101598"/>
                </a:cubicBezTo>
                <a:lnTo>
                  <a:pt x="5257800" y="685802"/>
                </a:lnTo>
                <a:cubicBezTo>
                  <a:pt x="5257800" y="741913"/>
                  <a:pt x="5212313" y="787400"/>
                  <a:pt x="5156202" y="787400"/>
                </a:cubicBezTo>
                <a:lnTo>
                  <a:pt x="101598" y="787400"/>
                </a:lnTo>
                <a:cubicBezTo>
                  <a:pt x="45487" y="787400"/>
                  <a:pt x="0" y="741913"/>
                  <a:pt x="0" y="6858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6967" y="3327400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95250" y="148167"/>
                </a:moveTo>
                <a:lnTo>
                  <a:pt x="21167" y="148167"/>
                </a:lnTo>
                <a:lnTo>
                  <a:pt x="21167" y="74083"/>
                </a:lnTo>
                <a:lnTo>
                  <a:pt x="37042" y="74083"/>
                </a:lnTo>
                <a:lnTo>
                  <a:pt x="37042" y="52917"/>
                </a:lnTo>
                <a:lnTo>
                  <a:pt x="21167" y="52917"/>
                </a:lnTo>
                <a:cubicBezTo>
                  <a:pt x="9492" y="52917"/>
                  <a:pt x="0" y="62409"/>
                  <a:pt x="0" y="74083"/>
                </a:cubicBezTo>
                <a:lnTo>
                  <a:pt x="0" y="148167"/>
                </a:lnTo>
                <a:cubicBezTo>
                  <a:pt x="0" y="159841"/>
                  <a:pt x="9492" y="169333"/>
                  <a:pt x="21167" y="169333"/>
                </a:cubicBezTo>
                <a:lnTo>
                  <a:pt x="95250" y="169333"/>
                </a:lnTo>
                <a:cubicBezTo>
                  <a:pt x="106925" y="169333"/>
                  <a:pt x="116417" y="159841"/>
                  <a:pt x="116417" y="148167"/>
                </a:cubicBezTo>
                <a:lnTo>
                  <a:pt x="116417" y="132292"/>
                </a:lnTo>
                <a:lnTo>
                  <a:pt x="95250" y="132292"/>
                </a:lnTo>
                <a:lnTo>
                  <a:pt x="95250" y="148167"/>
                </a:lnTo>
                <a:close/>
                <a:moveTo>
                  <a:pt x="74083" y="116417"/>
                </a:moveTo>
                <a:lnTo>
                  <a:pt x="148167" y="116417"/>
                </a:lnTo>
                <a:cubicBezTo>
                  <a:pt x="159841" y="116417"/>
                  <a:pt x="169333" y="106925"/>
                  <a:pt x="169333" y="95250"/>
                </a:cubicBezTo>
                <a:lnTo>
                  <a:pt x="169333" y="21167"/>
                </a:lnTo>
                <a:cubicBezTo>
                  <a:pt x="169333" y="9492"/>
                  <a:pt x="159841" y="0"/>
                  <a:pt x="148167" y="0"/>
                </a:cubicBezTo>
                <a:lnTo>
                  <a:pt x="74083" y="0"/>
                </a:lnTo>
                <a:cubicBezTo>
                  <a:pt x="62409" y="0"/>
                  <a:pt x="52917" y="9492"/>
                  <a:pt x="52917" y="21167"/>
                </a:cubicBezTo>
                <a:lnTo>
                  <a:pt x="52917" y="95250"/>
                </a:lnTo>
                <a:cubicBezTo>
                  <a:pt x="52917" y="106925"/>
                  <a:pt x="62409" y="116417"/>
                  <a:pt x="74083" y="11641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999067" y="3293533"/>
            <a:ext cx="1320800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Duplicate Removal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" y="3598333"/>
            <a:ext cx="504613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Identified and eliminated duplicate records to ensure data integrity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6100" y="4085167"/>
            <a:ext cx="5257800" cy="787400"/>
          </a:xfrm>
          <a:custGeom>
            <a:avLst/>
            <a:gdLst/>
            <a:ahLst/>
            <a:cxnLst/>
            <a:rect l="l" t="t" r="r" b="b"/>
            <a:pathLst>
              <a:path w="5257800" h="787400">
                <a:moveTo>
                  <a:pt x="101598" y="0"/>
                </a:moveTo>
                <a:lnTo>
                  <a:pt x="5156202" y="0"/>
                </a:lnTo>
                <a:cubicBezTo>
                  <a:pt x="5212313" y="0"/>
                  <a:pt x="5257800" y="45487"/>
                  <a:pt x="5257800" y="101598"/>
                </a:cubicBezTo>
                <a:lnTo>
                  <a:pt x="5257800" y="685802"/>
                </a:lnTo>
                <a:cubicBezTo>
                  <a:pt x="5257800" y="741913"/>
                  <a:pt x="5212313" y="787400"/>
                  <a:pt x="5156202" y="787400"/>
                </a:cubicBezTo>
                <a:lnTo>
                  <a:pt x="101598" y="787400"/>
                </a:lnTo>
                <a:cubicBezTo>
                  <a:pt x="45487" y="787400"/>
                  <a:pt x="0" y="741913"/>
                  <a:pt x="0" y="6858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6967" y="4258733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84667" y="169333"/>
                </a:moveTo>
                <a:cubicBezTo>
                  <a:pt x="131395" y="169333"/>
                  <a:pt x="169333" y="131395"/>
                  <a:pt x="169333" y="84667"/>
                </a:cubicBezTo>
                <a:cubicBezTo>
                  <a:pt x="169333" y="37938"/>
                  <a:pt x="131395" y="0"/>
                  <a:pt x="84667" y="0"/>
                </a:cubicBezTo>
                <a:cubicBezTo>
                  <a:pt x="37938" y="0"/>
                  <a:pt x="0" y="37938"/>
                  <a:pt x="0" y="84667"/>
                </a:cubicBezTo>
                <a:cubicBezTo>
                  <a:pt x="0" y="131395"/>
                  <a:pt x="37938" y="169333"/>
                  <a:pt x="84667" y="169333"/>
                </a:cubicBezTo>
                <a:close/>
                <a:moveTo>
                  <a:pt x="84667" y="58208"/>
                </a:moveTo>
                <a:cubicBezTo>
                  <a:pt x="78813" y="58208"/>
                  <a:pt x="74083" y="62938"/>
                  <a:pt x="74083" y="68792"/>
                </a:cubicBezTo>
                <a:cubicBezTo>
                  <a:pt x="74083" y="73190"/>
                  <a:pt x="70545" y="76729"/>
                  <a:pt x="66146" y="76729"/>
                </a:cubicBezTo>
                <a:cubicBezTo>
                  <a:pt x="61747" y="76729"/>
                  <a:pt x="58208" y="73190"/>
                  <a:pt x="58208" y="68792"/>
                </a:cubicBezTo>
                <a:cubicBezTo>
                  <a:pt x="58208" y="54173"/>
                  <a:pt x="70048" y="42333"/>
                  <a:pt x="84667" y="42333"/>
                </a:cubicBezTo>
                <a:cubicBezTo>
                  <a:pt x="99285" y="42333"/>
                  <a:pt x="111125" y="54173"/>
                  <a:pt x="111125" y="68792"/>
                </a:cubicBezTo>
                <a:cubicBezTo>
                  <a:pt x="111125" y="84402"/>
                  <a:pt x="99219" y="91017"/>
                  <a:pt x="92604" y="93431"/>
                </a:cubicBezTo>
                <a:lnTo>
                  <a:pt x="92604" y="94688"/>
                </a:lnTo>
                <a:cubicBezTo>
                  <a:pt x="92604" y="99086"/>
                  <a:pt x="89065" y="102625"/>
                  <a:pt x="84667" y="102625"/>
                </a:cubicBezTo>
                <a:cubicBezTo>
                  <a:pt x="80268" y="102625"/>
                  <a:pt x="76729" y="99086"/>
                  <a:pt x="76729" y="94688"/>
                </a:cubicBezTo>
                <a:lnTo>
                  <a:pt x="76729" y="92009"/>
                </a:lnTo>
                <a:cubicBezTo>
                  <a:pt x="76729" y="85229"/>
                  <a:pt x="81624" y="80367"/>
                  <a:pt x="86684" y="78714"/>
                </a:cubicBezTo>
                <a:cubicBezTo>
                  <a:pt x="88801" y="78019"/>
                  <a:pt x="91050" y="76895"/>
                  <a:pt x="92703" y="75307"/>
                </a:cubicBezTo>
                <a:cubicBezTo>
                  <a:pt x="94126" y="73918"/>
                  <a:pt x="95250" y="72000"/>
                  <a:pt x="95250" y="68825"/>
                </a:cubicBezTo>
                <a:cubicBezTo>
                  <a:pt x="95250" y="62971"/>
                  <a:pt x="90521" y="58241"/>
                  <a:pt x="84667" y="58241"/>
                </a:cubicBezTo>
                <a:close/>
                <a:moveTo>
                  <a:pt x="74083" y="121708"/>
                </a:moveTo>
                <a:cubicBezTo>
                  <a:pt x="74083" y="115867"/>
                  <a:pt x="78826" y="111125"/>
                  <a:pt x="84667" y="111125"/>
                </a:cubicBezTo>
                <a:cubicBezTo>
                  <a:pt x="90508" y="111125"/>
                  <a:pt x="95250" y="115867"/>
                  <a:pt x="95250" y="121708"/>
                </a:cubicBezTo>
                <a:cubicBezTo>
                  <a:pt x="95250" y="127549"/>
                  <a:pt x="90508" y="132292"/>
                  <a:pt x="84667" y="132292"/>
                </a:cubicBezTo>
                <a:cubicBezTo>
                  <a:pt x="78826" y="132292"/>
                  <a:pt x="74083" y="127549"/>
                  <a:pt x="74083" y="12170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999067" y="4224867"/>
            <a:ext cx="1600200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 Value Handling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5800" y="4529667"/>
            <a:ext cx="504613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Imputed or removed missing values strategically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84900" y="1121833"/>
            <a:ext cx="5664200" cy="1871133"/>
          </a:xfrm>
          <a:custGeom>
            <a:avLst/>
            <a:gdLst/>
            <a:ahLst/>
            <a:cxnLst/>
            <a:rect l="l" t="t" r="r" b="b"/>
            <a:pathLst>
              <a:path w="5664200" h="1871133">
                <a:moveTo>
                  <a:pt x="135470" y="0"/>
                </a:moveTo>
                <a:lnTo>
                  <a:pt x="5528730" y="0"/>
                </a:lnTo>
                <a:cubicBezTo>
                  <a:pt x="5603548" y="0"/>
                  <a:pt x="5664200" y="60652"/>
                  <a:pt x="5664200" y="135470"/>
                </a:cubicBezTo>
                <a:lnTo>
                  <a:pt x="5664200" y="1735663"/>
                </a:lnTo>
                <a:cubicBezTo>
                  <a:pt x="5664200" y="1810481"/>
                  <a:pt x="5603548" y="1871133"/>
                  <a:pt x="5528730" y="1871133"/>
                </a:cubicBezTo>
                <a:lnTo>
                  <a:pt x="135470" y="1871133"/>
                </a:lnTo>
                <a:cubicBezTo>
                  <a:pt x="60702" y="1871133"/>
                  <a:pt x="0" y="1810431"/>
                  <a:pt x="0" y="1735663"/>
                </a:cubicBezTo>
                <a:lnTo>
                  <a:pt x="0" y="135470"/>
                </a:lnTo>
                <a:cubicBezTo>
                  <a:pt x="0" y="60702"/>
                  <a:pt x="60702" y="0"/>
                  <a:pt x="135470" y="0"/>
                </a:cubicBezTo>
                <a:close/>
              </a:path>
            </a:pathLst>
          </a:cu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8467" y="1295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0"/>
                </a:moveTo>
                <a:lnTo>
                  <a:pt x="304800" y="0"/>
                </a:lnTo>
                <a:cubicBezTo>
                  <a:pt x="360875" y="0"/>
                  <a:pt x="406400" y="45525"/>
                  <a:pt x="406400" y="101600"/>
                </a:cubicBezTo>
                <a:lnTo>
                  <a:pt x="406400" y="304800"/>
                </a:lnTo>
                <a:cubicBezTo>
                  <a:pt x="406400" y="360875"/>
                  <a:pt x="360875" y="406400"/>
                  <a:pt x="304800" y="406400"/>
                </a:cubicBezTo>
                <a:lnTo>
                  <a:pt x="101600" y="406400"/>
                </a:lnTo>
                <a:cubicBezTo>
                  <a:pt x="45525" y="406400"/>
                  <a:pt x="0" y="360875"/>
                  <a:pt x="0" y="3048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6466417" y="1413933"/>
            <a:ext cx="190500" cy="169333"/>
          </a:xfrm>
          <a:custGeom>
            <a:avLst/>
            <a:gdLst/>
            <a:ahLst/>
            <a:cxnLst/>
            <a:rect l="l" t="t" r="r" b="b"/>
            <a:pathLst>
              <a:path w="190500" h="169333">
                <a:moveTo>
                  <a:pt x="81558" y="123891"/>
                </a:moveTo>
                <a:lnTo>
                  <a:pt x="49808" y="155641"/>
                </a:lnTo>
                <a:cubicBezTo>
                  <a:pt x="45674" y="159775"/>
                  <a:pt x="38960" y="159775"/>
                  <a:pt x="34826" y="155641"/>
                </a:cubicBezTo>
                <a:lnTo>
                  <a:pt x="3076" y="123891"/>
                </a:lnTo>
                <a:cubicBezTo>
                  <a:pt x="-1058" y="119757"/>
                  <a:pt x="-1058" y="113043"/>
                  <a:pt x="3076" y="108909"/>
                </a:cubicBezTo>
                <a:cubicBezTo>
                  <a:pt x="7210" y="104775"/>
                  <a:pt x="13924" y="104775"/>
                  <a:pt x="18058" y="108909"/>
                </a:cubicBezTo>
                <a:lnTo>
                  <a:pt x="31750" y="122601"/>
                </a:lnTo>
                <a:lnTo>
                  <a:pt x="31750" y="21167"/>
                </a:lnTo>
                <a:cubicBezTo>
                  <a:pt x="31750" y="15313"/>
                  <a:pt x="36479" y="10583"/>
                  <a:pt x="42333" y="10583"/>
                </a:cubicBezTo>
                <a:cubicBezTo>
                  <a:pt x="48187" y="10583"/>
                  <a:pt x="52917" y="15313"/>
                  <a:pt x="52917" y="21167"/>
                </a:cubicBezTo>
                <a:lnTo>
                  <a:pt x="52917" y="122601"/>
                </a:lnTo>
                <a:lnTo>
                  <a:pt x="66609" y="108909"/>
                </a:lnTo>
                <a:cubicBezTo>
                  <a:pt x="70743" y="104775"/>
                  <a:pt x="77457" y="104775"/>
                  <a:pt x="81591" y="108909"/>
                </a:cubicBezTo>
                <a:cubicBezTo>
                  <a:pt x="85725" y="113043"/>
                  <a:pt x="85725" y="119757"/>
                  <a:pt x="81591" y="123891"/>
                </a:cubicBezTo>
                <a:close/>
                <a:moveTo>
                  <a:pt x="105833" y="158750"/>
                </a:moveTo>
                <a:cubicBezTo>
                  <a:pt x="99979" y="158750"/>
                  <a:pt x="95250" y="154021"/>
                  <a:pt x="95250" y="148167"/>
                </a:cubicBezTo>
                <a:cubicBezTo>
                  <a:pt x="95250" y="142313"/>
                  <a:pt x="99979" y="137583"/>
                  <a:pt x="105833" y="137583"/>
                </a:cubicBezTo>
                <a:lnTo>
                  <a:pt x="116417" y="137583"/>
                </a:lnTo>
                <a:cubicBezTo>
                  <a:pt x="122271" y="137583"/>
                  <a:pt x="127000" y="142313"/>
                  <a:pt x="127000" y="148167"/>
                </a:cubicBezTo>
                <a:cubicBezTo>
                  <a:pt x="127000" y="154021"/>
                  <a:pt x="122271" y="158750"/>
                  <a:pt x="116417" y="158750"/>
                </a:cubicBezTo>
                <a:lnTo>
                  <a:pt x="105833" y="158750"/>
                </a:lnTo>
                <a:close/>
                <a:moveTo>
                  <a:pt x="105833" y="116417"/>
                </a:moveTo>
                <a:cubicBezTo>
                  <a:pt x="99979" y="116417"/>
                  <a:pt x="95250" y="111687"/>
                  <a:pt x="95250" y="105833"/>
                </a:cubicBezTo>
                <a:cubicBezTo>
                  <a:pt x="95250" y="99979"/>
                  <a:pt x="99979" y="95250"/>
                  <a:pt x="105833" y="95250"/>
                </a:cubicBezTo>
                <a:lnTo>
                  <a:pt x="137583" y="95250"/>
                </a:lnTo>
                <a:cubicBezTo>
                  <a:pt x="143437" y="95250"/>
                  <a:pt x="148167" y="99979"/>
                  <a:pt x="148167" y="105833"/>
                </a:cubicBezTo>
                <a:cubicBezTo>
                  <a:pt x="148167" y="111687"/>
                  <a:pt x="143437" y="116417"/>
                  <a:pt x="137583" y="116417"/>
                </a:cubicBezTo>
                <a:lnTo>
                  <a:pt x="105833" y="116417"/>
                </a:lnTo>
                <a:close/>
                <a:moveTo>
                  <a:pt x="105833" y="74083"/>
                </a:moveTo>
                <a:cubicBezTo>
                  <a:pt x="99979" y="74083"/>
                  <a:pt x="95250" y="69354"/>
                  <a:pt x="95250" y="63500"/>
                </a:cubicBezTo>
                <a:cubicBezTo>
                  <a:pt x="95250" y="57646"/>
                  <a:pt x="99979" y="52917"/>
                  <a:pt x="105833" y="52917"/>
                </a:cubicBezTo>
                <a:lnTo>
                  <a:pt x="158750" y="52917"/>
                </a:lnTo>
                <a:cubicBezTo>
                  <a:pt x="164604" y="52917"/>
                  <a:pt x="169333" y="57646"/>
                  <a:pt x="169333" y="63500"/>
                </a:cubicBezTo>
                <a:cubicBezTo>
                  <a:pt x="169333" y="69354"/>
                  <a:pt x="164604" y="74083"/>
                  <a:pt x="158750" y="74083"/>
                </a:cubicBezTo>
                <a:lnTo>
                  <a:pt x="105833" y="74083"/>
                </a:lnTo>
                <a:close/>
                <a:moveTo>
                  <a:pt x="105833" y="31750"/>
                </a:moveTo>
                <a:cubicBezTo>
                  <a:pt x="99979" y="31750"/>
                  <a:pt x="95250" y="27021"/>
                  <a:pt x="95250" y="21167"/>
                </a:cubicBezTo>
                <a:cubicBezTo>
                  <a:pt x="95250" y="15313"/>
                  <a:pt x="99979" y="10583"/>
                  <a:pt x="105833" y="10583"/>
                </a:cubicBezTo>
                <a:lnTo>
                  <a:pt x="179917" y="10583"/>
                </a:lnTo>
                <a:cubicBezTo>
                  <a:pt x="185771" y="10583"/>
                  <a:pt x="190500" y="15313"/>
                  <a:pt x="190500" y="21167"/>
                </a:cubicBezTo>
                <a:cubicBezTo>
                  <a:pt x="190500" y="27021"/>
                  <a:pt x="185771" y="31750"/>
                  <a:pt x="179917" y="31750"/>
                </a:cubicBezTo>
                <a:lnTo>
                  <a:pt x="105833" y="3175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866467" y="1363133"/>
            <a:ext cx="2040467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Chronological Sorting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58467" y="1837267"/>
            <a:ext cx="5384800" cy="440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7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for time-series analysis. Data sorted by </a:t>
            </a:r>
            <a:pPr>
              <a:lnSpc>
                <a:spcPct val="140000"/>
              </a:lnSpc>
            </a:pPr>
            <a:r>
              <a:rPr lang="en-US" sz="1067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match date</a:t>
            </a:r>
            <a:pPr>
              <a:lnSpc>
                <a:spcPct val="140000"/>
              </a:lnSpc>
            </a:pPr>
            <a:r>
              <a:rPr lang="en-US" sz="1067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maintain temporal order and prevent future data leakage.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75400" y="2413000"/>
            <a:ext cx="5300133" cy="406400"/>
          </a:xfrm>
          <a:custGeom>
            <a:avLst/>
            <a:gdLst/>
            <a:ahLst/>
            <a:cxnLst/>
            <a:rect l="l" t="t" r="r" b="b"/>
            <a:pathLst>
              <a:path w="5300133" h="406400">
                <a:moveTo>
                  <a:pt x="33867" y="0"/>
                </a:moveTo>
                <a:lnTo>
                  <a:pt x="5232399" y="0"/>
                </a:lnTo>
                <a:cubicBezTo>
                  <a:pt x="5269807" y="0"/>
                  <a:pt x="5300133" y="30326"/>
                  <a:pt x="5300133" y="67735"/>
                </a:cubicBezTo>
                <a:lnTo>
                  <a:pt x="5300133" y="338665"/>
                </a:lnTo>
                <a:cubicBezTo>
                  <a:pt x="5300133" y="376074"/>
                  <a:pt x="5269807" y="406400"/>
                  <a:pt x="5232399" y="406400"/>
                </a:cubicBezTo>
                <a:lnTo>
                  <a:pt x="33867" y="406400"/>
                </a:lnTo>
                <a:cubicBezTo>
                  <a:pt x="15163" y="406400"/>
                  <a:pt x="0" y="391237"/>
                  <a:pt x="0" y="372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375400" y="2413000"/>
            <a:ext cx="33867" cy="406400"/>
          </a:xfrm>
          <a:custGeom>
            <a:avLst/>
            <a:gdLst/>
            <a:ahLst/>
            <a:cxnLst/>
            <a:rect l="l" t="t" r="r" b="b"/>
            <a:pathLst>
              <a:path w="33867" h="406400">
                <a:moveTo>
                  <a:pt x="33867" y="0"/>
                </a:moveTo>
                <a:lnTo>
                  <a:pt x="33867" y="0"/>
                </a:lnTo>
                <a:lnTo>
                  <a:pt x="33867" y="406400"/>
                </a:lnTo>
                <a:lnTo>
                  <a:pt x="33867" y="406400"/>
                </a:lnTo>
                <a:cubicBezTo>
                  <a:pt x="15163" y="406400"/>
                  <a:pt x="0" y="391237"/>
                  <a:pt x="0" y="372533"/>
                </a:cubicBezTo>
                <a:lnTo>
                  <a:pt x="0" y="33867"/>
                </a:lnTo>
                <a:cubicBezTo>
                  <a:pt x="0" y="15175"/>
                  <a:pt x="15175" y="0"/>
                  <a:pt x="33867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6510867" y="2548467"/>
            <a:ext cx="135467" cy="135467"/>
          </a:xfrm>
          <a:custGeom>
            <a:avLst/>
            <a:gdLst/>
            <a:ahLst/>
            <a:cxnLst/>
            <a:rect l="l" t="t" r="r" b="b"/>
            <a:pathLst>
              <a:path w="135467" h="135467">
                <a:moveTo>
                  <a:pt x="67733" y="0"/>
                </a:moveTo>
                <a:cubicBezTo>
                  <a:pt x="71623" y="0"/>
                  <a:pt x="75195" y="2143"/>
                  <a:pt x="77047" y="5556"/>
                </a:cubicBezTo>
                <a:lnTo>
                  <a:pt x="134197" y="111390"/>
                </a:lnTo>
                <a:cubicBezTo>
                  <a:pt x="135969" y="114670"/>
                  <a:pt x="135890" y="118639"/>
                  <a:pt x="133985" y="121841"/>
                </a:cubicBezTo>
                <a:cubicBezTo>
                  <a:pt x="132080" y="125042"/>
                  <a:pt x="128614" y="127000"/>
                  <a:pt x="124883" y="127000"/>
                </a:cubicBezTo>
                <a:lnTo>
                  <a:pt x="10583" y="127000"/>
                </a:lnTo>
                <a:cubicBezTo>
                  <a:pt x="6853" y="127000"/>
                  <a:pt x="3413" y="125042"/>
                  <a:pt x="1482" y="121841"/>
                </a:cubicBezTo>
                <a:cubicBezTo>
                  <a:pt x="-450" y="118639"/>
                  <a:pt x="-503" y="114670"/>
                  <a:pt x="1270" y="111390"/>
                </a:cubicBezTo>
                <a:lnTo>
                  <a:pt x="58420" y="5556"/>
                </a:lnTo>
                <a:cubicBezTo>
                  <a:pt x="60272" y="2143"/>
                  <a:pt x="63844" y="0"/>
                  <a:pt x="67733" y="0"/>
                </a:cubicBezTo>
                <a:close/>
                <a:moveTo>
                  <a:pt x="67733" y="44450"/>
                </a:moveTo>
                <a:cubicBezTo>
                  <a:pt x="64214" y="44450"/>
                  <a:pt x="61383" y="47281"/>
                  <a:pt x="61383" y="50800"/>
                </a:cubicBezTo>
                <a:lnTo>
                  <a:pt x="61383" y="80433"/>
                </a:lnTo>
                <a:cubicBezTo>
                  <a:pt x="61383" y="83952"/>
                  <a:pt x="64214" y="86783"/>
                  <a:pt x="67733" y="86783"/>
                </a:cubicBezTo>
                <a:cubicBezTo>
                  <a:pt x="71252" y="86783"/>
                  <a:pt x="74083" y="83952"/>
                  <a:pt x="74083" y="80433"/>
                </a:cubicBezTo>
                <a:lnTo>
                  <a:pt x="74083" y="50800"/>
                </a:lnTo>
                <a:cubicBezTo>
                  <a:pt x="74083" y="47281"/>
                  <a:pt x="71252" y="44450"/>
                  <a:pt x="67733" y="44450"/>
                </a:cubicBezTo>
                <a:close/>
                <a:moveTo>
                  <a:pt x="74798" y="101600"/>
                </a:moveTo>
                <a:cubicBezTo>
                  <a:pt x="74958" y="98978"/>
                  <a:pt x="73651" y="96483"/>
                  <a:pt x="71403" y="95123"/>
                </a:cubicBezTo>
                <a:cubicBezTo>
                  <a:pt x="69155" y="93764"/>
                  <a:pt x="66338" y="93764"/>
                  <a:pt x="64090" y="95123"/>
                </a:cubicBezTo>
                <a:cubicBezTo>
                  <a:pt x="61842" y="96483"/>
                  <a:pt x="60535" y="98978"/>
                  <a:pt x="60695" y="101600"/>
                </a:cubicBezTo>
                <a:cubicBezTo>
                  <a:pt x="60535" y="104222"/>
                  <a:pt x="61842" y="106717"/>
                  <a:pt x="64090" y="108077"/>
                </a:cubicBezTo>
                <a:cubicBezTo>
                  <a:pt x="66338" y="109436"/>
                  <a:pt x="69155" y="109436"/>
                  <a:pt x="71403" y="108077"/>
                </a:cubicBezTo>
                <a:cubicBezTo>
                  <a:pt x="73651" y="106717"/>
                  <a:pt x="74958" y="104222"/>
                  <a:pt x="74798" y="10160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6764205" y="2540000"/>
            <a:ext cx="18981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8B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Time-series integrity preserved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89133" y="3141133"/>
            <a:ext cx="5655733" cy="1964267"/>
          </a:xfrm>
          <a:custGeom>
            <a:avLst/>
            <a:gdLst/>
            <a:ahLst/>
            <a:cxnLst/>
            <a:rect l="l" t="t" r="r" b="b"/>
            <a:pathLst>
              <a:path w="5655733" h="1964267">
                <a:moveTo>
                  <a:pt x="135475" y="0"/>
                </a:moveTo>
                <a:lnTo>
                  <a:pt x="5520258" y="0"/>
                </a:lnTo>
                <a:cubicBezTo>
                  <a:pt x="5595079" y="0"/>
                  <a:pt x="5655733" y="60654"/>
                  <a:pt x="5655733" y="135475"/>
                </a:cubicBezTo>
                <a:lnTo>
                  <a:pt x="5655733" y="1828791"/>
                </a:lnTo>
                <a:cubicBezTo>
                  <a:pt x="5655733" y="1903612"/>
                  <a:pt x="5595079" y="1964267"/>
                  <a:pt x="5520258" y="1964267"/>
                </a:cubicBezTo>
                <a:lnTo>
                  <a:pt x="135475" y="1964267"/>
                </a:lnTo>
                <a:cubicBezTo>
                  <a:pt x="60654" y="1964267"/>
                  <a:pt x="0" y="1903612"/>
                  <a:pt x="0" y="1828791"/>
                </a:cubicBezTo>
                <a:lnTo>
                  <a:pt x="0" y="135475"/>
                </a:lnTo>
                <a:cubicBezTo>
                  <a:pt x="0" y="60705"/>
                  <a:pt x="60705" y="0"/>
                  <a:pt x="135475" y="0"/>
                </a:cubicBezTo>
                <a:close/>
              </a:path>
            </a:pathLst>
          </a:custGeom>
          <a:solidFill>
            <a:srgbClr val="1E3A8A">
              <a:alpha val="5098"/>
            </a:srgbClr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66933" y="3318933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0"/>
                </a:moveTo>
                <a:lnTo>
                  <a:pt x="304800" y="0"/>
                </a:lnTo>
                <a:cubicBezTo>
                  <a:pt x="360875" y="0"/>
                  <a:pt x="406400" y="45525"/>
                  <a:pt x="406400" y="101600"/>
                </a:cubicBezTo>
                <a:lnTo>
                  <a:pt x="406400" y="304800"/>
                </a:lnTo>
                <a:cubicBezTo>
                  <a:pt x="406400" y="360875"/>
                  <a:pt x="360875" y="406400"/>
                  <a:pt x="304800" y="406400"/>
                </a:cubicBezTo>
                <a:lnTo>
                  <a:pt x="101600" y="406400"/>
                </a:lnTo>
                <a:cubicBezTo>
                  <a:pt x="45525" y="406400"/>
                  <a:pt x="0" y="360875"/>
                  <a:pt x="0" y="3048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35" name="Shape 33"/>
          <p:cNvSpPr/>
          <p:nvPr/>
        </p:nvSpPr>
        <p:spPr>
          <a:xfrm>
            <a:off x="6485467" y="3437467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148167" y="84667"/>
                </a:moveTo>
                <a:cubicBezTo>
                  <a:pt x="148167" y="49620"/>
                  <a:pt x="119713" y="21167"/>
                  <a:pt x="84667" y="21167"/>
                </a:cubicBezTo>
                <a:cubicBezTo>
                  <a:pt x="49620" y="21167"/>
                  <a:pt x="21167" y="49620"/>
                  <a:pt x="21167" y="84667"/>
                </a:cubicBezTo>
                <a:cubicBezTo>
                  <a:pt x="21167" y="119713"/>
                  <a:pt x="49620" y="148167"/>
                  <a:pt x="84667" y="148167"/>
                </a:cubicBezTo>
                <a:cubicBezTo>
                  <a:pt x="119713" y="148167"/>
                  <a:pt x="148167" y="119713"/>
                  <a:pt x="148167" y="84667"/>
                </a:cubicBezTo>
                <a:close/>
                <a:moveTo>
                  <a:pt x="0" y="84667"/>
                </a:moveTo>
                <a:cubicBezTo>
                  <a:pt x="0" y="37938"/>
                  <a:pt x="37938" y="0"/>
                  <a:pt x="84667" y="0"/>
                </a:cubicBezTo>
                <a:cubicBezTo>
                  <a:pt x="131395" y="0"/>
                  <a:pt x="169333" y="37938"/>
                  <a:pt x="169333" y="84667"/>
                </a:cubicBezTo>
                <a:cubicBezTo>
                  <a:pt x="169333" y="131395"/>
                  <a:pt x="131395" y="169333"/>
                  <a:pt x="84667" y="169333"/>
                </a:cubicBezTo>
                <a:cubicBezTo>
                  <a:pt x="37938" y="169333"/>
                  <a:pt x="0" y="131395"/>
                  <a:pt x="0" y="84667"/>
                </a:cubicBezTo>
                <a:close/>
                <a:moveTo>
                  <a:pt x="84667" y="111125"/>
                </a:moveTo>
                <a:cubicBezTo>
                  <a:pt x="99269" y="111125"/>
                  <a:pt x="111125" y="99269"/>
                  <a:pt x="111125" y="84667"/>
                </a:cubicBezTo>
                <a:cubicBezTo>
                  <a:pt x="111125" y="70064"/>
                  <a:pt x="99269" y="58208"/>
                  <a:pt x="84667" y="58208"/>
                </a:cubicBezTo>
                <a:cubicBezTo>
                  <a:pt x="70064" y="58208"/>
                  <a:pt x="58208" y="70064"/>
                  <a:pt x="58208" y="84667"/>
                </a:cubicBezTo>
                <a:cubicBezTo>
                  <a:pt x="58208" y="99269"/>
                  <a:pt x="70064" y="111125"/>
                  <a:pt x="84667" y="111125"/>
                </a:cubicBezTo>
                <a:close/>
                <a:moveTo>
                  <a:pt x="84667" y="37042"/>
                </a:moveTo>
                <a:cubicBezTo>
                  <a:pt x="110952" y="37042"/>
                  <a:pt x="132292" y="58382"/>
                  <a:pt x="132292" y="84667"/>
                </a:cubicBezTo>
                <a:cubicBezTo>
                  <a:pt x="132292" y="110952"/>
                  <a:pt x="110952" y="132292"/>
                  <a:pt x="84667" y="132292"/>
                </a:cubicBezTo>
                <a:cubicBezTo>
                  <a:pt x="58382" y="132292"/>
                  <a:pt x="37042" y="110952"/>
                  <a:pt x="37042" y="84667"/>
                </a:cubicBezTo>
                <a:cubicBezTo>
                  <a:pt x="37042" y="58382"/>
                  <a:pt x="58382" y="37042"/>
                  <a:pt x="84667" y="37042"/>
                </a:cubicBezTo>
                <a:close/>
                <a:moveTo>
                  <a:pt x="74083" y="84667"/>
                </a:moveTo>
                <a:cubicBezTo>
                  <a:pt x="74083" y="78826"/>
                  <a:pt x="78826" y="74083"/>
                  <a:pt x="84667" y="74083"/>
                </a:cubicBezTo>
                <a:cubicBezTo>
                  <a:pt x="90508" y="74083"/>
                  <a:pt x="95250" y="78826"/>
                  <a:pt x="95250" y="84667"/>
                </a:cubicBezTo>
                <a:cubicBezTo>
                  <a:pt x="95250" y="90508"/>
                  <a:pt x="90508" y="95250"/>
                  <a:pt x="84667" y="95250"/>
                </a:cubicBezTo>
                <a:cubicBezTo>
                  <a:pt x="78826" y="95250"/>
                  <a:pt x="74083" y="90508"/>
                  <a:pt x="74083" y="8466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6874933" y="3386667"/>
            <a:ext cx="2277533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Variable Creation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71167" y="3865033"/>
            <a:ext cx="5291667" cy="1058333"/>
          </a:xfrm>
          <a:custGeom>
            <a:avLst/>
            <a:gdLst/>
            <a:ahLst/>
            <a:cxnLst/>
            <a:rect l="l" t="t" r="r" b="b"/>
            <a:pathLst>
              <a:path w="5291667" h="1058333">
                <a:moveTo>
                  <a:pt x="101600" y="0"/>
                </a:moveTo>
                <a:lnTo>
                  <a:pt x="5190067" y="0"/>
                </a:lnTo>
                <a:cubicBezTo>
                  <a:pt x="5246141" y="0"/>
                  <a:pt x="5291667" y="45525"/>
                  <a:pt x="5291667" y="101600"/>
                </a:cubicBezTo>
                <a:lnTo>
                  <a:pt x="5291667" y="956733"/>
                </a:lnTo>
                <a:cubicBezTo>
                  <a:pt x="5291667" y="1012808"/>
                  <a:pt x="5246141" y="1058333"/>
                  <a:pt x="5190067" y="1058333"/>
                </a:cubicBezTo>
                <a:lnTo>
                  <a:pt x="101600" y="1058333"/>
                </a:lnTo>
                <a:cubicBezTo>
                  <a:pt x="45525" y="1058333"/>
                  <a:pt x="0" y="1012808"/>
                  <a:pt x="0" y="956733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10867" y="4004733"/>
            <a:ext cx="508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Method:</a:t>
            </a:r>
            <a:pPr>
              <a:lnSpc>
                <a:spcPct val="130000"/>
              </a:lnSpc>
            </a:pPr>
            <a:r>
              <a:rPr lang="en-US" sz="1067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Used </a:t>
            </a:r>
            <a:pPr>
              <a:lnSpc>
                <a:spcPct val="130000"/>
              </a:lnSpc>
            </a:pPr>
            <a:r>
              <a:rPr lang="en-US" sz="1067" dirty="0">
                <a:solidFill>
                  <a:srgbClr val="1E3A8A"/>
                </a:solidFill>
                <a:highlight>
                  <a:srgbClr val="1E3A8A">
                    <a:alpha val="1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shift(-1) </a:t>
            </a:r>
            <a:pPr>
              <a:lnSpc>
                <a:spcPct val="130000"/>
              </a:lnSpc>
            </a:pPr>
            <a:r>
              <a:rPr lang="en-US" sz="1067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create target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527800" y="4343400"/>
            <a:ext cx="135467" cy="135467"/>
          </a:xfrm>
          <a:custGeom>
            <a:avLst/>
            <a:gdLst/>
            <a:ahLst/>
            <a:cxnLst/>
            <a:rect l="l" t="t" r="r" b="b"/>
            <a:pathLst>
              <a:path w="135467" h="135467">
                <a:moveTo>
                  <a:pt x="67733" y="135467"/>
                </a:moveTo>
                <a:cubicBezTo>
                  <a:pt x="105116" y="135467"/>
                  <a:pt x="135467" y="105116"/>
                  <a:pt x="135467" y="67733"/>
                </a:cubicBezTo>
                <a:cubicBezTo>
                  <a:pt x="135467" y="30350"/>
                  <a:pt x="105116" y="0"/>
                  <a:pt x="67733" y="0"/>
                </a:cubicBezTo>
                <a:cubicBezTo>
                  <a:pt x="30350" y="0"/>
                  <a:pt x="0" y="30350"/>
                  <a:pt x="0" y="67733"/>
                </a:cubicBezTo>
                <a:cubicBezTo>
                  <a:pt x="0" y="105116"/>
                  <a:pt x="30350" y="135467"/>
                  <a:pt x="67733" y="135467"/>
                </a:cubicBezTo>
                <a:close/>
                <a:moveTo>
                  <a:pt x="90064" y="56277"/>
                </a:moveTo>
                <a:lnTo>
                  <a:pt x="68897" y="90144"/>
                </a:lnTo>
                <a:cubicBezTo>
                  <a:pt x="67786" y="91916"/>
                  <a:pt x="65881" y="93027"/>
                  <a:pt x="63791" y="93133"/>
                </a:cubicBezTo>
                <a:cubicBezTo>
                  <a:pt x="61701" y="93239"/>
                  <a:pt x="59690" y="92287"/>
                  <a:pt x="58446" y="90593"/>
                </a:cubicBezTo>
                <a:lnTo>
                  <a:pt x="45746" y="73660"/>
                </a:lnTo>
                <a:cubicBezTo>
                  <a:pt x="43630" y="70855"/>
                  <a:pt x="44212" y="66887"/>
                  <a:pt x="47016" y="64770"/>
                </a:cubicBezTo>
                <a:cubicBezTo>
                  <a:pt x="49821" y="62653"/>
                  <a:pt x="53790" y="63235"/>
                  <a:pt x="55906" y="66040"/>
                </a:cubicBezTo>
                <a:lnTo>
                  <a:pt x="63050" y="75565"/>
                </a:lnTo>
                <a:lnTo>
                  <a:pt x="79296" y="49556"/>
                </a:lnTo>
                <a:cubicBezTo>
                  <a:pt x="81148" y="46593"/>
                  <a:pt x="85064" y="45667"/>
                  <a:pt x="88053" y="47546"/>
                </a:cubicBezTo>
                <a:cubicBezTo>
                  <a:pt x="91043" y="49424"/>
                  <a:pt x="91943" y="53314"/>
                  <a:pt x="90064" y="56303"/>
                </a:cubicBez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40" name="Text 38"/>
          <p:cNvSpPr/>
          <p:nvPr/>
        </p:nvSpPr>
        <p:spPr>
          <a:xfrm>
            <a:off x="6747933" y="4309533"/>
            <a:ext cx="160866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Batsman:</a:t>
            </a:r>
            <a:pPr>
              <a:lnSpc>
                <a:spcPct val="130000"/>
              </a:lnSpc>
            </a:pPr>
            <a:r>
              <a:rPr lang="en-US" sz="1067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Next match runs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527800" y="4614333"/>
            <a:ext cx="135467" cy="135467"/>
          </a:xfrm>
          <a:custGeom>
            <a:avLst/>
            <a:gdLst/>
            <a:ahLst/>
            <a:cxnLst/>
            <a:rect l="l" t="t" r="r" b="b"/>
            <a:pathLst>
              <a:path w="135467" h="135467">
                <a:moveTo>
                  <a:pt x="67733" y="135467"/>
                </a:moveTo>
                <a:cubicBezTo>
                  <a:pt x="105116" y="135467"/>
                  <a:pt x="135467" y="105116"/>
                  <a:pt x="135467" y="67733"/>
                </a:cubicBezTo>
                <a:cubicBezTo>
                  <a:pt x="135467" y="30350"/>
                  <a:pt x="105116" y="0"/>
                  <a:pt x="67733" y="0"/>
                </a:cubicBezTo>
                <a:cubicBezTo>
                  <a:pt x="30350" y="0"/>
                  <a:pt x="0" y="30350"/>
                  <a:pt x="0" y="67733"/>
                </a:cubicBezTo>
                <a:cubicBezTo>
                  <a:pt x="0" y="105116"/>
                  <a:pt x="30350" y="135467"/>
                  <a:pt x="67733" y="135467"/>
                </a:cubicBezTo>
                <a:close/>
                <a:moveTo>
                  <a:pt x="90064" y="56277"/>
                </a:moveTo>
                <a:lnTo>
                  <a:pt x="68897" y="90144"/>
                </a:lnTo>
                <a:cubicBezTo>
                  <a:pt x="67786" y="91916"/>
                  <a:pt x="65881" y="93027"/>
                  <a:pt x="63791" y="93133"/>
                </a:cubicBezTo>
                <a:cubicBezTo>
                  <a:pt x="61701" y="93239"/>
                  <a:pt x="59690" y="92287"/>
                  <a:pt x="58446" y="90593"/>
                </a:cubicBezTo>
                <a:lnTo>
                  <a:pt x="45746" y="73660"/>
                </a:lnTo>
                <a:cubicBezTo>
                  <a:pt x="43630" y="70855"/>
                  <a:pt x="44212" y="66887"/>
                  <a:pt x="47016" y="64770"/>
                </a:cubicBezTo>
                <a:cubicBezTo>
                  <a:pt x="49821" y="62653"/>
                  <a:pt x="53790" y="63235"/>
                  <a:pt x="55906" y="66040"/>
                </a:cubicBezTo>
                <a:lnTo>
                  <a:pt x="63050" y="75565"/>
                </a:lnTo>
                <a:lnTo>
                  <a:pt x="79296" y="49556"/>
                </a:lnTo>
                <a:cubicBezTo>
                  <a:pt x="81148" y="46593"/>
                  <a:pt x="85064" y="45667"/>
                  <a:pt x="88053" y="47546"/>
                </a:cubicBezTo>
                <a:cubicBezTo>
                  <a:pt x="91043" y="49424"/>
                  <a:pt x="91943" y="53314"/>
                  <a:pt x="90064" y="56303"/>
                </a:cubicBez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42" name="Text 40"/>
          <p:cNvSpPr/>
          <p:nvPr/>
        </p:nvSpPr>
        <p:spPr>
          <a:xfrm>
            <a:off x="6747933" y="4580467"/>
            <a:ext cx="1701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7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Bowler:</a:t>
            </a:r>
            <a:pPr>
              <a:lnSpc>
                <a:spcPct val="130000"/>
              </a:lnSpc>
            </a:pPr>
            <a:r>
              <a:rPr lang="en-US" sz="1067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Next match wickets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42900" y="5287433"/>
            <a:ext cx="2768600" cy="1227667"/>
          </a:xfrm>
          <a:custGeom>
            <a:avLst/>
            <a:gdLst/>
            <a:ahLst/>
            <a:cxnLst/>
            <a:rect l="l" t="t" r="r" b="b"/>
            <a:pathLst>
              <a:path w="2768600" h="1227667">
                <a:moveTo>
                  <a:pt x="101602" y="0"/>
                </a:moveTo>
                <a:lnTo>
                  <a:pt x="2666998" y="0"/>
                </a:lnTo>
                <a:cubicBezTo>
                  <a:pt x="2723111" y="0"/>
                  <a:pt x="2768600" y="45489"/>
                  <a:pt x="2768600" y="101602"/>
                </a:cubicBezTo>
                <a:lnTo>
                  <a:pt x="2768600" y="1126065"/>
                </a:lnTo>
                <a:cubicBezTo>
                  <a:pt x="2768600" y="1182178"/>
                  <a:pt x="2723111" y="1227667"/>
                  <a:pt x="2666998" y="1227667"/>
                </a:cubicBezTo>
                <a:lnTo>
                  <a:pt x="101602" y="1227667"/>
                </a:lnTo>
                <a:cubicBezTo>
                  <a:pt x="45489" y="1227667"/>
                  <a:pt x="0" y="1182178"/>
                  <a:pt x="0" y="1126065"/>
                </a:cubicBezTo>
                <a:lnTo>
                  <a:pt x="0" y="101602"/>
                </a:lnTo>
                <a:cubicBezTo>
                  <a:pt x="0" y="45489"/>
                  <a:pt x="45489" y="0"/>
                  <a:pt x="101602" y="0"/>
                </a:cubicBezTo>
                <a:close/>
              </a:path>
            </a:pathLst>
          </a:cu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524000" y="5427133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45" name="Shape 43"/>
          <p:cNvSpPr/>
          <p:nvPr/>
        </p:nvSpPr>
        <p:spPr>
          <a:xfrm>
            <a:off x="1653117" y="5545667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0" y="31750"/>
                </a:moveTo>
                <a:cubicBezTo>
                  <a:pt x="0" y="20075"/>
                  <a:pt x="9492" y="10583"/>
                  <a:pt x="21167" y="10583"/>
                </a:cubicBezTo>
                <a:lnTo>
                  <a:pt x="127000" y="10583"/>
                </a:lnTo>
                <a:cubicBezTo>
                  <a:pt x="138675" y="10583"/>
                  <a:pt x="148167" y="20075"/>
                  <a:pt x="148167" y="31750"/>
                </a:cubicBezTo>
                <a:lnTo>
                  <a:pt x="148167" y="137583"/>
                </a:lnTo>
                <a:cubicBezTo>
                  <a:pt x="148167" y="149258"/>
                  <a:pt x="138675" y="158750"/>
                  <a:pt x="127000" y="158750"/>
                </a:cubicBezTo>
                <a:lnTo>
                  <a:pt x="21167" y="158750"/>
                </a:lnTo>
                <a:cubicBezTo>
                  <a:pt x="9492" y="158750"/>
                  <a:pt x="0" y="149258"/>
                  <a:pt x="0" y="137583"/>
                </a:cubicBezTo>
                <a:lnTo>
                  <a:pt x="0" y="31750"/>
                </a:lnTo>
                <a:close/>
                <a:moveTo>
                  <a:pt x="21167" y="52917"/>
                </a:moveTo>
                <a:lnTo>
                  <a:pt x="21167" y="137583"/>
                </a:lnTo>
                <a:lnTo>
                  <a:pt x="63500" y="137583"/>
                </a:lnTo>
                <a:lnTo>
                  <a:pt x="63500" y="52917"/>
                </a:lnTo>
                <a:lnTo>
                  <a:pt x="21167" y="52917"/>
                </a:lnTo>
                <a:close/>
                <a:moveTo>
                  <a:pt x="127000" y="52917"/>
                </a:moveTo>
                <a:lnTo>
                  <a:pt x="84667" y="52917"/>
                </a:lnTo>
                <a:lnTo>
                  <a:pt x="84667" y="137583"/>
                </a:lnTo>
                <a:lnTo>
                  <a:pt x="127000" y="137583"/>
                </a:lnTo>
                <a:lnTo>
                  <a:pt x="127000" y="5291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448733" y="5901267"/>
            <a:ext cx="255693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67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Columns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31800" y="6104467"/>
            <a:ext cx="2590800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00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53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255433" y="5287433"/>
            <a:ext cx="2768600" cy="1227667"/>
          </a:xfrm>
          <a:custGeom>
            <a:avLst/>
            <a:gdLst/>
            <a:ahLst/>
            <a:cxnLst/>
            <a:rect l="l" t="t" r="r" b="b"/>
            <a:pathLst>
              <a:path w="2768600" h="1227667">
                <a:moveTo>
                  <a:pt x="101602" y="0"/>
                </a:moveTo>
                <a:lnTo>
                  <a:pt x="2666998" y="0"/>
                </a:lnTo>
                <a:cubicBezTo>
                  <a:pt x="2723111" y="0"/>
                  <a:pt x="2768600" y="45489"/>
                  <a:pt x="2768600" y="101602"/>
                </a:cubicBezTo>
                <a:lnTo>
                  <a:pt x="2768600" y="1126065"/>
                </a:lnTo>
                <a:cubicBezTo>
                  <a:pt x="2768600" y="1182178"/>
                  <a:pt x="2723111" y="1227667"/>
                  <a:pt x="2666998" y="1227667"/>
                </a:cubicBezTo>
                <a:lnTo>
                  <a:pt x="101602" y="1227667"/>
                </a:lnTo>
                <a:cubicBezTo>
                  <a:pt x="45489" y="1227667"/>
                  <a:pt x="0" y="1182178"/>
                  <a:pt x="0" y="1126065"/>
                </a:cubicBezTo>
                <a:lnTo>
                  <a:pt x="0" y="101602"/>
                </a:lnTo>
                <a:cubicBezTo>
                  <a:pt x="0" y="45489"/>
                  <a:pt x="45489" y="0"/>
                  <a:pt x="101602" y="0"/>
                </a:cubicBezTo>
                <a:close/>
              </a:path>
            </a:pathLst>
          </a:cu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436533" y="5427133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0" name="Shape 48"/>
          <p:cNvSpPr/>
          <p:nvPr/>
        </p:nvSpPr>
        <p:spPr>
          <a:xfrm>
            <a:off x="4565650" y="5545667"/>
            <a:ext cx="148167" cy="169333"/>
          </a:xfrm>
          <a:custGeom>
            <a:avLst/>
            <a:gdLst/>
            <a:ahLst/>
            <a:cxnLst/>
            <a:rect l="l" t="t" r="r" b="b"/>
            <a:pathLst>
              <a:path w="148167" h="169333">
                <a:moveTo>
                  <a:pt x="63500" y="0"/>
                </a:moveTo>
                <a:cubicBezTo>
                  <a:pt x="51825" y="0"/>
                  <a:pt x="42333" y="9492"/>
                  <a:pt x="42333" y="21167"/>
                </a:cubicBezTo>
                <a:lnTo>
                  <a:pt x="42333" y="105833"/>
                </a:lnTo>
                <a:cubicBezTo>
                  <a:pt x="42333" y="117508"/>
                  <a:pt x="51825" y="127000"/>
                  <a:pt x="63500" y="127000"/>
                </a:cubicBezTo>
                <a:lnTo>
                  <a:pt x="127000" y="127000"/>
                </a:lnTo>
                <a:cubicBezTo>
                  <a:pt x="138675" y="127000"/>
                  <a:pt x="148167" y="117508"/>
                  <a:pt x="148167" y="105833"/>
                </a:cubicBezTo>
                <a:lnTo>
                  <a:pt x="148167" y="39489"/>
                </a:lnTo>
                <a:cubicBezTo>
                  <a:pt x="148167" y="33734"/>
                  <a:pt x="145818" y="28211"/>
                  <a:pt x="141651" y="24209"/>
                </a:cubicBezTo>
                <a:lnTo>
                  <a:pt x="122568" y="5887"/>
                </a:lnTo>
                <a:cubicBezTo>
                  <a:pt x="118633" y="2117"/>
                  <a:pt x="113374" y="0"/>
                  <a:pt x="107917" y="0"/>
                </a:cubicBezTo>
                <a:lnTo>
                  <a:pt x="63500" y="0"/>
                </a:lnTo>
                <a:close/>
                <a:moveTo>
                  <a:pt x="21167" y="42333"/>
                </a:moveTo>
                <a:cubicBezTo>
                  <a:pt x="9492" y="42333"/>
                  <a:pt x="0" y="51825"/>
                  <a:pt x="0" y="63500"/>
                </a:cubicBezTo>
                <a:lnTo>
                  <a:pt x="0" y="148167"/>
                </a:lnTo>
                <a:cubicBezTo>
                  <a:pt x="0" y="159841"/>
                  <a:pt x="9492" y="169333"/>
                  <a:pt x="21167" y="169333"/>
                </a:cubicBezTo>
                <a:lnTo>
                  <a:pt x="84667" y="169333"/>
                </a:lnTo>
                <a:cubicBezTo>
                  <a:pt x="96341" y="169333"/>
                  <a:pt x="105833" y="159841"/>
                  <a:pt x="105833" y="148167"/>
                </a:cubicBezTo>
                <a:lnTo>
                  <a:pt x="105833" y="142875"/>
                </a:lnTo>
                <a:lnTo>
                  <a:pt x="84667" y="142875"/>
                </a:lnTo>
                <a:lnTo>
                  <a:pt x="84667" y="148167"/>
                </a:lnTo>
                <a:lnTo>
                  <a:pt x="21167" y="148167"/>
                </a:lnTo>
                <a:lnTo>
                  <a:pt x="21167" y="63500"/>
                </a:lnTo>
                <a:lnTo>
                  <a:pt x="26458" y="63500"/>
                </a:lnTo>
                <a:lnTo>
                  <a:pt x="26458" y="42333"/>
                </a:lnTo>
                <a:lnTo>
                  <a:pt x="21167" y="4233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3361267" y="5901267"/>
            <a:ext cx="255693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67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Duplicates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3344333" y="6104467"/>
            <a:ext cx="2590800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00" b="1" dirty="0">
                <a:solidFill>
                  <a:srgbClr val="8B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167967" y="5287433"/>
            <a:ext cx="2768600" cy="1227667"/>
          </a:xfrm>
          <a:custGeom>
            <a:avLst/>
            <a:gdLst/>
            <a:ahLst/>
            <a:cxnLst/>
            <a:rect l="l" t="t" r="r" b="b"/>
            <a:pathLst>
              <a:path w="2768600" h="1227667">
                <a:moveTo>
                  <a:pt x="101602" y="0"/>
                </a:moveTo>
                <a:lnTo>
                  <a:pt x="2666998" y="0"/>
                </a:lnTo>
                <a:cubicBezTo>
                  <a:pt x="2723111" y="0"/>
                  <a:pt x="2768600" y="45489"/>
                  <a:pt x="2768600" y="101602"/>
                </a:cubicBezTo>
                <a:lnTo>
                  <a:pt x="2768600" y="1126065"/>
                </a:lnTo>
                <a:cubicBezTo>
                  <a:pt x="2768600" y="1182178"/>
                  <a:pt x="2723111" y="1227667"/>
                  <a:pt x="2666998" y="1227667"/>
                </a:cubicBezTo>
                <a:lnTo>
                  <a:pt x="101602" y="1227667"/>
                </a:lnTo>
                <a:cubicBezTo>
                  <a:pt x="45489" y="1227667"/>
                  <a:pt x="0" y="1182178"/>
                  <a:pt x="0" y="1126065"/>
                </a:cubicBezTo>
                <a:lnTo>
                  <a:pt x="0" y="101602"/>
                </a:lnTo>
                <a:cubicBezTo>
                  <a:pt x="0" y="45489"/>
                  <a:pt x="45489" y="0"/>
                  <a:pt x="101602" y="0"/>
                </a:cubicBezTo>
                <a:close/>
              </a:path>
            </a:pathLst>
          </a:cu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349067" y="5427133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55" name="Shape 53"/>
          <p:cNvSpPr/>
          <p:nvPr/>
        </p:nvSpPr>
        <p:spPr>
          <a:xfrm>
            <a:off x="7467600" y="5545667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84667" y="0"/>
                </a:moveTo>
                <a:cubicBezTo>
                  <a:pt x="131395" y="0"/>
                  <a:pt x="169333" y="37938"/>
                  <a:pt x="169333" y="84667"/>
                </a:cubicBezTo>
                <a:cubicBezTo>
                  <a:pt x="169333" y="131395"/>
                  <a:pt x="131395" y="169333"/>
                  <a:pt x="84667" y="169333"/>
                </a:cubicBezTo>
                <a:cubicBezTo>
                  <a:pt x="37938" y="169333"/>
                  <a:pt x="0" y="131395"/>
                  <a:pt x="0" y="84667"/>
                </a:cubicBezTo>
                <a:cubicBezTo>
                  <a:pt x="0" y="37938"/>
                  <a:pt x="37938" y="0"/>
                  <a:pt x="84667" y="0"/>
                </a:cubicBezTo>
                <a:close/>
                <a:moveTo>
                  <a:pt x="76729" y="39688"/>
                </a:moveTo>
                <a:lnTo>
                  <a:pt x="76729" y="84667"/>
                </a:lnTo>
                <a:cubicBezTo>
                  <a:pt x="76729" y="87313"/>
                  <a:pt x="78052" y="89793"/>
                  <a:pt x="80268" y="91281"/>
                </a:cubicBezTo>
                <a:lnTo>
                  <a:pt x="112018" y="112448"/>
                </a:lnTo>
                <a:cubicBezTo>
                  <a:pt x="115656" y="114895"/>
                  <a:pt x="120584" y="113903"/>
                  <a:pt x="123031" y="110232"/>
                </a:cubicBezTo>
                <a:cubicBezTo>
                  <a:pt x="125479" y="106561"/>
                  <a:pt x="124486" y="101666"/>
                  <a:pt x="120815" y="99219"/>
                </a:cubicBezTo>
                <a:lnTo>
                  <a:pt x="92604" y="80433"/>
                </a:lnTo>
                <a:lnTo>
                  <a:pt x="92604" y="39688"/>
                </a:lnTo>
                <a:cubicBezTo>
                  <a:pt x="92604" y="35289"/>
                  <a:pt x="89065" y="31750"/>
                  <a:pt x="84667" y="31750"/>
                </a:cubicBezTo>
                <a:cubicBezTo>
                  <a:pt x="80268" y="31750"/>
                  <a:pt x="76729" y="35289"/>
                  <a:pt x="76729" y="3968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6273800" y="5901267"/>
            <a:ext cx="255693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67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Sorted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256867" y="6104467"/>
            <a:ext cx="2590800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00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9080500" y="5287433"/>
            <a:ext cx="2768600" cy="1227667"/>
          </a:xfrm>
          <a:custGeom>
            <a:avLst/>
            <a:gdLst/>
            <a:ahLst/>
            <a:cxnLst/>
            <a:rect l="l" t="t" r="r" b="b"/>
            <a:pathLst>
              <a:path w="2768600" h="1227667">
                <a:moveTo>
                  <a:pt x="101602" y="0"/>
                </a:moveTo>
                <a:lnTo>
                  <a:pt x="2666998" y="0"/>
                </a:lnTo>
                <a:cubicBezTo>
                  <a:pt x="2723111" y="0"/>
                  <a:pt x="2768600" y="45489"/>
                  <a:pt x="2768600" y="101602"/>
                </a:cubicBezTo>
                <a:lnTo>
                  <a:pt x="2768600" y="1126065"/>
                </a:lnTo>
                <a:cubicBezTo>
                  <a:pt x="2768600" y="1182178"/>
                  <a:pt x="2723111" y="1227667"/>
                  <a:pt x="2666998" y="1227667"/>
                </a:cubicBezTo>
                <a:lnTo>
                  <a:pt x="101602" y="1227667"/>
                </a:lnTo>
                <a:cubicBezTo>
                  <a:pt x="45489" y="1227667"/>
                  <a:pt x="0" y="1182178"/>
                  <a:pt x="0" y="1126065"/>
                </a:cubicBezTo>
                <a:lnTo>
                  <a:pt x="0" y="101602"/>
                </a:lnTo>
                <a:cubicBezTo>
                  <a:pt x="0" y="45489"/>
                  <a:pt x="45489" y="0"/>
                  <a:pt x="101602" y="0"/>
                </a:cubicBezTo>
                <a:close/>
              </a:path>
            </a:pathLst>
          </a:cu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261600" y="5427133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0" name="Shape 58"/>
          <p:cNvSpPr/>
          <p:nvPr/>
        </p:nvSpPr>
        <p:spPr>
          <a:xfrm>
            <a:off x="10369550" y="5545667"/>
            <a:ext cx="190500" cy="169333"/>
          </a:xfrm>
          <a:custGeom>
            <a:avLst/>
            <a:gdLst/>
            <a:ahLst/>
            <a:cxnLst/>
            <a:rect l="l" t="t" r="r" b="b"/>
            <a:pathLst>
              <a:path w="190500" h="169333">
                <a:moveTo>
                  <a:pt x="95250" y="-5292"/>
                </a:moveTo>
                <a:cubicBezTo>
                  <a:pt x="101104" y="-5292"/>
                  <a:pt x="105833" y="-562"/>
                  <a:pt x="105833" y="5292"/>
                </a:cubicBezTo>
                <a:lnTo>
                  <a:pt x="105833" y="11344"/>
                </a:lnTo>
                <a:cubicBezTo>
                  <a:pt x="138278" y="15974"/>
                  <a:pt x="163942" y="41639"/>
                  <a:pt x="168573" y="74083"/>
                </a:cubicBezTo>
                <a:lnTo>
                  <a:pt x="174625" y="74083"/>
                </a:lnTo>
                <a:cubicBezTo>
                  <a:pt x="180479" y="74083"/>
                  <a:pt x="185208" y="78813"/>
                  <a:pt x="185208" y="84667"/>
                </a:cubicBezTo>
                <a:cubicBezTo>
                  <a:pt x="185208" y="90521"/>
                  <a:pt x="180479" y="95250"/>
                  <a:pt x="174625" y="95250"/>
                </a:cubicBezTo>
                <a:lnTo>
                  <a:pt x="168573" y="95250"/>
                </a:lnTo>
                <a:cubicBezTo>
                  <a:pt x="163942" y="127695"/>
                  <a:pt x="138278" y="153359"/>
                  <a:pt x="105833" y="157989"/>
                </a:cubicBezTo>
                <a:lnTo>
                  <a:pt x="105833" y="164042"/>
                </a:lnTo>
                <a:cubicBezTo>
                  <a:pt x="105833" y="169896"/>
                  <a:pt x="101104" y="174625"/>
                  <a:pt x="95250" y="174625"/>
                </a:cubicBezTo>
                <a:cubicBezTo>
                  <a:pt x="89396" y="174625"/>
                  <a:pt x="84667" y="169896"/>
                  <a:pt x="84667" y="164042"/>
                </a:cubicBezTo>
                <a:lnTo>
                  <a:pt x="84667" y="157989"/>
                </a:lnTo>
                <a:cubicBezTo>
                  <a:pt x="52222" y="153359"/>
                  <a:pt x="26558" y="127695"/>
                  <a:pt x="21927" y="95250"/>
                </a:cubicBezTo>
                <a:lnTo>
                  <a:pt x="15875" y="95250"/>
                </a:lnTo>
                <a:cubicBezTo>
                  <a:pt x="10021" y="95250"/>
                  <a:pt x="5292" y="90521"/>
                  <a:pt x="5292" y="84667"/>
                </a:cubicBezTo>
                <a:cubicBezTo>
                  <a:pt x="5292" y="78813"/>
                  <a:pt x="10021" y="74083"/>
                  <a:pt x="15875" y="74083"/>
                </a:cubicBezTo>
                <a:lnTo>
                  <a:pt x="21927" y="74083"/>
                </a:lnTo>
                <a:cubicBezTo>
                  <a:pt x="26558" y="41639"/>
                  <a:pt x="52222" y="15974"/>
                  <a:pt x="84667" y="11344"/>
                </a:cubicBezTo>
                <a:lnTo>
                  <a:pt x="84667" y="5292"/>
                </a:lnTo>
                <a:cubicBezTo>
                  <a:pt x="84667" y="-562"/>
                  <a:pt x="89396" y="-5292"/>
                  <a:pt x="95250" y="-5292"/>
                </a:cubicBezTo>
                <a:close/>
                <a:moveTo>
                  <a:pt x="43392" y="95250"/>
                </a:moveTo>
                <a:cubicBezTo>
                  <a:pt x="47592" y="115987"/>
                  <a:pt x="63930" y="132325"/>
                  <a:pt x="84667" y="136525"/>
                </a:cubicBezTo>
                <a:lnTo>
                  <a:pt x="84667" y="132292"/>
                </a:lnTo>
                <a:cubicBezTo>
                  <a:pt x="84667" y="126438"/>
                  <a:pt x="89396" y="121708"/>
                  <a:pt x="95250" y="121708"/>
                </a:cubicBezTo>
                <a:cubicBezTo>
                  <a:pt x="101104" y="121708"/>
                  <a:pt x="105833" y="126438"/>
                  <a:pt x="105833" y="132292"/>
                </a:cubicBezTo>
                <a:lnTo>
                  <a:pt x="105833" y="136525"/>
                </a:lnTo>
                <a:cubicBezTo>
                  <a:pt x="126570" y="132325"/>
                  <a:pt x="142908" y="115987"/>
                  <a:pt x="147108" y="95250"/>
                </a:cubicBezTo>
                <a:lnTo>
                  <a:pt x="142875" y="95250"/>
                </a:lnTo>
                <a:cubicBezTo>
                  <a:pt x="137021" y="95250"/>
                  <a:pt x="132292" y="90521"/>
                  <a:pt x="132292" y="84667"/>
                </a:cubicBezTo>
                <a:cubicBezTo>
                  <a:pt x="132292" y="78813"/>
                  <a:pt x="137021" y="74083"/>
                  <a:pt x="142875" y="74083"/>
                </a:cubicBezTo>
                <a:lnTo>
                  <a:pt x="147108" y="74083"/>
                </a:lnTo>
                <a:cubicBezTo>
                  <a:pt x="142908" y="53347"/>
                  <a:pt x="126570" y="37009"/>
                  <a:pt x="105833" y="32808"/>
                </a:cubicBezTo>
                <a:lnTo>
                  <a:pt x="105833" y="37042"/>
                </a:lnTo>
                <a:cubicBezTo>
                  <a:pt x="105833" y="42896"/>
                  <a:pt x="101104" y="47625"/>
                  <a:pt x="95250" y="47625"/>
                </a:cubicBezTo>
                <a:cubicBezTo>
                  <a:pt x="89396" y="47625"/>
                  <a:pt x="84667" y="42896"/>
                  <a:pt x="84667" y="37042"/>
                </a:cubicBezTo>
                <a:lnTo>
                  <a:pt x="84667" y="32808"/>
                </a:lnTo>
                <a:cubicBezTo>
                  <a:pt x="63930" y="37009"/>
                  <a:pt x="47592" y="53347"/>
                  <a:pt x="43392" y="74083"/>
                </a:cubicBezTo>
                <a:lnTo>
                  <a:pt x="47625" y="74083"/>
                </a:lnTo>
                <a:cubicBezTo>
                  <a:pt x="53479" y="74083"/>
                  <a:pt x="58208" y="78813"/>
                  <a:pt x="58208" y="84667"/>
                </a:cubicBezTo>
                <a:cubicBezTo>
                  <a:pt x="58208" y="90521"/>
                  <a:pt x="53479" y="95250"/>
                  <a:pt x="47625" y="95250"/>
                </a:cubicBezTo>
                <a:lnTo>
                  <a:pt x="43392" y="95250"/>
                </a:lnTo>
                <a:close/>
                <a:moveTo>
                  <a:pt x="95250" y="68792"/>
                </a:moveTo>
                <a:cubicBezTo>
                  <a:pt x="104012" y="68792"/>
                  <a:pt x="111125" y="75905"/>
                  <a:pt x="111125" y="84667"/>
                </a:cubicBezTo>
                <a:cubicBezTo>
                  <a:pt x="111125" y="93428"/>
                  <a:pt x="104012" y="100542"/>
                  <a:pt x="95250" y="100542"/>
                </a:cubicBezTo>
                <a:cubicBezTo>
                  <a:pt x="86488" y="100542"/>
                  <a:pt x="79375" y="93428"/>
                  <a:pt x="79375" y="84667"/>
                </a:cubicBezTo>
                <a:cubicBezTo>
                  <a:pt x="79375" y="75905"/>
                  <a:pt x="86488" y="68792"/>
                  <a:pt x="95250" y="6879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9186333" y="5901267"/>
            <a:ext cx="255693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67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9169400" y="6104467"/>
            <a:ext cx="2590800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0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✓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8183" y="393820"/>
            <a:ext cx="393820" cy="393820"/>
          </a:xfrm>
          <a:custGeom>
            <a:avLst/>
            <a:gdLst/>
            <a:ahLst/>
            <a:cxnLst/>
            <a:rect l="l" t="t" r="r" b="b"/>
            <a:pathLst>
              <a:path w="393820" h="393820">
                <a:moveTo>
                  <a:pt x="65638" y="0"/>
                </a:moveTo>
                <a:lnTo>
                  <a:pt x="328182" y="0"/>
                </a:lnTo>
                <a:cubicBezTo>
                  <a:pt x="364408" y="0"/>
                  <a:pt x="393820" y="29411"/>
                  <a:pt x="393820" y="65638"/>
                </a:cubicBezTo>
                <a:lnTo>
                  <a:pt x="393820" y="328182"/>
                </a:lnTo>
                <a:cubicBezTo>
                  <a:pt x="393820" y="364408"/>
                  <a:pt x="364408" y="393820"/>
                  <a:pt x="328182" y="393820"/>
                </a:cubicBezTo>
                <a:lnTo>
                  <a:pt x="65638" y="393820"/>
                </a:lnTo>
                <a:cubicBezTo>
                  <a:pt x="29411" y="393820"/>
                  <a:pt x="0" y="364408"/>
                  <a:pt x="0" y="328182"/>
                </a:cubicBezTo>
                <a:lnTo>
                  <a:pt x="0" y="65638"/>
                </a:lnTo>
                <a:cubicBezTo>
                  <a:pt x="0" y="29387"/>
                  <a:pt x="29387" y="0"/>
                  <a:pt x="65638" y="0"/>
                </a:cubicBez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24971" y="475865"/>
            <a:ext cx="278956" cy="22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2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0458" y="328183"/>
            <a:ext cx="2682896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spc="52" kern="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Milestone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0458" y="525093"/>
            <a:ext cx="2764942" cy="328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26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8183" y="951731"/>
            <a:ext cx="5702180" cy="3216194"/>
          </a:xfrm>
          <a:custGeom>
            <a:avLst/>
            <a:gdLst/>
            <a:ahLst/>
            <a:cxnLst/>
            <a:rect l="l" t="t" r="r" b="b"/>
            <a:pathLst>
              <a:path w="5702180" h="3216194">
                <a:moveTo>
                  <a:pt x="131285" y="0"/>
                </a:moveTo>
                <a:lnTo>
                  <a:pt x="5570895" y="0"/>
                </a:lnTo>
                <a:cubicBezTo>
                  <a:pt x="5643402" y="0"/>
                  <a:pt x="5702180" y="58778"/>
                  <a:pt x="5702180" y="131285"/>
                </a:cubicBezTo>
                <a:lnTo>
                  <a:pt x="5702180" y="3084909"/>
                </a:lnTo>
                <a:cubicBezTo>
                  <a:pt x="5702180" y="3157415"/>
                  <a:pt x="5643402" y="3216194"/>
                  <a:pt x="5570895" y="3216194"/>
                </a:cubicBezTo>
                <a:lnTo>
                  <a:pt x="131285" y="3216194"/>
                </a:lnTo>
                <a:cubicBezTo>
                  <a:pt x="58778" y="3216194"/>
                  <a:pt x="0" y="3157415"/>
                  <a:pt x="0" y="3084909"/>
                </a:cubicBezTo>
                <a:lnTo>
                  <a:pt x="0" y="131285"/>
                </a:lnTo>
                <a:cubicBezTo>
                  <a:pt x="0" y="58827"/>
                  <a:pt x="58827" y="0"/>
                  <a:pt x="131285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8A"/>
              </a:gs>
              <a:gs pos="100000">
                <a:srgbClr val="3B82F6"/>
              </a:gs>
            </a:gsLst>
            <a:lin ang="2700000" scaled="1"/>
          </a:gradFill>
          <a:ln/>
        </p:spPr>
      </p:sp>
      <p:sp>
        <p:nvSpPr>
          <p:cNvPr id="7" name="Shape 5"/>
          <p:cNvSpPr/>
          <p:nvPr/>
        </p:nvSpPr>
        <p:spPr>
          <a:xfrm>
            <a:off x="459456" y="1132231"/>
            <a:ext cx="393820" cy="393820"/>
          </a:xfrm>
          <a:custGeom>
            <a:avLst/>
            <a:gdLst/>
            <a:ahLst/>
            <a:cxnLst/>
            <a:rect l="l" t="t" r="r" b="b"/>
            <a:pathLst>
              <a:path w="393820" h="393820">
                <a:moveTo>
                  <a:pt x="98455" y="0"/>
                </a:moveTo>
                <a:lnTo>
                  <a:pt x="295365" y="0"/>
                </a:lnTo>
                <a:cubicBezTo>
                  <a:pt x="349740" y="0"/>
                  <a:pt x="393820" y="44080"/>
                  <a:pt x="393820" y="98455"/>
                </a:cubicBezTo>
                <a:lnTo>
                  <a:pt x="393820" y="295365"/>
                </a:lnTo>
                <a:cubicBezTo>
                  <a:pt x="393820" y="349740"/>
                  <a:pt x="349740" y="393820"/>
                  <a:pt x="295365" y="393820"/>
                </a:cubicBezTo>
                <a:lnTo>
                  <a:pt x="98455" y="393820"/>
                </a:lnTo>
                <a:cubicBezTo>
                  <a:pt x="44080" y="393820"/>
                  <a:pt x="0" y="349740"/>
                  <a:pt x="0" y="295365"/>
                </a:cubicBezTo>
                <a:lnTo>
                  <a:pt x="0" y="98455"/>
                </a:lnTo>
                <a:cubicBezTo>
                  <a:pt x="0" y="44080"/>
                  <a:pt x="44080" y="0"/>
                  <a:pt x="98455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74320" y="1247096"/>
            <a:ext cx="164092" cy="164092"/>
          </a:xfrm>
          <a:custGeom>
            <a:avLst/>
            <a:gdLst/>
            <a:ahLst/>
            <a:cxnLst/>
            <a:rect l="l" t="t" r="r" b="b"/>
            <a:pathLst>
              <a:path w="164092" h="164092">
                <a:moveTo>
                  <a:pt x="0" y="23075"/>
                </a:moveTo>
                <a:cubicBezTo>
                  <a:pt x="0" y="18845"/>
                  <a:pt x="3429" y="15384"/>
                  <a:pt x="7692" y="15384"/>
                </a:cubicBezTo>
                <a:lnTo>
                  <a:pt x="23075" y="15384"/>
                </a:lnTo>
                <a:cubicBezTo>
                  <a:pt x="27338" y="15384"/>
                  <a:pt x="30767" y="18813"/>
                  <a:pt x="30767" y="23075"/>
                </a:cubicBezTo>
                <a:lnTo>
                  <a:pt x="30767" y="56406"/>
                </a:lnTo>
                <a:lnTo>
                  <a:pt x="38459" y="56406"/>
                </a:lnTo>
                <a:cubicBezTo>
                  <a:pt x="42721" y="56406"/>
                  <a:pt x="46151" y="59836"/>
                  <a:pt x="46151" y="64098"/>
                </a:cubicBezTo>
                <a:cubicBezTo>
                  <a:pt x="46151" y="68361"/>
                  <a:pt x="42721" y="71790"/>
                  <a:pt x="38459" y="71790"/>
                </a:cubicBezTo>
                <a:lnTo>
                  <a:pt x="7692" y="71790"/>
                </a:lnTo>
                <a:cubicBezTo>
                  <a:pt x="3429" y="71790"/>
                  <a:pt x="0" y="68361"/>
                  <a:pt x="0" y="64098"/>
                </a:cubicBezTo>
                <a:cubicBezTo>
                  <a:pt x="0" y="59836"/>
                  <a:pt x="3429" y="56406"/>
                  <a:pt x="7692" y="56406"/>
                </a:cubicBezTo>
                <a:lnTo>
                  <a:pt x="15384" y="56406"/>
                </a:lnTo>
                <a:lnTo>
                  <a:pt x="15384" y="30767"/>
                </a:lnTo>
                <a:lnTo>
                  <a:pt x="7692" y="30767"/>
                </a:lnTo>
                <a:cubicBezTo>
                  <a:pt x="3429" y="30767"/>
                  <a:pt x="0" y="27338"/>
                  <a:pt x="0" y="23075"/>
                </a:cubicBezTo>
                <a:close/>
                <a:moveTo>
                  <a:pt x="9743" y="96532"/>
                </a:moveTo>
                <a:cubicBezTo>
                  <a:pt x="13397" y="93776"/>
                  <a:pt x="17851" y="92301"/>
                  <a:pt x="22434" y="92301"/>
                </a:cubicBezTo>
                <a:lnTo>
                  <a:pt x="24005" y="92301"/>
                </a:lnTo>
                <a:cubicBezTo>
                  <a:pt x="34805" y="92301"/>
                  <a:pt x="43587" y="101083"/>
                  <a:pt x="43587" y="111883"/>
                </a:cubicBezTo>
                <a:cubicBezTo>
                  <a:pt x="43587" y="118165"/>
                  <a:pt x="40574" y="124030"/>
                  <a:pt x="35510" y="127716"/>
                </a:cubicBezTo>
                <a:lnTo>
                  <a:pt x="27819" y="133324"/>
                </a:lnTo>
                <a:lnTo>
                  <a:pt x="38459" y="133324"/>
                </a:lnTo>
                <a:cubicBezTo>
                  <a:pt x="42721" y="133324"/>
                  <a:pt x="46151" y="136754"/>
                  <a:pt x="46151" y="141016"/>
                </a:cubicBezTo>
                <a:cubicBezTo>
                  <a:pt x="46151" y="145279"/>
                  <a:pt x="42721" y="148708"/>
                  <a:pt x="38459" y="148708"/>
                </a:cubicBezTo>
                <a:lnTo>
                  <a:pt x="9390" y="148708"/>
                </a:lnTo>
                <a:cubicBezTo>
                  <a:pt x="4198" y="148708"/>
                  <a:pt x="0" y="144510"/>
                  <a:pt x="0" y="139318"/>
                </a:cubicBezTo>
                <a:cubicBezTo>
                  <a:pt x="0" y="136305"/>
                  <a:pt x="1442" y="133485"/>
                  <a:pt x="3878" y="131722"/>
                </a:cubicBezTo>
                <a:lnTo>
                  <a:pt x="26473" y="115281"/>
                </a:lnTo>
                <a:cubicBezTo>
                  <a:pt x="27562" y="114479"/>
                  <a:pt x="28203" y="113230"/>
                  <a:pt x="28203" y="111883"/>
                </a:cubicBezTo>
                <a:cubicBezTo>
                  <a:pt x="28203" y="109576"/>
                  <a:pt x="26312" y="107685"/>
                  <a:pt x="24005" y="107685"/>
                </a:cubicBezTo>
                <a:lnTo>
                  <a:pt x="22434" y="107685"/>
                </a:lnTo>
                <a:cubicBezTo>
                  <a:pt x="21184" y="107685"/>
                  <a:pt x="19967" y="108102"/>
                  <a:pt x="18973" y="108839"/>
                </a:cubicBezTo>
                <a:lnTo>
                  <a:pt x="12307" y="113838"/>
                </a:lnTo>
                <a:cubicBezTo>
                  <a:pt x="8910" y="116402"/>
                  <a:pt x="4102" y="115697"/>
                  <a:pt x="1538" y="112300"/>
                </a:cubicBezTo>
                <a:cubicBezTo>
                  <a:pt x="-1026" y="108903"/>
                  <a:pt x="-320" y="104096"/>
                  <a:pt x="3077" y="101532"/>
                </a:cubicBezTo>
                <a:lnTo>
                  <a:pt x="9743" y="96532"/>
                </a:lnTo>
                <a:close/>
                <a:moveTo>
                  <a:pt x="71790" y="20511"/>
                </a:moveTo>
                <a:lnTo>
                  <a:pt x="153836" y="20511"/>
                </a:lnTo>
                <a:cubicBezTo>
                  <a:pt x="159508" y="20511"/>
                  <a:pt x="164092" y="25094"/>
                  <a:pt x="164092" y="30767"/>
                </a:cubicBezTo>
                <a:cubicBezTo>
                  <a:pt x="164092" y="36440"/>
                  <a:pt x="159508" y="41023"/>
                  <a:pt x="153836" y="41023"/>
                </a:cubicBezTo>
                <a:lnTo>
                  <a:pt x="71790" y="41023"/>
                </a:lnTo>
                <a:cubicBezTo>
                  <a:pt x="66117" y="41023"/>
                  <a:pt x="61534" y="36440"/>
                  <a:pt x="61534" y="30767"/>
                </a:cubicBezTo>
                <a:cubicBezTo>
                  <a:pt x="61534" y="25094"/>
                  <a:pt x="66117" y="20511"/>
                  <a:pt x="71790" y="20511"/>
                </a:cubicBezTo>
                <a:close/>
                <a:moveTo>
                  <a:pt x="71790" y="71790"/>
                </a:moveTo>
                <a:lnTo>
                  <a:pt x="153836" y="71790"/>
                </a:lnTo>
                <a:cubicBezTo>
                  <a:pt x="159508" y="71790"/>
                  <a:pt x="164092" y="76373"/>
                  <a:pt x="164092" y="82046"/>
                </a:cubicBezTo>
                <a:cubicBezTo>
                  <a:pt x="164092" y="87718"/>
                  <a:pt x="159508" y="92301"/>
                  <a:pt x="153836" y="92301"/>
                </a:cubicBezTo>
                <a:lnTo>
                  <a:pt x="71790" y="92301"/>
                </a:lnTo>
                <a:cubicBezTo>
                  <a:pt x="66117" y="92301"/>
                  <a:pt x="61534" y="87718"/>
                  <a:pt x="61534" y="82046"/>
                </a:cubicBezTo>
                <a:cubicBezTo>
                  <a:pt x="61534" y="76373"/>
                  <a:pt x="66117" y="71790"/>
                  <a:pt x="71790" y="71790"/>
                </a:cubicBezTo>
                <a:close/>
                <a:moveTo>
                  <a:pt x="71790" y="123069"/>
                </a:moveTo>
                <a:lnTo>
                  <a:pt x="153836" y="123069"/>
                </a:lnTo>
                <a:cubicBezTo>
                  <a:pt x="159508" y="123069"/>
                  <a:pt x="164092" y="127652"/>
                  <a:pt x="164092" y="133324"/>
                </a:cubicBezTo>
                <a:cubicBezTo>
                  <a:pt x="164092" y="138997"/>
                  <a:pt x="159508" y="143580"/>
                  <a:pt x="153836" y="143580"/>
                </a:cubicBezTo>
                <a:lnTo>
                  <a:pt x="71790" y="143580"/>
                </a:lnTo>
                <a:cubicBezTo>
                  <a:pt x="66117" y="143580"/>
                  <a:pt x="61534" y="138997"/>
                  <a:pt x="61534" y="133324"/>
                </a:cubicBezTo>
                <a:cubicBezTo>
                  <a:pt x="61534" y="127652"/>
                  <a:pt x="66117" y="123069"/>
                  <a:pt x="71790" y="12306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951731" y="1083004"/>
            <a:ext cx="1066595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Batsman Features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51731" y="1279914"/>
            <a:ext cx="1124027" cy="295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3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57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3559" y="1677836"/>
            <a:ext cx="5431429" cy="533297"/>
          </a:xfrm>
          <a:custGeom>
            <a:avLst/>
            <a:gdLst/>
            <a:ahLst/>
            <a:cxnLst/>
            <a:rect l="l" t="t" r="r" b="b"/>
            <a:pathLst>
              <a:path w="5431429" h="533297">
                <a:moveTo>
                  <a:pt x="65638" y="0"/>
                </a:moveTo>
                <a:lnTo>
                  <a:pt x="5365791" y="0"/>
                </a:lnTo>
                <a:cubicBezTo>
                  <a:pt x="5402042" y="0"/>
                  <a:pt x="5431429" y="29387"/>
                  <a:pt x="5431429" y="65638"/>
                </a:cubicBezTo>
                <a:lnTo>
                  <a:pt x="5431429" y="467659"/>
                </a:lnTo>
                <a:cubicBezTo>
                  <a:pt x="5431429" y="503910"/>
                  <a:pt x="5402042" y="533297"/>
                  <a:pt x="5365791" y="533297"/>
                </a:cubicBezTo>
                <a:lnTo>
                  <a:pt x="65638" y="533297"/>
                </a:lnTo>
                <a:cubicBezTo>
                  <a:pt x="29387" y="533297"/>
                  <a:pt x="0" y="503910"/>
                  <a:pt x="0" y="467659"/>
                </a:cubicBezTo>
                <a:lnTo>
                  <a:pt x="0" y="65638"/>
                </a:lnTo>
                <a:cubicBezTo>
                  <a:pt x="0" y="29387"/>
                  <a:pt x="29387" y="0"/>
                  <a:pt x="6563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3297" y="1747575"/>
            <a:ext cx="5357588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Rolling Averages (3, 5, 10)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3297" y="1944485"/>
            <a:ext cx="5357588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Runs, strike rate, boundaries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3559" y="2284974"/>
            <a:ext cx="5431429" cy="533297"/>
          </a:xfrm>
          <a:custGeom>
            <a:avLst/>
            <a:gdLst/>
            <a:ahLst/>
            <a:cxnLst/>
            <a:rect l="l" t="t" r="r" b="b"/>
            <a:pathLst>
              <a:path w="5431429" h="533297">
                <a:moveTo>
                  <a:pt x="65638" y="0"/>
                </a:moveTo>
                <a:lnTo>
                  <a:pt x="5365791" y="0"/>
                </a:lnTo>
                <a:cubicBezTo>
                  <a:pt x="5402042" y="0"/>
                  <a:pt x="5431429" y="29387"/>
                  <a:pt x="5431429" y="65638"/>
                </a:cubicBezTo>
                <a:lnTo>
                  <a:pt x="5431429" y="467659"/>
                </a:lnTo>
                <a:cubicBezTo>
                  <a:pt x="5431429" y="503910"/>
                  <a:pt x="5402042" y="533297"/>
                  <a:pt x="5365791" y="533297"/>
                </a:cubicBezTo>
                <a:lnTo>
                  <a:pt x="65638" y="533297"/>
                </a:lnTo>
                <a:cubicBezTo>
                  <a:pt x="29387" y="533297"/>
                  <a:pt x="0" y="503910"/>
                  <a:pt x="0" y="467659"/>
                </a:cubicBezTo>
                <a:lnTo>
                  <a:pt x="0" y="65638"/>
                </a:lnTo>
                <a:cubicBezTo>
                  <a:pt x="0" y="29387"/>
                  <a:pt x="29387" y="0"/>
                  <a:pt x="6563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3297" y="2354713"/>
            <a:ext cx="5357588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Career Statistics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3297" y="2551623"/>
            <a:ext cx="5357588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Overall avg, total runs, matches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63559" y="2892113"/>
            <a:ext cx="5431429" cy="533297"/>
          </a:xfrm>
          <a:custGeom>
            <a:avLst/>
            <a:gdLst/>
            <a:ahLst/>
            <a:cxnLst/>
            <a:rect l="l" t="t" r="r" b="b"/>
            <a:pathLst>
              <a:path w="5431429" h="533297">
                <a:moveTo>
                  <a:pt x="65638" y="0"/>
                </a:moveTo>
                <a:lnTo>
                  <a:pt x="5365791" y="0"/>
                </a:lnTo>
                <a:cubicBezTo>
                  <a:pt x="5402042" y="0"/>
                  <a:pt x="5431429" y="29387"/>
                  <a:pt x="5431429" y="65638"/>
                </a:cubicBezTo>
                <a:lnTo>
                  <a:pt x="5431429" y="467659"/>
                </a:lnTo>
                <a:cubicBezTo>
                  <a:pt x="5431429" y="503910"/>
                  <a:pt x="5402042" y="533297"/>
                  <a:pt x="5365791" y="533297"/>
                </a:cubicBezTo>
                <a:lnTo>
                  <a:pt x="65638" y="533297"/>
                </a:lnTo>
                <a:cubicBezTo>
                  <a:pt x="29387" y="533297"/>
                  <a:pt x="0" y="503910"/>
                  <a:pt x="0" y="467659"/>
                </a:cubicBezTo>
                <a:lnTo>
                  <a:pt x="0" y="65638"/>
                </a:lnTo>
                <a:cubicBezTo>
                  <a:pt x="0" y="29387"/>
                  <a:pt x="29387" y="0"/>
                  <a:pt x="6563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3297" y="2961852"/>
            <a:ext cx="5357588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Opponent &amp; Venue Features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3297" y="3158762"/>
            <a:ext cx="5357588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vs specific teams/grounds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3559" y="3499252"/>
            <a:ext cx="5431429" cy="533297"/>
          </a:xfrm>
          <a:custGeom>
            <a:avLst/>
            <a:gdLst/>
            <a:ahLst/>
            <a:cxnLst/>
            <a:rect l="l" t="t" r="r" b="b"/>
            <a:pathLst>
              <a:path w="5431429" h="533297">
                <a:moveTo>
                  <a:pt x="65638" y="0"/>
                </a:moveTo>
                <a:lnTo>
                  <a:pt x="5365791" y="0"/>
                </a:lnTo>
                <a:cubicBezTo>
                  <a:pt x="5402042" y="0"/>
                  <a:pt x="5431429" y="29387"/>
                  <a:pt x="5431429" y="65638"/>
                </a:cubicBezTo>
                <a:lnTo>
                  <a:pt x="5431429" y="467659"/>
                </a:lnTo>
                <a:cubicBezTo>
                  <a:pt x="5431429" y="503910"/>
                  <a:pt x="5402042" y="533297"/>
                  <a:pt x="5365791" y="533297"/>
                </a:cubicBezTo>
                <a:lnTo>
                  <a:pt x="65638" y="533297"/>
                </a:lnTo>
                <a:cubicBezTo>
                  <a:pt x="29387" y="533297"/>
                  <a:pt x="0" y="503910"/>
                  <a:pt x="0" y="467659"/>
                </a:cubicBezTo>
                <a:lnTo>
                  <a:pt x="0" y="65638"/>
                </a:lnTo>
                <a:cubicBezTo>
                  <a:pt x="0" y="29387"/>
                  <a:pt x="29387" y="0"/>
                  <a:pt x="6563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3297" y="3568991"/>
            <a:ext cx="5357588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Momentum &amp; Consistency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3297" y="3765900"/>
            <a:ext cx="5357588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 indicators, variance metrics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62534" y="951731"/>
            <a:ext cx="5702180" cy="3216194"/>
          </a:xfrm>
          <a:custGeom>
            <a:avLst/>
            <a:gdLst/>
            <a:ahLst/>
            <a:cxnLst/>
            <a:rect l="l" t="t" r="r" b="b"/>
            <a:pathLst>
              <a:path w="5702180" h="3216194">
                <a:moveTo>
                  <a:pt x="131285" y="0"/>
                </a:moveTo>
                <a:lnTo>
                  <a:pt x="5570895" y="0"/>
                </a:lnTo>
                <a:cubicBezTo>
                  <a:pt x="5643402" y="0"/>
                  <a:pt x="5702180" y="58778"/>
                  <a:pt x="5702180" y="131285"/>
                </a:cubicBezTo>
                <a:lnTo>
                  <a:pt x="5702180" y="3084909"/>
                </a:lnTo>
                <a:cubicBezTo>
                  <a:pt x="5702180" y="3157415"/>
                  <a:pt x="5643402" y="3216194"/>
                  <a:pt x="5570895" y="3216194"/>
                </a:cubicBezTo>
                <a:lnTo>
                  <a:pt x="131285" y="3216194"/>
                </a:lnTo>
                <a:cubicBezTo>
                  <a:pt x="58778" y="3216194"/>
                  <a:pt x="0" y="3157415"/>
                  <a:pt x="0" y="3084909"/>
                </a:cubicBezTo>
                <a:lnTo>
                  <a:pt x="0" y="131285"/>
                </a:lnTo>
                <a:cubicBezTo>
                  <a:pt x="0" y="58827"/>
                  <a:pt x="58827" y="0"/>
                  <a:pt x="131285" y="0"/>
                </a:cubicBezTo>
                <a:close/>
              </a:path>
            </a:pathLst>
          </a:custGeom>
          <a:gradFill rotWithShape="1" flip="none">
            <a:gsLst>
              <a:gs pos="0">
                <a:srgbClr val="8B0000"/>
              </a:gs>
              <a:gs pos="100000">
                <a:srgbClr val="DC2626"/>
              </a:gs>
            </a:gsLst>
            <a:lin ang="2700000" scaled="1"/>
          </a:gradFill>
          <a:ln/>
        </p:spPr>
      </p:sp>
      <p:sp>
        <p:nvSpPr>
          <p:cNvPr id="24" name="Shape 22"/>
          <p:cNvSpPr/>
          <p:nvPr/>
        </p:nvSpPr>
        <p:spPr>
          <a:xfrm>
            <a:off x="6293807" y="1132231"/>
            <a:ext cx="393820" cy="393820"/>
          </a:xfrm>
          <a:custGeom>
            <a:avLst/>
            <a:gdLst/>
            <a:ahLst/>
            <a:cxnLst/>
            <a:rect l="l" t="t" r="r" b="b"/>
            <a:pathLst>
              <a:path w="393820" h="393820">
                <a:moveTo>
                  <a:pt x="98455" y="0"/>
                </a:moveTo>
                <a:lnTo>
                  <a:pt x="295365" y="0"/>
                </a:lnTo>
                <a:cubicBezTo>
                  <a:pt x="349740" y="0"/>
                  <a:pt x="393820" y="44080"/>
                  <a:pt x="393820" y="98455"/>
                </a:cubicBezTo>
                <a:lnTo>
                  <a:pt x="393820" y="295365"/>
                </a:lnTo>
                <a:cubicBezTo>
                  <a:pt x="393820" y="349740"/>
                  <a:pt x="349740" y="393820"/>
                  <a:pt x="295365" y="393820"/>
                </a:cubicBezTo>
                <a:lnTo>
                  <a:pt x="98455" y="393820"/>
                </a:lnTo>
                <a:cubicBezTo>
                  <a:pt x="44080" y="393820"/>
                  <a:pt x="0" y="349740"/>
                  <a:pt x="0" y="295365"/>
                </a:cubicBezTo>
                <a:lnTo>
                  <a:pt x="0" y="98455"/>
                </a:lnTo>
                <a:cubicBezTo>
                  <a:pt x="0" y="44080"/>
                  <a:pt x="44080" y="0"/>
                  <a:pt x="98455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408671" y="1247096"/>
            <a:ext cx="164092" cy="164092"/>
          </a:xfrm>
          <a:custGeom>
            <a:avLst/>
            <a:gdLst/>
            <a:ahLst/>
            <a:cxnLst/>
            <a:rect l="l" t="t" r="r" b="b"/>
            <a:pathLst>
              <a:path w="164092" h="164092">
                <a:moveTo>
                  <a:pt x="0" y="23075"/>
                </a:moveTo>
                <a:cubicBezTo>
                  <a:pt x="0" y="18845"/>
                  <a:pt x="3429" y="15384"/>
                  <a:pt x="7692" y="15384"/>
                </a:cubicBezTo>
                <a:lnTo>
                  <a:pt x="23075" y="15384"/>
                </a:lnTo>
                <a:cubicBezTo>
                  <a:pt x="27338" y="15384"/>
                  <a:pt x="30767" y="18813"/>
                  <a:pt x="30767" y="23075"/>
                </a:cubicBezTo>
                <a:lnTo>
                  <a:pt x="30767" y="56406"/>
                </a:lnTo>
                <a:lnTo>
                  <a:pt x="38459" y="56406"/>
                </a:lnTo>
                <a:cubicBezTo>
                  <a:pt x="42721" y="56406"/>
                  <a:pt x="46151" y="59836"/>
                  <a:pt x="46151" y="64098"/>
                </a:cubicBezTo>
                <a:cubicBezTo>
                  <a:pt x="46151" y="68361"/>
                  <a:pt x="42721" y="71790"/>
                  <a:pt x="38459" y="71790"/>
                </a:cubicBezTo>
                <a:lnTo>
                  <a:pt x="7692" y="71790"/>
                </a:lnTo>
                <a:cubicBezTo>
                  <a:pt x="3429" y="71790"/>
                  <a:pt x="0" y="68361"/>
                  <a:pt x="0" y="64098"/>
                </a:cubicBezTo>
                <a:cubicBezTo>
                  <a:pt x="0" y="59836"/>
                  <a:pt x="3429" y="56406"/>
                  <a:pt x="7692" y="56406"/>
                </a:cubicBezTo>
                <a:lnTo>
                  <a:pt x="15384" y="56406"/>
                </a:lnTo>
                <a:lnTo>
                  <a:pt x="15384" y="30767"/>
                </a:lnTo>
                <a:lnTo>
                  <a:pt x="7692" y="30767"/>
                </a:lnTo>
                <a:cubicBezTo>
                  <a:pt x="3429" y="30767"/>
                  <a:pt x="0" y="27338"/>
                  <a:pt x="0" y="23075"/>
                </a:cubicBezTo>
                <a:close/>
                <a:moveTo>
                  <a:pt x="9743" y="96532"/>
                </a:moveTo>
                <a:cubicBezTo>
                  <a:pt x="13397" y="93776"/>
                  <a:pt x="17851" y="92301"/>
                  <a:pt x="22434" y="92301"/>
                </a:cubicBezTo>
                <a:lnTo>
                  <a:pt x="24005" y="92301"/>
                </a:lnTo>
                <a:cubicBezTo>
                  <a:pt x="34805" y="92301"/>
                  <a:pt x="43587" y="101083"/>
                  <a:pt x="43587" y="111883"/>
                </a:cubicBezTo>
                <a:cubicBezTo>
                  <a:pt x="43587" y="118165"/>
                  <a:pt x="40574" y="124030"/>
                  <a:pt x="35510" y="127716"/>
                </a:cubicBezTo>
                <a:lnTo>
                  <a:pt x="27819" y="133324"/>
                </a:lnTo>
                <a:lnTo>
                  <a:pt x="38459" y="133324"/>
                </a:lnTo>
                <a:cubicBezTo>
                  <a:pt x="42721" y="133324"/>
                  <a:pt x="46151" y="136754"/>
                  <a:pt x="46151" y="141016"/>
                </a:cubicBezTo>
                <a:cubicBezTo>
                  <a:pt x="46151" y="145279"/>
                  <a:pt x="42721" y="148708"/>
                  <a:pt x="38459" y="148708"/>
                </a:cubicBezTo>
                <a:lnTo>
                  <a:pt x="9390" y="148708"/>
                </a:lnTo>
                <a:cubicBezTo>
                  <a:pt x="4198" y="148708"/>
                  <a:pt x="0" y="144510"/>
                  <a:pt x="0" y="139318"/>
                </a:cubicBezTo>
                <a:cubicBezTo>
                  <a:pt x="0" y="136305"/>
                  <a:pt x="1442" y="133485"/>
                  <a:pt x="3878" y="131722"/>
                </a:cubicBezTo>
                <a:lnTo>
                  <a:pt x="26473" y="115281"/>
                </a:lnTo>
                <a:cubicBezTo>
                  <a:pt x="27562" y="114479"/>
                  <a:pt x="28203" y="113230"/>
                  <a:pt x="28203" y="111883"/>
                </a:cubicBezTo>
                <a:cubicBezTo>
                  <a:pt x="28203" y="109576"/>
                  <a:pt x="26312" y="107685"/>
                  <a:pt x="24005" y="107685"/>
                </a:cubicBezTo>
                <a:lnTo>
                  <a:pt x="22434" y="107685"/>
                </a:lnTo>
                <a:cubicBezTo>
                  <a:pt x="21184" y="107685"/>
                  <a:pt x="19967" y="108102"/>
                  <a:pt x="18973" y="108839"/>
                </a:cubicBezTo>
                <a:lnTo>
                  <a:pt x="12307" y="113838"/>
                </a:lnTo>
                <a:cubicBezTo>
                  <a:pt x="8910" y="116402"/>
                  <a:pt x="4102" y="115697"/>
                  <a:pt x="1538" y="112300"/>
                </a:cubicBezTo>
                <a:cubicBezTo>
                  <a:pt x="-1026" y="108903"/>
                  <a:pt x="-320" y="104096"/>
                  <a:pt x="3077" y="101532"/>
                </a:cubicBezTo>
                <a:lnTo>
                  <a:pt x="9743" y="96532"/>
                </a:lnTo>
                <a:close/>
                <a:moveTo>
                  <a:pt x="71790" y="20511"/>
                </a:moveTo>
                <a:lnTo>
                  <a:pt x="153836" y="20511"/>
                </a:lnTo>
                <a:cubicBezTo>
                  <a:pt x="159508" y="20511"/>
                  <a:pt x="164092" y="25094"/>
                  <a:pt x="164092" y="30767"/>
                </a:cubicBezTo>
                <a:cubicBezTo>
                  <a:pt x="164092" y="36440"/>
                  <a:pt x="159508" y="41023"/>
                  <a:pt x="153836" y="41023"/>
                </a:cubicBezTo>
                <a:lnTo>
                  <a:pt x="71790" y="41023"/>
                </a:lnTo>
                <a:cubicBezTo>
                  <a:pt x="66117" y="41023"/>
                  <a:pt x="61534" y="36440"/>
                  <a:pt x="61534" y="30767"/>
                </a:cubicBezTo>
                <a:cubicBezTo>
                  <a:pt x="61534" y="25094"/>
                  <a:pt x="66117" y="20511"/>
                  <a:pt x="71790" y="20511"/>
                </a:cubicBezTo>
                <a:close/>
                <a:moveTo>
                  <a:pt x="71790" y="71790"/>
                </a:moveTo>
                <a:lnTo>
                  <a:pt x="153836" y="71790"/>
                </a:lnTo>
                <a:cubicBezTo>
                  <a:pt x="159508" y="71790"/>
                  <a:pt x="164092" y="76373"/>
                  <a:pt x="164092" y="82046"/>
                </a:cubicBezTo>
                <a:cubicBezTo>
                  <a:pt x="164092" y="87718"/>
                  <a:pt x="159508" y="92301"/>
                  <a:pt x="153836" y="92301"/>
                </a:cubicBezTo>
                <a:lnTo>
                  <a:pt x="71790" y="92301"/>
                </a:lnTo>
                <a:cubicBezTo>
                  <a:pt x="66117" y="92301"/>
                  <a:pt x="61534" y="87718"/>
                  <a:pt x="61534" y="82046"/>
                </a:cubicBezTo>
                <a:cubicBezTo>
                  <a:pt x="61534" y="76373"/>
                  <a:pt x="66117" y="71790"/>
                  <a:pt x="71790" y="71790"/>
                </a:cubicBezTo>
                <a:close/>
                <a:moveTo>
                  <a:pt x="71790" y="123069"/>
                </a:moveTo>
                <a:lnTo>
                  <a:pt x="153836" y="123069"/>
                </a:lnTo>
                <a:cubicBezTo>
                  <a:pt x="159508" y="123069"/>
                  <a:pt x="164092" y="127652"/>
                  <a:pt x="164092" y="133324"/>
                </a:cubicBezTo>
                <a:cubicBezTo>
                  <a:pt x="164092" y="138997"/>
                  <a:pt x="159508" y="143580"/>
                  <a:pt x="153836" y="143580"/>
                </a:cubicBezTo>
                <a:lnTo>
                  <a:pt x="71790" y="143580"/>
                </a:lnTo>
                <a:cubicBezTo>
                  <a:pt x="66117" y="143580"/>
                  <a:pt x="61534" y="138997"/>
                  <a:pt x="61534" y="133324"/>
                </a:cubicBezTo>
                <a:cubicBezTo>
                  <a:pt x="61534" y="127652"/>
                  <a:pt x="66117" y="123069"/>
                  <a:pt x="71790" y="12306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786082" y="1083004"/>
            <a:ext cx="976345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Bowler Features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86082" y="1279914"/>
            <a:ext cx="1033777" cy="295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3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56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97909" y="1677836"/>
            <a:ext cx="5431429" cy="533297"/>
          </a:xfrm>
          <a:custGeom>
            <a:avLst/>
            <a:gdLst/>
            <a:ahLst/>
            <a:cxnLst/>
            <a:rect l="l" t="t" r="r" b="b"/>
            <a:pathLst>
              <a:path w="5431429" h="533297">
                <a:moveTo>
                  <a:pt x="65638" y="0"/>
                </a:moveTo>
                <a:lnTo>
                  <a:pt x="5365791" y="0"/>
                </a:lnTo>
                <a:cubicBezTo>
                  <a:pt x="5402042" y="0"/>
                  <a:pt x="5431429" y="29387"/>
                  <a:pt x="5431429" y="65638"/>
                </a:cubicBezTo>
                <a:lnTo>
                  <a:pt x="5431429" y="467659"/>
                </a:lnTo>
                <a:cubicBezTo>
                  <a:pt x="5431429" y="503910"/>
                  <a:pt x="5402042" y="533297"/>
                  <a:pt x="5365791" y="533297"/>
                </a:cubicBezTo>
                <a:lnTo>
                  <a:pt x="65638" y="533297"/>
                </a:lnTo>
                <a:cubicBezTo>
                  <a:pt x="29387" y="533297"/>
                  <a:pt x="0" y="503910"/>
                  <a:pt x="0" y="467659"/>
                </a:cubicBezTo>
                <a:lnTo>
                  <a:pt x="0" y="65638"/>
                </a:lnTo>
                <a:cubicBezTo>
                  <a:pt x="0" y="29387"/>
                  <a:pt x="29387" y="0"/>
                  <a:pt x="6563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67648" y="1747575"/>
            <a:ext cx="5357588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Rolling Averages (3, 5, 10)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67648" y="1944485"/>
            <a:ext cx="5357588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Wickets, economy, strike rate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97909" y="2284974"/>
            <a:ext cx="5431429" cy="533297"/>
          </a:xfrm>
          <a:custGeom>
            <a:avLst/>
            <a:gdLst/>
            <a:ahLst/>
            <a:cxnLst/>
            <a:rect l="l" t="t" r="r" b="b"/>
            <a:pathLst>
              <a:path w="5431429" h="533297">
                <a:moveTo>
                  <a:pt x="65638" y="0"/>
                </a:moveTo>
                <a:lnTo>
                  <a:pt x="5365791" y="0"/>
                </a:lnTo>
                <a:cubicBezTo>
                  <a:pt x="5402042" y="0"/>
                  <a:pt x="5431429" y="29387"/>
                  <a:pt x="5431429" y="65638"/>
                </a:cubicBezTo>
                <a:lnTo>
                  <a:pt x="5431429" y="467659"/>
                </a:lnTo>
                <a:cubicBezTo>
                  <a:pt x="5431429" y="503910"/>
                  <a:pt x="5402042" y="533297"/>
                  <a:pt x="5365791" y="533297"/>
                </a:cubicBezTo>
                <a:lnTo>
                  <a:pt x="65638" y="533297"/>
                </a:lnTo>
                <a:cubicBezTo>
                  <a:pt x="29387" y="533297"/>
                  <a:pt x="0" y="503910"/>
                  <a:pt x="0" y="467659"/>
                </a:cubicBezTo>
                <a:lnTo>
                  <a:pt x="0" y="65638"/>
                </a:lnTo>
                <a:cubicBezTo>
                  <a:pt x="0" y="29387"/>
                  <a:pt x="29387" y="0"/>
                  <a:pt x="6563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67648" y="2354713"/>
            <a:ext cx="5357588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Career Statistics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67648" y="2551623"/>
            <a:ext cx="5357588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Overall avg, total wickets, matches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97909" y="2892113"/>
            <a:ext cx="5431429" cy="533297"/>
          </a:xfrm>
          <a:custGeom>
            <a:avLst/>
            <a:gdLst/>
            <a:ahLst/>
            <a:cxnLst/>
            <a:rect l="l" t="t" r="r" b="b"/>
            <a:pathLst>
              <a:path w="5431429" h="533297">
                <a:moveTo>
                  <a:pt x="65638" y="0"/>
                </a:moveTo>
                <a:lnTo>
                  <a:pt x="5365791" y="0"/>
                </a:lnTo>
                <a:cubicBezTo>
                  <a:pt x="5402042" y="0"/>
                  <a:pt x="5431429" y="29387"/>
                  <a:pt x="5431429" y="65638"/>
                </a:cubicBezTo>
                <a:lnTo>
                  <a:pt x="5431429" y="467659"/>
                </a:lnTo>
                <a:cubicBezTo>
                  <a:pt x="5431429" y="503910"/>
                  <a:pt x="5402042" y="533297"/>
                  <a:pt x="5365791" y="533297"/>
                </a:cubicBezTo>
                <a:lnTo>
                  <a:pt x="65638" y="533297"/>
                </a:lnTo>
                <a:cubicBezTo>
                  <a:pt x="29387" y="533297"/>
                  <a:pt x="0" y="503910"/>
                  <a:pt x="0" y="467659"/>
                </a:cubicBezTo>
                <a:lnTo>
                  <a:pt x="0" y="65638"/>
                </a:lnTo>
                <a:cubicBezTo>
                  <a:pt x="0" y="29387"/>
                  <a:pt x="29387" y="0"/>
                  <a:pt x="6563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67648" y="2961852"/>
            <a:ext cx="5357588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Opponent &amp; Venue Features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367648" y="3158762"/>
            <a:ext cx="5357588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vs specific teams/grounds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297909" y="3499252"/>
            <a:ext cx="5431429" cy="533297"/>
          </a:xfrm>
          <a:custGeom>
            <a:avLst/>
            <a:gdLst/>
            <a:ahLst/>
            <a:cxnLst/>
            <a:rect l="l" t="t" r="r" b="b"/>
            <a:pathLst>
              <a:path w="5431429" h="533297">
                <a:moveTo>
                  <a:pt x="65638" y="0"/>
                </a:moveTo>
                <a:lnTo>
                  <a:pt x="5365791" y="0"/>
                </a:lnTo>
                <a:cubicBezTo>
                  <a:pt x="5402042" y="0"/>
                  <a:pt x="5431429" y="29387"/>
                  <a:pt x="5431429" y="65638"/>
                </a:cubicBezTo>
                <a:lnTo>
                  <a:pt x="5431429" y="467659"/>
                </a:lnTo>
                <a:cubicBezTo>
                  <a:pt x="5431429" y="503910"/>
                  <a:pt x="5402042" y="533297"/>
                  <a:pt x="5365791" y="533297"/>
                </a:cubicBezTo>
                <a:lnTo>
                  <a:pt x="65638" y="533297"/>
                </a:lnTo>
                <a:cubicBezTo>
                  <a:pt x="29387" y="533297"/>
                  <a:pt x="0" y="503910"/>
                  <a:pt x="0" y="467659"/>
                </a:cubicBezTo>
                <a:lnTo>
                  <a:pt x="0" y="65638"/>
                </a:lnTo>
                <a:cubicBezTo>
                  <a:pt x="0" y="29387"/>
                  <a:pt x="29387" y="0"/>
                  <a:pt x="6563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67648" y="3568991"/>
            <a:ext cx="5357588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Momentum &amp; Consistency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67648" y="3765900"/>
            <a:ext cx="5357588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 indicators, variance metrics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36388" y="4274584"/>
            <a:ext cx="3741287" cy="1460415"/>
          </a:xfrm>
          <a:custGeom>
            <a:avLst/>
            <a:gdLst/>
            <a:ahLst/>
            <a:cxnLst/>
            <a:rect l="l" t="t" r="r" b="b"/>
            <a:pathLst>
              <a:path w="3741287" h="1460415">
                <a:moveTo>
                  <a:pt x="98461" y="0"/>
                </a:moveTo>
                <a:lnTo>
                  <a:pt x="3642826" y="0"/>
                </a:lnTo>
                <a:cubicBezTo>
                  <a:pt x="3697204" y="0"/>
                  <a:pt x="3741287" y="44083"/>
                  <a:pt x="3741287" y="98461"/>
                </a:cubicBezTo>
                <a:lnTo>
                  <a:pt x="3741287" y="1361953"/>
                </a:lnTo>
                <a:cubicBezTo>
                  <a:pt x="3741287" y="1416332"/>
                  <a:pt x="3697204" y="1460415"/>
                  <a:pt x="3642826" y="1460415"/>
                </a:cubicBezTo>
                <a:lnTo>
                  <a:pt x="98461" y="1460415"/>
                </a:lnTo>
                <a:cubicBezTo>
                  <a:pt x="44083" y="1460415"/>
                  <a:pt x="0" y="1416332"/>
                  <a:pt x="0" y="1361953"/>
                </a:cubicBezTo>
                <a:lnTo>
                  <a:pt x="0" y="98461"/>
                </a:lnTo>
                <a:cubicBezTo>
                  <a:pt x="0" y="44083"/>
                  <a:pt x="44083" y="0"/>
                  <a:pt x="98461" y="0"/>
                </a:cubicBezTo>
                <a:close/>
              </a:path>
            </a:pathLst>
          </a:custGeom>
          <a:solidFill>
            <a:srgbClr val="F9FAFB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3047" y="4381244"/>
            <a:ext cx="328183" cy="328183"/>
          </a:xfrm>
          <a:custGeom>
            <a:avLst/>
            <a:gdLst/>
            <a:ahLst/>
            <a:cxnLst/>
            <a:rect l="l" t="t" r="r" b="b"/>
            <a:pathLst>
              <a:path w="328183" h="328183">
                <a:moveTo>
                  <a:pt x="65637" y="0"/>
                </a:moveTo>
                <a:lnTo>
                  <a:pt x="262546" y="0"/>
                </a:lnTo>
                <a:cubicBezTo>
                  <a:pt x="298797" y="0"/>
                  <a:pt x="328183" y="29387"/>
                  <a:pt x="328183" y="65637"/>
                </a:cubicBezTo>
                <a:lnTo>
                  <a:pt x="328183" y="262546"/>
                </a:lnTo>
                <a:cubicBezTo>
                  <a:pt x="328183" y="298797"/>
                  <a:pt x="298797" y="328183"/>
                  <a:pt x="262546" y="328183"/>
                </a:cubicBezTo>
                <a:lnTo>
                  <a:pt x="65637" y="328183"/>
                </a:lnTo>
                <a:cubicBezTo>
                  <a:pt x="29387" y="328183"/>
                  <a:pt x="0" y="298797"/>
                  <a:pt x="0" y="262546"/>
                </a:cubicBezTo>
                <a:lnTo>
                  <a:pt x="0" y="65637"/>
                </a:lnTo>
                <a:cubicBezTo>
                  <a:pt x="0" y="29387"/>
                  <a:pt x="29387" y="0"/>
                  <a:pt x="65637" y="0"/>
                </a:cubicBez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42" name="Shape 40"/>
          <p:cNvSpPr/>
          <p:nvPr/>
        </p:nvSpPr>
        <p:spPr>
          <a:xfrm>
            <a:off x="535349" y="4471494"/>
            <a:ext cx="147682" cy="147682"/>
          </a:xfrm>
          <a:custGeom>
            <a:avLst/>
            <a:gdLst/>
            <a:ahLst/>
            <a:cxnLst/>
            <a:rect l="l" t="t" r="r" b="b"/>
            <a:pathLst>
              <a:path w="147682" h="147682">
                <a:moveTo>
                  <a:pt x="18460" y="18460"/>
                </a:moveTo>
                <a:cubicBezTo>
                  <a:pt x="18460" y="13355"/>
                  <a:pt x="14336" y="9230"/>
                  <a:pt x="9230" y="9230"/>
                </a:cubicBezTo>
                <a:cubicBezTo>
                  <a:pt x="4125" y="9230"/>
                  <a:pt x="0" y="13355"/>
                  <a:pt x="0" y="18460"/>
                </a:cubicBezTo>
                <a:lnTo>
                  <a:pt x="0" y="115377"/>
                </a:lnTo>
                <a:cubicBezTo>
                  <a:pt x="0" y="128126"/>
                  <a:pt x="10326" y="138452"/>
                  <a:pt x="23075" y="138452"/>
                </a:cubicBezTo>
                <a:lnTo>
                  <a:pt x="138452" y="138452"/>
                </a:lnTo>
                <a:cubicBezTo>
                  <a:pt x="143558" y="138452"/>
                  <a:pt x="147682" y="134327"/>
                  <a:pt x="147682" y="129222"/>
                </a:cubicBezTo>
                <a:cubicBezTo>
                  <a:pt x="147682" y="124117"/>
                  <a:pt x="143558" y="119992"/>
                  <a:pt x="138452" y="119992"/>
                </a:cubicBezTo>
                <a:lnTo>
                  <a:pt x="23075" y="119992"/>
                </a:lnTo>
                <a:cubicBezTo>
                  <a:pt x="20537" y="119992"/>
                  <a:pt x="18460" y="117915"/>
                  <a:pt x="18460" y="115377"/>
                </a:cubicBezTo>
                <a:lnTo>
                  <a:pt x="18460" y="18460"/>
                </a:lnTo>
                <a:close/>
                <a:moveTo>
                  <a:pt x="135741" y="43439"/>
                </a:moveTo>
                <a:cubicBezTo>
                  <a:pt x="139346" y="39834"/>
                  <a:pt x="139346" y="33978"/>
                  <a:pt x="135741" y="30373"/>
                </a:cubicBezTo>
                <a:cubicBezTo>
                  <a:pt x="132135" y="26767"/>
                  <a:pt x="126280" y="26767"/>
                  <a:pt x="122674" y="30373"/>
                </a:cubicBezTo>
                <a:lnTo>
                  <a:pt x="92301" y="60775"/>
                </a:lnTo>
                <a:lnTo>
                  <a:pt x="75745" y="44247"/>
                </a:lnTo>
                <a:cubicBezTo>
                  <a:pt x="72139" y="40641"/>
                  <a:pt x="66284" y="40641"/>
                  <a:pt x="62678" y="44247"/>
                </a:cubicBezTo>
                <a:lnTo>
                  <a:pt x="34988" y="71937"/>
                </a:lnTo>
                <a:cubicBezTo>
                  <a:pt x="31383" y="75543"/>
                  <a:pt x="31383" y="81398"/>
                  <a:pt x="34988" y="85004"/>
                </a:cubicBezTo>
                <a:cubicBezTo>
                  <a:pt x="38594" y="88609"/>
                  <a:pt x="44449" y="88609"/>
                  <a:pt x="48054" y="85004"/>
                </a:cubicBezTo>
                <a:lnTo>
                  <a:pt x="69226" y="63832"/>
                </a:lnTo>
                <a:lnTo>
                  <a:pt x="85783" y="80389"/>
                </a:lnTo>
                <a:cubicBezTo>
                  <a:pt x="89388" y="83994"/>
                  <a:pt x="95244" y="83994"/>
                  <a:pt x="98849" y="80389"/>
                </a:cubicBezTo>
                <a:lnTo>
                  <a:pt x="135770" y="4346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869685" y="4430471"/>
            <a:ext cx="1165050" cy="22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3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Rolling Windows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43047" y="4775063"/>
            <a:ext cx="3593604" cy="3610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34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time windows capture short-term form and long-term consistency.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43047" y="5201701"/>
            <a:ext cx="623548" cy="262546"/>
          </a:xfrm>
          <a:custGeom>
            <a:avLst/>
            <a:gdLst/>
            <a:ahLst/>
            <a:cxnLst/>
            <a:rect l="l" t="t" r="r" b="b"/>
            <a:pathLst>
              <a:path w="623548" h="262546">
                <a:moveTo>
                  <a:pt x="32818" y="0"/>
                </a:moveTo>
                <a:lnTo>
                  <a:pt x="590729" y="0"/>
                </a:lnTo>
                <a:cubicBezTo>
                  <a:pt x="608855" y="0"/>
                  <a:pt x="623548" y="14693"/>
                  <a:pt x="623548" y="32818"/>
                </a:cubicBezTo>
                <a:lnTo>
                  <a:pt x="623548" y="229728"/>
                </a:lnTo>
                <a:cubicBezTo>
                  <a:pt x="623548" y="247853"/>
                  <a:pt x="608855" y="262546"/>
                  <a:pt x="590729" y="262546"/>
                </a:cubicBezTo>
                <a:lnTo>
                  <a:pt x="32818" y="262546"/>
                </a:lnTo>
                <a:cubicBezTo>
                  <a:pt x="14693" y="262546"/>
                  <a:pt x="0" y="247853"/>
                  <a:pt x="0" y="229728"/>
                </a:cubicBezTo>
                <a:lnTo>
                  <a:pt x="0" y="32818"/>
                </a:lnTo>
                <a:cubicBezTo>
                  <a:pt x="0" y="14693"/>
                  <a:pt x="14693" y="0"/>
                  <a:pt x="32818" y="0"/>
                </a:cubicBezTo>
                <a:close/>
              </a:path>
            </a:pathLst>
          </a:custGeom>
          <a:solidFill>
            <a:srgbClr val="1E3A8A">
              <a:alpha val="10196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443047" y="5201701"/>
            <a:ext cx="689184" cy="262546"/>
          </a:xfrm>
          <a:prstGeom prst="rect">
            <a:avLst/>
          </a:prstGeom>
          <a:noFill/>
          <a:ln/>
        </p:spPr>
        <p:txBody>
          <a:bodyPr wrap="square" lIns="65637" tIns="32818" rIns="65637" bIns="32818" rtlCol="0" anchor="ctr"/>
          <a:lstStyle/>
          <a:p>
            <a:pPr>
              <a:lnSpc>
                <a:spcPct val="130000"/>
              </a:lnSpc>
            </a:pPr>
            <a:r>
              <a:rPr lang="en-US" sz="1034" b="1" dirty="0">
                <a:solidFill>
                  <a:srgbClr val="1E3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3-match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130437" y="5201701"/>
            <a:ext cx="623548" cy="262546"/>
          </a:xfrm>
          <a:custGeom>
            <a:avLst/>
            <a:gdLst/>
            <a:ahLst/>
            <a:cxnLst/>
            <a:rect l="l" t="t" r="r" b="b"/>
            <a:pathLst>
              <a:path w="623548" h="262546">
                <a:moveTo>
                  <a:pt x="32818" y="0"/>
                </a:moveTo>
                <a:lnTo>
                  <a:pt x="590729" y="0"/>
                </a:lnTo>
                <a:cubicBezTo>
                  <a:pt x="608855" y="0"/>
                  <a:pt x="623548" y="14693"/>
                  <a:pt x="623548" y="32818"/>
                </a:cubicBezTo>
                <a:lnTo>
                  <a:pt x="623548" y="229728"/>
                </a:lnTo>
                <a:cubicBezTo>
                  <a:pt x="623548" y="247853"/>
                  <a:pt x="608855" y="262546"/>
                  <a:pt x="590729" y="262546"/>
                </a:cubicBezTo>
                <a:lnTo>
                  <a:pt x="32818" y="262546"/>
                </a:lnTo>
                <a:cubicBezTo>
                  <a:pt x="14693" y="262546"/>
                  <a:pt x="0" y="247853"/>
                  <a:pt x="0" y="229728"/>
                </a:cubicBezTo>
                <a:lnTo>
                  <a:pt x="0" y="32818"/>
                </a:lnTo>
                <a:cubicBezTo>
                  <a:pt x="0" y="14693"/>
                  <a:pt x="14693" y="0"/>
                  <a:pt x="32818" y="0"/>
                </a:cubicBezTo>
                <a:close/>
              </a:path>
            </a:pathLst>
          </a:custGeom>
          <a:solidFill>
            <a:srgbClr val="1E3A8A">
              <a:alpha val="10196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1130437" y="5201701"/>
            <a:ext cx="689184" cy="262546"/>
          </a:xfrm>
          <a:prstGeom prst="rect">
            <a:avLst/>
          </a:prstGeom>
          <a:noFill/>
          <a:ln/>
        </p:spPr>
        <p:txBody>
          <a:bodyPr wrap="square" lIns="65637" tIns="32818" rIns="65637" bIns="32818" rtlCol="0" anchor="ctr"/>
          <a:lstStyle/>
          <a:p>
            <a:pPr>
              <a:lnSpc>
                <a:spcPct val="130000"/>
              </a:lnSpc>
            </a:pPr>
            <a:r>
              <a:rPr lang="en-US" sz="1034" b="1" dirty="0">
                <a:solidFill>
                  <a:srgbClr val="1E3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5-match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818211" y="5201701"/>
            <a:ext cx="680980" cy="262546"/>
          </a:xfrm>
          <a:custGeom>
            <a:avLst/>
            <a:gdLst/>
            <a:ahLst/>
            <a:cxnLst/>
            <a:rect l="l" t="t" r="r" b="b"/>
            <a:pathLst>
              <a:path w="680980" h="262546">
                <a:moveTo>
                  <a:pt x="32818" y="0"/>
                </a:moveTo>
                <a:lnTo>
                  <a:pt x="648162" y="0"/>
                </a:lnTo>
                <a:cubicBezTo>
                  <a:pt x="666287" y="0"/>
                  <a:pt x="680980" y="14693"/>
                  <a:pt x="680980" y="32818"/>
                </a:cubicBezTo>
                <a:lnTo>
                  <a:pt x="680980" y="229728"/>
                </a:lnTo>
                <a:cubicBezTo>
                  <a:pt x="680980" y="247853"/>
                  <a:pt x="666287" y="262546"/>
                  <a:pt x="648162" y="262546"/>
                </a:cubicBezTo>
                <a:lnTo>
                  <a:pt x="32818" y="262546"/>
                </a:lnTo>
                <a:cubicBezTo>
                  <a:pt x="14693" y="262546"/>
                  <a:pt x="0" y="247853"/>
                  <a:pt x="0" y="229728"/>
                </a:cubicBezTo>
                <a:lnTo>
                  <a:pt x="0" y="32818"/>
                </a:lnTo>
                <a:cubicBezTo>
                  <a:pt x="0" y="14693"/>
                  <a:pt x="14693" y="0"/>
                  <a:pt x="32818" y="0"/>
                </a:cubicBezTo>
                <a:close/>
              </a:path>
            </a:pathLst>
          </a:custGeom>
          <a:solidFill>
            <a:srgbClr val="1E3A8A">
              <a:alpha val="10196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1818211" y="5201701"/>
            <a:ext cx="746616" cy="262546"/>
          </a:xfrm>
          <a:prstGeom prst="rect">
            <a:avLst/>
          </a:prstGeom>
          <a:noFill/>
          <a:ln/>
        </p:spPr>
        <p:txBody>
          <a:bodyPr wrap="square" lIns="65637" tIns="32818" rIns="65637" bIns="32818" rtlCol="0" anchor="ctr"/>
          <a:lstStyle/>
          <a:p>
            <a:pPr>
              <a:lnSpc>
                <a:spcPct val="130000"/>
              </a:lnSpc>
            </a:pPr>
            <a:r>
              <a:rPr lang="en-US" sz="1034" b="1" dirty="0">
                <a:solidFill>
                  <a:srgbClr val="1E3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10-match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225869" y="4274584"/>
            <a:ext cx="3741287" cy="1460415"/>
          </a:xfrm>
          <a:custGeom>
            <a:avLst/>
            <a:gdLst/>
            <a:ahLst/>
            <a:cxnLst/>
            <a:rect l="l" t="t" r="r" b="b"/>
            <a:pathLst>
              <a:path w="3741287" h="1460415">
                <a:moveTo>
                  <a:pt x="98461" y="0"/>
                </a:moveTo>
                <a:lnTo>
                  <a:pt x="3642826" y="0"/>
                </a:lnTo>
                <a:cubicBezTo>
                  <a:pt x="3697204" y="0"/>
                  <a:pt x="3741287" y="44083"/>
                  <a:pt x="3741287" y="98461"/>
                </a:cubicBezTo>
                <a:lnTo>
                  <a:pt x="3741287" y="1361953"/>
                </a:lnTo>
                <a:cubicBezTo>
                  <a:pt x="3741287" y="1416332"/>
                  <a:pt x="3697204" y="1460415"/>
                  <a:pt x="3642826" y="1460415"/>
                </a:cubicBezTo>
                <a:lnTo>
                  <a:pt x="98461" y="1460415"/>
                </a:lnTo>
                <a:cubicBezTo>
                  <a:pt x="44083" y="1460415"/>
                  <a:pt x="0" y="1416332"/>
                  <a:pt x="0" y="1361953"/>
                </a:cubicBezTo>
                <a:lnTo>
                  <a:pt x="0" y="98461"/>
                </a:lnTo>
                <a:cubicBezTo>
                  <a:pt x="0" y="44083"/>
                  <a:pt x="44083" y="0"/>
                  <a:pt x="98461" y="0"/>
                </a:cubicBezTo>
                <a:close/>
              </a:path>
            </a:pathLst>
          </a:custGeom>
          <a:solidFill>
            <a:srgbClr val="F9FAFB"/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332529" y="4381244"/>
            <a:ext cx="328183" cy="328183"/>
          </a:xfrm>
          <a:custGeom>
            <a:avLst/>
            <a:gdLst/>
            <a:ahLst/>
            <a:cxnLst/>
            <a:rect l="l" t="t" r="r" b="b"/>
            <a:pathLst>
              <a:path w="328183" h="328183">
                <a:moveTo>
                  <a:pt x="65637" y="0"/>
                </a:moveTo>
                <a:lnTo>
                  <a:pt x="262546" y="0"/>
                </a:lnTo>
                <a:cubicBezTo>
                  <a:pt x="298797" y="0"/>
                  <a:pt x="328183" y="29387"/>
                  <a:pt x="328183" y="65637"/>
                </a:cubicBezTo>
                <a:lnTo>
                  <a:pt x="328183" y="262546"/>
                </a:lnTo>
                <a:cubicBezTo>
                  <a:pt x="328183" y="298797"/>
                  <a:pt x="298797" y="328183"/>
                  <a:pt x="262546" y="328183"/>
                </a:cubicBezTo>
                <a:lnTo>
                  <a:pt x="65637" y="328183"/>
                </a:lnTo>
                <a:cubicBezTo>
                  <a:pt x="29387" y="328183"/>
                  <a:pt x="0" y="298797"/>
                  <a:pt x="0" y="262546"/>
                </a:cubicBezTo>
                <a:lnTo>
                  <a:pt x="0" y="65637"/>
                </a:lnTo>
                <a:cubicBezTo>
                  <a:pt x="0" y="29387"/>
                  <a:pt x="29387" y="0"/>
                  <a:pt x="65637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3" name="Shape 51"/>
          <p:cNvSpPr/>
          <p:nvPr/>
        </p:nvSpPr>
        <p:spPr>
          <a:xfrm>
            <a:off x="4424830" y="4471494"/>
            <a:ext cx="147682" cy="147682"/>
          </a:xfrm>
          <a:custGeom>
            <a:avLst/>
            <a:gdLst/>
            <a:ahLst/>
            <a:cxnLst/>
            <a:rect l="l" t="t" r="r" b="b"/>
            <a:pathLst>
              <a:path w="147682" h="147682">
                <a:moveTo>
                  <a:pt x="73841" y="0"/>
                </a:moveTo>
                <a:cubicBezTo>
                  <a:pt x="75168" y="0"/>
                  <a:pt x="76495" y="288"/>
                  <a:pt x="77706" y="836"/>
                </a:cubicBezTo>
                <a:lnTo>
                  <a:pt x="132049" y="23883"/>
                </a:lnTo>
                <a:cubicBezTo>
                  <a:pt x="138395" y="26566"/>
                  <a:pt x="143125" y="32825"/>
                  <a:pt x="143096" y="40382"/>
                </a:cubicBezTo>
                <a:cubicBezTo>
                  <a:pt x="142952" y="68995"/>
                  <a:pt x="131183" y="121348"/>
                  <a:pt x="81485" y="145144"/>
                </a:cubicBezTo>
                <a:cubicBezTo>
                  <a:pt x="76668" y="147452"/>
                  <a:pt x="71072" y="147452"/>
                  <a:pt x="66255" y="145144"/>
                </a:cubicBezTo>
                <a:cubicBezTo>
                  <a:pt x="16528" y="121348"/>
                  <a:pt x="4788" y="68995"/>
                  <a:pt x="4644" y="40382"/>
                </a:cubicBezTo>
                <a:cubicBezTo>
                  <a:pt x="4615" y="32825"/>
                  <a:pt x="9346" y="26566"/>
                  <a:pt x="15691" y="23883"/>
                </a:cubicBezTo>
                <a:lnTo>
                  <a:pt x="70005" y="836"/>
                </a:lnTo>
                <a:cubicBezTo>
                  <a:pt x="71216" y="288"/>
                  <a:pt x="72514" y="0"/>
                  <a:pt x="73841" y="0"/>
                </a:cubicBezTo>
                <a:close/>
                <a:moveTo>
                  <a:pt x="73841" y="19268"/>
                </a:moveTo>
                <a:lnTo>
                  <a:pt x="73841" y="128328"/>
                </a:lnTo>
                <a:cubicBezTo>
                  <a:pt x="113646" y="109060"/>
                  <a:pt x="124347" y="66371"/>
                  <a:pt x="124607" y="40815"/>
                </a:cubicBezTo>
                <a:lnTo>
                  <a:pt x="73841" y="19297"/>
                </a:lnTo>
                <a:lnTo>
                  <a:pt x="73841" y="1929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4759167" y="4430471"/>
            <a:ext cx="1222482" cy="22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3" b="1" dirty="0">
                <a:solidFill>
                  <a:srgbClr val="8B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Leak-Free Design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4332529" y="4775063"/>
            <a:ext cx="3593604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34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features use </a:t>
            </a:r>
            <a:pPr>
              <a:lnSpc>
                <a:spcPct val="110000"/>
              </a:lnSpc>
            </a:pPr>
            <a:r>
              <a:rPr lang="en-US" sz="1034" dirty="0">
                <a:solidFill>
                  <a:srgbClr val="8B0000"/>
                </a:solidFill>
                <a:highlight>
                  <a:srgbClr val="8B0000">
                    <a:alpha val="1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shift(1) </a:t>
            </a:r>
            <a:pPr>
              <a:lnSpc>
                <a:spcPct val="110000"/>
              </a:lnSpc>
            </a:pPr>
            <a:r>
              <a:rPr lang="en-US" sz="1034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ensure only past data is used.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4348938" y="5037610"/>
            <a:ext cx="3511559" cy="328183"/>
          </a:xfrm>
          <a:custGeom>
            <a:avLst/>
            <a:gdLst/>
            <a:ahLst/>
            <a:cxnLst/>
            <a:rect l="l" t="t" r="r" b="b"/>
            <a:pathLst>
              <a:path w="3511559" h="328183">
                <a:moveTo>
                  <a:pt x="32818" y="0"/>
                </a:moveTo>
                <a:lnTo>
                  <a:pt x="3445922" y="0"/>
                </a:lnTo>
                <a:cubicBezTo>
                  <a:pt x="3482172" y="0"/>
                  <a:pt x="3511559" y="29387"/>
                  <a:pt x="3511559" y="65637"/>
                </a:cubicBezTo>
                <a:lnTo>
                  <a:pt x="3511559" y="262546"/>
                </a:lnTo>
                <a:cubicBezTo>
                  <a:pt x="3511559" y="298797"/>
                  <a:pt x="3482172" y="328183"/>
                  <a:pt x="3445922" y="328183"/>
                </a:cubicBezTo>
                <a:lnTo>
                  <a:pt x="32818" y="328183"/>
                </a:lnTo>
                <a:cubicBezTo>
                  <a:pt x="14693" y="328183"/>
                  <a:pt x="0" y="313490"/>
                  <a:pt x="0" y="295365"/>
                </a:cubicBezTo>
                <a:lnTo>
                  <a:pt x="0" y="32818"/>
                </a:lnTo>
                <a:cubicBezTo>
                  <a:pt x="0" y="14693"/>
                  <a:pt x="14693" y="0"/>
                  <a:pt x="32818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4348938" y="5037610"/>
            <a:ext cx="32818" cy="328183"/>
          </a:xfrm>
          <a:custGeom>
            <a:avLst/>
            <a:gdLst/>
            <a:ahLst/>
            <a:cxnLst/>
            <a:rect l="l" t="t" r="r" b="b"/>
            <a:pathLst>
              <a:path w="32818" h="328183">
                <a:moveTo>
                  <a:pt x="32818" y="0"/>
                </a:moveTo>
                <a:lnTo>
                  <a:pt x="32818" y="0"/>
                </a:lnTo>
                <a:lnTo>
                  <a:pt x="32818" y="328183"/>
                </a:lnTo>
                <a:lnTo>
                  <a:pt x="32818" y="328183"/>
                </a:lnTo>
                <a:cubicBezTo>
                  <a:pt x="14693" y="328183"/>
                  <a:pt x="0" y="313490"/>
                  <a:pt x="0" y="295365"/>
                </a:cubicBezTo>
                <a:lnTo>
                  <a:pt x="0" y="32818"/>
                </a:lnTo>
                <a:cubicBezTo>
                  <a:pt x="0" y="14693"/>
                  <a:pt x="14693" y="0"/>
                  <a:pt x="32818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8" name="Shape 56"/>
          <p:cNvSpPr/>
          <p:nvPr/>
        </p:nvSpPr>
        <p:spPr>
          <a:xfrm>
            <a:off x="4447393" y="5136065"/>
            <a:ext cx="131273" cy="131273"/>
          </a:xfrm>
          <a:custGeom>
            <a:avLst/>
            <a:gdLst/>
            <a:ahLst/>
            <a:cxnLst/>
            <a:rect l="l" t="t" r="r" b="b"/>
            <a:pathLst>
              <a:path w="131273" h="131273">
                <a:moveTo>
                  <a:pt x="65637" y="131273"/>
                </a:moveTo>
                <a:cubicBezTo>
                  <a:pt x="101862" y="131273"/>
                  <a:pt x="131273" y="101862"/>
                  <a:pt x="131273" y="65637"/>
                </a:cubicBezTo>
                <a:cubicBezTo>
                  <a:pt x="131273" y="29411"/>
                  <a:pt x="101862" y="0"/>
                  <a:pt x="65637" y="0"/>
                </a:cubicBezTo>
                <a:cubicBezTo>
                  <a:pt x="29411" y="0"/>
                  <a:pt x="0" y="29411"/>
                  <a:pt x="0" y="65637"/>
                </a:cubicBezTo>
                <a:cubicBezTo>
                  <a:pt x="0" y="101862"/>
                  <a:pt x="29411" y="131273"/>
                  <a:pt x="65637" y="131273"/>
                </a:cubicBezTo>
                <a:close/>
                <a:moveTo>
                  <a:pt x="87276" y="54535"/>
                </a:moveTo>
                <a:lnTo>
                  <a:pt x="66765" y="87353"/>
                </a:lnTo>
                <a:cubicBezTo>
                  <a:pt x="65688" y="89071"/>
                  <a:pt x="63842" y="90148"/>
                  <a:pt x="61816" y="90250"/>
                </a:cubicBezTo>
                <a:cubicBezTo>
                  <a:pt x="59791" y="90353"/>
                  <a:pt x="57842" y="89430"/>
                  <a:pt x="56637" y="87789"/>
                </a:cubicBezTo>
                <a:lnTo>
                  <a:pt x="44330" y="71380"/>
                </a:lnTo>
                <a:cubicBezTo>
                  <a:pt x="42279" y="68662"/>
                  <a:pt x="42843" y="64816"/>
                  <a:pt x="45561" y="62765"/>
                </a:cubicBezTo>
                <a:cubicBezTo>
                  <a:pt x="48279" y="60714"/>
                  <a:pt x="52125" y="61278"/>
                  <a:pt x="54176" y="63996"/>
                </a:cubicBezTo>
                <a:lnTo>
                  <a:pt x="61098" y="73226"/>
                </a:lnTo>
                <a:lnTo>
                  <a:pt x="76841" y="48022"/>
                </a:lnTo>
                <a:cubicBezTo>
                  <a:pt x="78636" y="45151"/>
                  <a:pt x="82430" y="44253"/>
                  <a:pt x="85328" y="46074"/>
                </a:cubicBezTo>
                <a:cubicBezTo>
                  <a:pt x="88225" y="47894"/>
                  <a:pt x="89097" y="51663"/>
                  <a:pt x="87276" y="5456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9" name="Text 57"/>
          <p:cNvSpPr/>
          <p:nvPr/>
        </p:nvSpPr>
        <p:spPr>
          <a:xfrm>
            <a:off x="4637479" y="5103246"/>
            <a:ext cx="3223018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b="1" dirty="0">
                <a:solidFill>
                  <a:srgbClr val="8B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future data leakage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115479" y="4274584"/>
            <a:ext cx="3741287" cy="1460415"/>
          </a:xfrm>
          <a:custGeom>
            <a:avLst/>
            <a:gdLst/>
            <a:ahLst/>
            <a:cxnLst/>
            <a:rect l="l" t="t" r="r" b="b"/>
            <a:pathLst>
              <a:path w="3741287" h="1460415">
                <a:moveTo>
                  <a:pt x="98461" y="0"/>
                </a:moveTo>
                <a:lnTo>
                  <a:pt x="3642826" y="0"/>
                </a:lnTo>
                <a:cubicBezTo>
                  <a:pt x="3697204" y="0"/>
                  <a:pt x="3741287" y="44083"/>
                  <a:pt x="3741287" y="98461"/>
                </a:cubicBezTo>
                <a:lnTo>
                  <a:pt x="3741287" y="1361953"/>
                </a:lnTo>
                <a:cubicBezTo>
                  <a:pt x="3741287" y="1416332"/>
                  <a:pt x="3697204" y="1460415"/>
                  <a:pt x="3642826" y="1460415"/>
                </a:cubicBezTo>
                <a:lnTo>
                  <a:pt x="98461" y="1460415"/>
                </a:lnTo>
                <a:cubicBezTo>
                  <a:pt x="44083" y="1460415"/>
                  <a:pt x="0" y="1416332"/>
                  <a:pt x="0" y="1361953"/>
                </a:cubicBezTo>
                <a:lnTo>
                  <a:pt x="0" y="98461"/>
                </a:lnTo>
                <a:cubicBezTo>
                  <a:pt x="0" y="44083"/>
                  <a:pt x="44083" y="0"/>
                  <a:pt x="98461" y="0"/>
                </a:cubicBezTo>
                <a:close/>
              </a:path>
            </a:pathLst>
          </a:custGeom>
          <a:solidFill>
            <a:srgbClr val="F9FAF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222139" y="4381244"/>
            <a:ext cx="328183" cy="328183"/>
          </a:xfrm>
          <a:custGeom>
            <a:avLst/>
            <a:gdLst/>
            <a:ahLst/>
            <a:cxnLst/>
            <a:rect l="l" t="t" r="r" b="b"/>
            <a:pathLst>
              <a:path w="328183" h="328183">
                <a:moveTo>
                  <a:pt x="65637" y="0"/>
                </a:moveTo>
                <a:lnTo>
                  <a:pt x="262546" y="0"/>
                </a:lnTo>
                <a:cubicBezTo>
                  <a:pt x="298797" y="0"/>
                  <a:pt x="328183" y="29387"/>
                  <a:pt x="328183" y="65637"/>
                </a:cubicBezTo>
                <a:lnTo>
                  <a:pt x="328183" y="262546"/>
                </a:lnTo>
                <a:cubicBezTo>
                  <a:pt x="328183" y="298797"/>
                  <a:pt x="298797" y="328183"/>
                  <a:pt x="262546" y="328183"/>
                </a:cubicBezTo>
                <a:lnTo>
                  <a:pt x="65637" y="328183"/>
                </a:lnTo>
                <a:cubicBezTo>
                  <a:pt x="29387" y="328183"/>
                  <a:pt x="0" y="298797"/>
                  <a:pt x="0" y="262546"/>
                </a:cubicBezTo>
                <a:lnTo>
                  <a:pt x="0" y="65637"/>
                </a:lnTo>
                <a:cubicBezTo>
                  <a:pt x="0" y="29387"/>
                  <a:pt x="29387" y="0"/>
                  <a:pt x="65637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2" name="Shape 60"/>
          <p:cNvSpPr/>
          <p:nvPr/>
        </p:nvSpPr>
        <p:spPr>
          <a:xfrm>
            <a:off x="8314440" y="4471494"/>
            <a:ext cx="147682" cy="147682"/>
          </a:xfrm>
          <a:custGeom>
            <a:avLst/>
            <a:gdLst/>
            <a:ahLst/>
            <a:cxnLst/>
            <a:rect l="l" t="t" r="r" b="b"/>
            <a:pathLst>
              <a:path w="147682" h="147682">
                <a:moveTo>
                  <a:pt x="34613" y="16153"/>
                </a:moveTo>
                <a:cubicBezTo>
                  <a:pt x="34613" y="7240"/>
                  <a:pt x="41853" y="0"/>
                  <a:pt x="50766" y="0"/>
                </a:cubicBezTo>
                <a:lnTo>
                  <a:pt x="57688" y="0"/>
                </a:lnTo>
                <a:cubicBezTo>
                  <a:pt x="62794" y="0"/>
                  <a:pt x="66919" y="4125"/>
                  <a:pt x="66919" y="9230"/>
                </a:cubicBezTo>
                <a:lnTo>
                  <a:pt x="66919" y="138452"/>
                </a:lnTo>
                <a:cubicBezTo>
                  <a:pt x="66919" y="143558"/>
                  <a:pt x="62794" y="147682"/>
                  <a:pt x="57688" y="147682"/>
                </a:cubicBezTo>
                <a:lnTo>
                  <a:pt x="48458" y="147682"/>
                </a:lnTo>
                <a:cubicBezTo>
                  <a:pt x="39863" y="147682"/>
                  <a:pt x="32623" y="141798"/>
                  <a:pt x="30575" y="133837"/>
                </a:cubicBezTo>
                <a:cubicBezTo>
                  <a:pt x="30373" y="133837"/>
                  <a:pt x="30200" y="133837"/>
                  <a:pt x="29998" y="133837"/>
                </a:cubicBezTo>
                <a:cubicBezTo>
                  <a:pt x="17249" y="133837"/>
                  <a:pt x="6923" y="123511"/>
                  <a:pt x="6923" y="110762"/>
                </a:cubicBezTo>
                <a:cubicBezTo>
                  <a:pt x="6923" y="105570"/>
                  <a:pt x="8653" y="100782"/>
                  <a:pt x="11538" y="96917"/>
                </a:cubicBezTo>
                <a:cubicBezTo>
                  <a:pt x="5942" y="92705"/>
                  <a:pt x="2308" y="86013"/>
                  <a:pt x="2308" y="78456"/>
                </a:cubicBezTo>
                <a:cubicBezTo>
                  <a:pt x="2308" y="69543"/>
                  <a:pt x="7384" y="61784"/>
                  <a:pt x="14768" y="57948"/>
                </a:cubicBezTo>
                <a:cubicBezTo>
                  <a:pt x="12720" y="54487"/>
                  <a:pt x="11538" y="50449"/>
                  <a:pt x="11538" y="46151"/>
                </a:cubicBezTo>
                <a:cubicBezTo>
                  <a:pt x="11538" y="33402"/>
                  <a:pt x="21864" y="23075"/>
                  <a:pt x="34613" y="23075"/>
                </a:cubicBezTo>
                <a:lnTo>
                  <a:pt x="34613" y="16153"/>
                </a:lnTo>
                <a:close/>
                <a:moveTo>
                  <a:pt x="113069" y="16153"/>
                </a:moveTo>
                <a:lnTo>
                  <a:pt x="113069" y="23075"/>
                </a:lnTo>
                <a:cubicBezTo>
                  <a:pt x="125818" y="23075"/>
                  <a:pt x="136145" y="33402"/>
                  <a:pt x="136145" y="46151"/>
                </a:cubicBezTo>
                <a:cubicBezTo>
                  <a:pt x="136145" y="50477"/>
                  <a:pt x="134962" y="54516"/>
                  <a:pt x="132914" y="57948"/>
                </a:cubicBezTo>
                <a:cubicBezTo>
                  <a:pt x="140327" y="61784"/>
                  <a:pt x="145375" y="69515"/>
                  <a:pt x="145375" y="78456"/>
                </a:cubicBezTo>
                <a:cubicBezTo>
                  <a:pt x="145375" y="86013"/>
                  <a:pt x="141740" y="92705"/>
                  <a:pt x="136145" y="96917"/>
                </a:cubicBezTo>
                <a:cubicBezTo>
                  <a:pt x="139029" y="100782"/>
                  <a:pt x="140760" y="105570"/>
                  <a:pt x="140760" y="110762"/>
                </a:cubicBezTo>
                <a:cubicBezTo>
                  <a:pt x="140760" y="123511"/>
                  <a:pt x="130434" y="133837"/>
                  <a:pt x="117684" y="133837"/>
                </a:cubicBezTo>
                <a:cubicBezTo>
                  <a:pt x="117482" y="133837"/>
                  <a:pt x="117309" y="133837"/>
                  <a:pt x="117108" y="133837"/>
                </a:cubicBezTo>
                <a:cubicBezTo>
                  <a:pt x="115060" y="141798"/>
                  <a:pt x="107820" y="147682"/>
                  <a:pt x="99224" y="147682"/>
                </a:cubicBezTo>
                <a:lnTo>
                  <a:pt x="89994" y="147682"/>
                </a:lnTo>
                <a:cubicBezTo>
                  <a:pt x="84889" y="147682"/>
                  <a:pt x="80764" y="143558"/>
                  <a:pt x="80764" y="138452"/>
                </a:cubicBezTo>
                <a:lnTo>
                  <a:pt x="80764" y="9230"/>
                </a:lnTo>
                <a:cubicBezTo>
                  <a:pt x="80764" y="4125"/>
                  <a:pt x="84889" y="0"/>
                  <a:pt x="89994" y="0"/>
                </a:cubicBezTo>
                <a:lnTo>
                  <a:pt x="96917" y="0"/>
                </a:lnTo>
                <a:cubicBezTo>
                  <a:pt x="105829" y="0"/>
                  <a:pt x="113069" y="7240"/>
                  <a:pt x="113069" y="1615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3" name="Text 61"/>
          <p:cNvSpPr/>
          <p:nvPr/>
        </p:nvSpPr>
        <p:spPr>
          <a:xfrm>
            <a:off x="8648777" y="4430471"/>
            <a:ext cx="1386573" cy="22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3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Contextual Features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222139" y="4775063"/>
            <a:ext cx="3593604" cy="3610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34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Opponent and venue features capture situational performance patterns.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246753" y="5234520"/>
            <a:ext cx="114864" cy="131273"/>
          </a:xfrm>
          <a:custGeom>
            <a:avLst/>
            <a:gdLst/>
            <a:ahLst/>
            <a:cxnLst/>
            <a:rect l="l" t="t" r="r" b="b"/>
            <a:pathLst>
              <a:path w="114864" h="131273">
                <a:moveTo>
                  <a:pt x="111480" y="17973"/>
                </a:moveTo>
                <a:cubicBezTo>
                  <a:pt x="115146" y="20640"/>
                  <a:pt x="115967" y="25767"/>
                  <a:pt x="113300" y="29434"/>
                </a:cubicBezTo>
                <a:lnTo>
                  <a:pt x="47663" y="119684"/>
                </a:lnTo>
                <a:cubicBezTo>
                  <a:pt x="46253" y="121633"/>
                  <a:pt x="44074" y="122838"/>
                  <a:pt x="41664" y="123043"/>
                </a:cubicBezTo>
                <a:cubicBezTo>
                  <a:pt x="39254" y="123248"/>
                  <a:pt x="36921" y="122351"/>
                  <a:pt x="35228" y="120659"/>
                </a:cubicBezTo>
                <a:lnTo>
                  <a:pt x="2410" y="87840"/>
                </a:lnTo>
                <a:cubicBezTo>
                  <a:pt x="-795" y="84635"/>
                  <a:pt x="-795" y="79431"/>
                  <a:pt x="2410" y="76226"/>
                </a:cubicBezTo>
                <a:cubicBezTo>
                  <a:pt x="5615" y="73021"/>
                  <a:pt x="10820" y="73021"/>
                  <a:pt x="14025" y="76226"/>
                </a:cubicBezTo>
                <a:lnTo>
                  <a:pt x="40049" y="102250"/>
                </a:lnTo>
                <a:lnTo>
                  <a:pt x="100045" y="19768"/>
                </a:lnTo>
                <a:cubicBezTo>
                  <a:pt x="102711" y="16101"/>
                  <a:pt x="107839" y="15281"/>
                  <a:pt x="111505" y="17948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6" name="Text 64"/>
          <p:cNvSpPr/>
          <p:nvPr/>
        </p:nvSpPr>
        <p:spPr>
          <a:xfrm>
            <a:off x="8451867" y="5201701"/>
            <a:ext cx="1419392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vs Team X performance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8246753" y="5464248"/>
            <a:ext cx="114864" cy="131273"/>
          </a:xfrm>
          <a:custGeom>
            <a:avLst/>
            <a:gdLst/>
            <a:ahLst/>
            <a:cxnLst/>
            <a:rect l="l" t="t" r="r" b="b"/>
            <a:pathLst>
              <a:path w="114864" h="131273">
                <a:moveTo>
                  <a:pt x="111480" y="17973"/>
                </a:moveTo>
                <a:cubicBezTo>
                  <a:pt x="115146" y="20640"/>
                  <a:pt x="115967" y="25767"/>
                  <a:pt x="113300" y="29434"/>
                </a:cubicBezTo>
                <a:lnTo>
                  <a:pt x="47663" y="119684"/>
                </a:lnTo>
                <a:cubicBezTo>
                  <a:pt x="46253" y="121633"/>
                  <a:pt x="44074" y="122838"/>
                  <a:pt x="41664" y="123043"/>
                </a:cubicBezTo>
                <a:cubicBezTo>
                  <a:pt x="39254" y="123248"/>
                  <a:pt x="36921" y="122351"/>
                  <a:pt x="35228" y="120659"/>
                </a:cubicBezTo>
                <a:lnTo>
                  <a:pt x="2410" y="87840"/>
                </a:lnTo>
                <a:cubicBezTo>
                  <a:pt x="-795" y="84635"/>
                  <a:pt x="-795" y="79431"/>
                  <a:pt x="2410" y="76226"/>
                </a:cubicBezTo>
                <a:cubicBezTo>
                  <a:pt x="5615" y="73021"/>
                  <a:pt x="10820" y="73021"/>
                  <a:pt x="14025" y="76226"/>
                </a:cubicBezTo>
                <a:lnTo>
                  <a:pt x="40049" y="102250"/>
                </a:lnTo>
                <a:lnTo>
                  <a:pt x="100045" y="19768"/>
                </a:lnTo>
                <a:cubicBezTo>
                  <a:pt x="102711" y="16101"/>
                  <a:pt x="107839" y="15281"/>
                  <a:pt x="111505" y="17948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8" name="Text 66"/>
          <p:cNvSpPr/>
          <p:nvPr/>
        </p:nvSpPr>
        <p:spPr>
          <a:xfrm>
            <a:off x="8451867" y="5431429"/>
            <a:ext cx="1091209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 Venue Y history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328183" y="5841658"/>
            <a:ext cx="11535634" cy="689184"/>
          </a:xfrm>
          <a:custGeom>
            <a:avLst/>
            <a:gdLst/>
            <a:ahLst/>
            <a:cxnLst/>
            <a:rect l="l" t="t" r="r" b="b"/>
            <a:pathLst>
              <a:path w="11535634" h="689184">
                <a:moveTo>
                  <a:pt x="131276" y="0"/>
                </a:moveTo>
                <a:lnTo>
                  <a:pt x="11404358" y="0"/>
                </a:lnTo>
                <a:cubicBezTo>
                  <a:pt x="11476860" y="0"/>
                  <a:pt x="11535634" y="58774"/>
                  <a:pt x="11535634" y="131276"/>
                </a:cubicBezTo>
                <a:lnTo>
                  <a:pt x="11535634" y="557909"/>
                </a:lnTo>
                <a:cubicBezTo>
                  <a:pt x="11535634" y="630410"/>
                  <a:pt x="11476860" y="689184"/>
                  <a:pt x="11404358" y="689184"/>
                </a:cubicBezTo>
                <a:lnTo>
                  <a:pt x="131276" y="689184"/>
                </a:lnTo>
                <a:cubicBezTo>
                  <a:pt x="58823" y="689184"/>
                  <a:pt x="0" y="630362"/>
                  <a:pt x="0" y="557909"/>
                </a:cubicBezTo>
                <a:lnTo>
                  <a:pt x="0" y="131276"/>
                </a:lnTo>
                <a:cubicBezTo>
                  <a:pt x="0" y="58774"/>
                  <a:pt x="58774" y="0"/>
                  <a:pt x="131276" y="0"/>
                </a:cubicBez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70" name="Shape 68"/>
          <p:cNvSpPr/>
          <p:nvPr/>
        </p:nvSpPr>
        <p:spPr>
          <a:xfrm>
            <a:off x="426638" y="5989341"/>
            <a:ext cx="393820" cy="393820"/>
          </a:xfrm>
          <a:custGeom>
            <a:avLst/>
            <a:gdLst/>
            <a:ahLst/>
            <a:cxnLst/>
            <a:rect l="l" t="t" r="r" b="b"/>
            <a:pathLst>
              <a:path w="393820" h="393820">
                <a:moveTo>
                  <a:pt x="98455" y="0"/>
                </a:moveTo>
                <a:lnTo>
                  <a:pt x="295365" y="0"/>
                </a:lnTo>
                <a:cubicBezTo>
                  <a:pt x="349740" y="0"/>
                  <a:pt x="393820" y="44080"/>
                  <a:pt x="393820" y="98455"/>
                </a:cubicBezTo>
                <a:lnTo>
                  <a:pt x="393820" y="295365"/>
                </a:lnTo>
                <a:cubicBezTo>
                  <a:pt x="393820" y="349740"/>
                  <a:pt x="349740" y="393820"/>
                  <a:pt x="295365" y="393820"/>
                </a:cubicBezTo>
                <a:lnTo>
                  <a:pt x="98455" y="393820"/>
                </a:lnTo>
                <a:cubicBezTo>
                  <a:pt x="44080" y="393820"/>
                  <a:pt x="0" y="349740"/>
                  <a:pt x="0" y="295365"/>
                </a:cubicBezTo>
                <a:lnTo>
                  <a:pt x="0" y="98455"/>
                </a:lnTo>
                <a:cubicBezTo>
                  <a:pt x="0" y="44080"/>
                  <a:pt x="44080" y="0"/>
                  <a:pt x="98455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562013" y="6104205"/>
            <a:ext cx="123069" cy="164092"/>
          </a:xfrm>
          <a:custGeom>
            <a:avLst/>
            <a:gdLst/>
            <a:ahLst/>
            <a:cxnLst/>
            <a:rect l="l" t="t" r="r" b="b"/>
            <a:pathLst>
              <a:path w="123069" h="164092">
                <a:moveTo>
                  <a:pt x="20511" y="0"/>
                </a:moveTo>
                <a:cubicBezTo>
                  <a:pt x="9198" y="0"/>
                  <a:pt x="0" y="9198"/>
                  <a:pt x="0" y="20511"/>
                </a:cubicBezTo>
                <a:lnTo>
                  <a:pt x="0" y="143580"/>
                </a:lnTo>
                <a:cubicBezTo>
                  <a:pt x="0" y="154893"/>
                  <a:pt x="9198" y="164092"/>
                  <a:pt x="20511" y="164092"/>
                </a:cubicBezTo>
                <a:lnTo>
                  <a:pt x="102557" y="164092"/>
                </a:lnTo>
                <a:cubicBezTo>
                  <a:pt x="113871" y="164092"/>
                  <a:pt x="123069" y="154893"/>
                  <a:pt x="123069" y="143580"/>
                </a:cubicBezTo>
                <a:lnTo>
                  <a:pt x="123069" y="20511"/>
                </a:lnTo>
                <a:cubicBezTo>
                  <a:pt x="123069" y="9198"/>
                  <a:pt x="113871" y="0"/>
                  <a:pt x="102557" y="0"/>
                </a:cubicBezTo>
                <a:lnTo>
                  <a:pt x="20511" y="0"/>
                </a:lnTo>
                <a:close/>
                <a:moveTo>
                  <a:pt x="30767" y="20511"/>
                </a:moveTo>
                <a:lnTo>
                  <a:pt x="92301" y="20511"/>
                </a:lnTo>
                <a:cubicBezTo>
                  <a:pt x="97974" y="20511"/>
                  <a:pt x="102557" y="25094"/>
                  <a:pt x="102557" y="30767"/>
                </a:cubicBezTo>
                <a:lnTo>
                  <a:pt x="102557" y="41023"/>
                </a:lnTo>
                <a:cubicBezTo>
                  <a:pt x="102557" y="46696"/>
                  <a:pt x="97974" y="51279"/>
                  <a:pt x="92301" y="51279"/>
                </a:cubicBezTo>
                <a:lnTo>
                  <a:pt x="30767" y="51279"/>
                </a:lnTo>
                <a:cubicBezTo>
                  <a:pt x="25094" y="51279"/>
                  <a:pt x="20511" y="46696"/>
                  <a:pt x="20511" y="41023"/>
                </a:cubicBezTo>
                <a:lnTo>
                  <a:pt x="20511" y="30767"/>
                </a:lnTo>
                <a:cubicBezTo>
                  <a:pt x="20511" y="25094"/>
                  <a:pt x="25094" y="20511"/>
                  <a:pt x="30767" y="20511"/>
                </a:cubicBezTo>
                <a:close/>
                <a:moveTo>
                  <a:pt x="35895" y="74354"/>
                </a:moveTo>
                <a:cubicBezTo>
                  <a:pt x="35895" y="78599"/>
                  <a:pt x="32448" y="82046"/>
                  <a:pt x="28203" y="82046"/>
                </a:cubicBezTo>
                <a:cubicBezTo>
                  <a:pt x="23958" y="82046"/>
                  <a:pt x="20511" y="78599"/>
                  <a:pt x="20511" y="74354"/>
                </a:cubicBezTo>
                <a:cubicBezTo>
                  <a:pt x="20511" y="70109"/>
                  <a:pt x="23958" y="66662"/>
                  <a:pt x="28203" y="66662"/>
                </a:cubicBezTo>
                <a:cubicBezTo>
                  <a:pt x="32448" y="66662"/>
                  <a:pt x="35895" y="70109"/>
                  <a:pt x="35895" y="74354"/>
                </a:cubicBezTo>
                <a:close/>
                <a:moveTo>
                  <a:pt x="61534" y="82046"/>
                </a:moveTo>
                <a:cubicBezTo>
                  <a:pt x="57289" y="82046"/>
                  <a:pt x="53843" y="78599"/>
                  <a:pt x="53843" y="74354"/>
                </a:cubicBezTo>
                <a:cubicBezTo>
                  <a:pt x="53843" y="70109"/>
                  <a:pt x="57289" y="66662"/>
                  <a:pt x="61534" y="66662"/>
                </a:cubicBezTo>
                <a:cubicBezTo>
                  <a:pt x="65780" y="66662"/>
                  <a:pt x="69226" y="70109"/>
                  <a:pt x="69226" y="74354"/>
                </a:cubicBezTo>
                <a:cubicBezTo>
                  <a:pt x="69226" y="78599"/>
                  <a:pt x="65780" y="82046"/>
                  <a:pt x="61534" y="82046"/>
                </a:cubicBezTo>
                <a:close/>
                <a:moveTo>
                  <a:pt x="102557" y="74354"/>
                </a:moveTo>
                <a:cubicBezTo>
                  <a:pt x="102557" y="78599"/>
                  <a:pt x="99111" y="82046"/>
                  <a:pt x="94865" y="82046"/>
                </a:cubicBezTo>
                <a:cubicBezTo>
                  <a:pt x="90620" y="82046"/>
                  <a:pt x="87174" y="78599"/>
                  <a:pt x="87174" y="74354"/>
                </a:cubicBezTo>
                <a:cubicBezTo>
                  <a:pt x="87174" y="70109"/>
                  <a:pt x="90620" y="66662"/>
                  <a:pt x="94865" y="66662"/>
                </a:cubicBezTo>
                <a:cubicBezTo>
                  <a:pt x="99111" y="66662"/>
                  <a:pt x="102557" y="70109"/>
                  <a:pt x="102557" y="74354"/>
                </a:cubicBezTo>
                <a:close/>
                <a:moveTo>
                  <a:pt x="28203" y="112813"/>
                </a:moveTo>
                <a:cubicBezTo>
                  <a:pt x="23958" y="112813"/>
                  <a:pt x="20511" y="109366"/>
                  <a:pt x="20511" y="105121"/>
                </a:cubicBezTo>
                <a:cubicBezTo>
                  <a:pt x="20511" y="100876"/>
                  <a:pt x="23958" y="97429"/>
                  <a:pt x="28203" y="97429"/>
                </a:cubicBezTo>
                <a:cubicBezTo>
                  <a:pt x="32448" y="97429"/>
                  <a:pt x="35895" y="100876"/>
                  <a:pt x="35895" y="105121"/>
                </a:cubicBezTo>
                <a:cubicBezTo>
                  <a:pt x="35895" y="109366"/>
                  <a:pt x="32448" y="112813"/>
                  <a:pt x="28203" y="112813"/>
                </a:cubicBezTo>
                <a:close/>
                <a:moveTo>
                  <a:pt x="69226" y="105121"/>
                </a:moveTo>
                <a:cubicBezTo>
                  <a:pt x="69226" y="109366"/>
                  <a:pt x="65780" y="112813"/>
                  <a:pt x="61534" y="112813"/>
                </a:cubicBezTo>
                <a:cubicBezTo>
                  <a:pt x="57289" y="112813"/>
                  <a:pt x="53843" y="109366"/>
                  <a:pt x="53843" y="105121"/>
                </a:cubicBezTo>
                <a:cubicBezTo>
                  <a:pt x="53843" y="100876"/>
                  <a:pt x="57289" y="97429"/>
                  <a:pt x="61534" y="97429"/>
                </a:cubicBezTo>
                <a:cubicBezTo>
                  <a:pt x="65780" y="97429"/>
                  <a:pt x="69226" y="100876"/>
                  <a:pt x="69226" y="105121"/>
                </a:cubicBezTo>
                <a:close/>
                <a:moveTo>
                  <a:pt x="94865" y="112813"/>
                </a:moveTo>
                <a:cubicBezTo>
                  <a:pt x="90620" y="112813"/>
                  <a:pt x="87174" y="109366"/>
                  <a:pt x="87174" y="105121"/>
                </a:cubicBezTo>
                <a:cubicBezTo>
                  <a:pt x="87174" y="100876"/>
                  <a:pt x="90620" y="97429"/>
                  <a:pt x="94865" y="97429"/>
                </a:cubicBezTo>
                <a:cubicBezTo>
                  <a:pt x="99111" y="97429"/>
                  <a:pt x="102557" y="100876"/>
                  <a:pt x="102557" y="105121"/>
                </a:cubicBezTo>
                <a:cubicBezTo>
                  <a:pt x="102557" y="109366"/>
                  <a:pt x="99111" y="112813"/>
                  <a:pt x="94865" y="112813"/>
                </a:cubicBezTo>
                <a:close/>
                <a:moveTo>
                  <a:pt x="20511" y="135888"/>
                </a:moveTo>
                <a:cubicBezTo>
                  <a:pt x="20511" y="131626"/>
                  <a:pt x="23941" y="128197"/>
                  <a:pt x="28203" y="128197"/>
                </a:cubicBezTo>
                <a:lnTo>
                  <a:pt x="64098" y="128197"/>
                </a:lnTo>
                <a:cubicBezTo>
                  <a:pt x="68361" y="128197"/>
                  <a:pt x="71790" y="131626"/>
                  <a:pt x="71790" y="135888"/>
                </a:cubicBezTo>
                <a:cubicBezTo>
                  <a:pt x="71790" y="140151"/>
                  <a:pt x="68361" y="143580"/>
                  <a:pt x="64098" y="143580"/>
                </a:cubicBezTo>
                <a:lnTo>
                  <a:pt x="28203" y="143580"/>
                </a:lnTo>
                <a:cubicBezTo>
                  <a:pt x="23941" y="143580"/>
                  <a:pt x="20511" y="140151"/>
                  <a:pt x="20511" y="135888"/>
                </a:cubicBezTo>
                <a:close/>
                <a:moveTo>
                  <a:pt x="94865" y="128197"/>
                </a:moveTo>
                <a:cubicBezTo>
                  <a:pt x="99128" y="128197"/>
                  <a:pt x="102557" y="131626"/>
                  <a:pt x="102557" y="135888"/>
                </a:cubicBezTo>
                <a:cubicBezTo>
                  <a:pt x="102557" y="140151"/>
                  <a:pt x="99128" y="143580"/>
                  <a:pt x="94865" y="143580"/>
                </a:cubicBezTo>
                <a:cubicBezTo>
                  <a:pt x="90603" y="143580"/>
                  <a:pt x="87174" y="140151"/>
                  <a:pt x="87174" y="135888"/>
                </a:cubicBezTo>
                <a:cubicBezTo>
                  <a:pt x="87174" y="131626"/>
                  <a:pt x="90603" y="128197"/>
                  <a:pt x="94865" y="12819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2" name="Text 70"/>
          <p:cNvSpPr/>
          <p:nvPr/>
        </p:nvSpPr>
        <p:spPr>
          <a:xfrm>
            <a:off x="918913" y="5940113"/>
            <a:ext cx="1526051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4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Engineered Features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918913" y="6137023"/>
            <a:ext cx="1583483" cy="295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3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113 Features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10443784" y="5956522"/>
            <a:ext cx="549707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4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Batsman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10427375" y="6153432"/>
            <a:ext cx="582525" cy="262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57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11161044" y="5956522"/>
            <a:ext cx="8205" cy="459456"/>
          </a:xfrm>
          <a:custGeom>
            <a:avLst/>
            <a:gdLst/>
            <a:ahLst/>
            <a:cxnLst/>
            <a:rect l="l" t="t" r="r" b="b"/>
            <a:pathLst>
              <a:path w="8205" h="459456">
                <a:moveTo>
                  <a:pt x="0" y="0"/>
                </a:moveTo>
                <a:lnTo>
                  <a:pt x="8205" y="0"/>
                </a:lnTo>
                <a:lnTo>
                  <a:pt x="8205" y="459456"/>
                </a:lnTo>
                <a:lnTo>
                  <a:pt x="0" y="459456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77" name="Text 75"/>
          <p:cNvSpPr/>
          <p:nvPr/>
        </p:nvSpPr>
        <p:spPr>
          <a:xfrm>
            <a:off x="11333340" y="5956522"/>
            <a:ext cx="467661" cy="19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34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Bowler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11316931" y="6153432"/>
            <a:ext cx="500479" cy="262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4419" y="460744"/>
            <a:ext cx="425302" cy="425302"/>
          </a:xfrm>
          <a:custGeom>
            <a:avLst/>
            <a:gdLst/>
            <a:ahLst/>
            <a:cxnLst/>
            <a:rect l="l" t="t" r="r" b="b"/>
            <a:pathLst>
              <a:path w="425302" h="425302">
                <a:moveTo>
                  <a:pt x="70885" y="0"/>
                </a:moveTo>
                <a:lnTo>
                  <a:pt x="354417" y="0"/>
                </a:lnTo>
                <a:cubicBezTo>
                  <a:pt x="393566" y="0"/>
                  <a:pt x="425302" y="31736"/>
                  <a:pt x="425302" y="70885"/>
                </a:cubicBezTo>
                <a:lnTo>
                  <a:pt x="425302" y="354417"/>
                </a:lnTo>
                <a:cubicBezTo>
                  <a:pt x="425302" y="393566"/>
                  <a:pt x="393566" y="425302"/>
                  <a:pt x="354417" y="425302"/>
                </a:cubicBezTo>
                <a:lnTo>
                  <a:pt x="70885" y="425302"/>
                </a:lnTo>
                <a:cubicBezTo>
                  <a:pt x="31736" y="425302"/>
                  <a:pt x="0" y="393566"/>
                  <a:pt x="0" y="354417"/>
                </a:cubicBezTo>
                <a:lnTo>
                  <a:pt x="0" y="70885"/>
                </a:lnTo>
                <a:cubicBezTo>
                  <a:pt x="0" y="31736"/>
                  <a:pt x="31736" y="0"/>
                  <a:pt x="70885" y="0"/>
                </a:cubicBez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456314" y="584791"/>
            <a:ext cx="221512" cy="177209"/>
          </a:xfrm>
          <a:custGeom>
            <a:avLst/>
            <a:gdLst/>
            <a:ahLst/>
            <a:cxnLst/>
            <a:rect l="l" t="t" r="r" b="b"/>
            <a:pathLst>
              <a:path w="221512" h="177209">
                <a:moveTo>
                  <a:pt x="143948" y="72857"/>
                </a:moveTo>
                <a:cubicBezTo>
                  <a:pt x="148171" y="71714"/>
                  <a:pt x="152601" y="73722"/>
                  <a:pt x="154504" y="77633"/>
                </a:cubicBezTo>
                <a:lnTo>
                  <a:pt x="160942" y="90647"/>
                </a:lnTo>
                <a:cubicBezTo>
                  <a:pt x="164507" y="91131"/>
                  <a:pt x="168003" y="92100"/>
                  <a:pt x="171291" y="93450"/>
                </a:cubicBezTo>
                <a:lnTo>
                  <a:pt x="183405" y="85386"/>
                </a:lnTo>
                <a:cubicBezTo>
                  <a:pt x="187039" y="82963"/>
                  <a:pt x="191850" y="83448"/>
                  <a:pt x="194930" y="86528"/>
                </a:cubicBezTo>
                <a:lnTo>
                  <a:pt x="201576" y="93173"/>
                </a:lnTo>
                <a:cubicBezTo>
                  <a:pt x="204656" y="96254"/>
                  <a:pt x="205141" y="101099"/>
                  <a:pt x="202718" y="104699"/>
                </a:cubicBezTo>
                <a:lnTo>
                  <a:pt x="194653" y="116778"/>
                </a:lnTo>
                <a:cubicBezTo>
                  <a:pt x="195311" y="118405"/>
                  <a:pt x="195899" y="120101"/>
                  <a:pt x="196384" y="121866"/>
                </a:cubicBezTo>
                <a:cubicBezTo>
                  <a:pt x="196868" y="123631"/>
                  <a:pt x="197180" y="125362"/>
                  <a:pt x="197422" y="127127"/>
                </a:cubicBezTo>
                <a:lnTo>
                  <a:pt x="210471" y="133565"/>
                </a:lnTo>
                <a:cubicBezTo>
                  <a:pt x="214382" y="135503"/>
                  <a:pt x="216389" y="139933"/>
                  <a:pt x="215247" y="144121"/>
                </a:cubicBezTo>
                <a:lnTo>
                  <a:pt x="212824" y="153189"/>
                </a:lnTo>
                <a:cubicBezTo>
                  <a:pt x="211682" y="157377"/>
                  <a:pt x="207771" y="160215"/>
                  <a:pt x="203410" y="159938"/>
                </a:cubicBezTo>
                <a:lnTo>
                  <a:pt x="188873" y="159004"/>
                </a:lnTo>
                <a:cubicBezTo>
                  <a:pt x="186693" y="161807"/>
                  <a:pt x="184166" y="164403"/>
                  <a:pt x="181293" y="166618"/>
                </a:cubicBezTo>
                <a:lnTo>
                  <a:pt x="182228" y="181120"/>
                </a:lnTo>
                <a:cubicBezTo>
                  <a:pt x="182505" y="185481"/>
                  <a:pt x="179667" y="189427"/>
                  <a:pt x="175479" y="190535"/>
                </a:cubicBezTo>
                <a:lnTo>
                  <a:pt x="166411" y="192957"/>
                </a:lnTo>
                <a:cubicBezTo>
                  <a:pt x="162188" y="194100"/>
                  <a:pt x="157792" y="192092"/>
                  <a:pt x="155854" y="188181"/>
                </a:cubicBezTo>
                <a:lnTo>
                  <a:pt x="149417" y="175167"/>
                </a:lnTo>
                <a:cubicBezTo>
                  <a:pt x="145852" y="174683"/>
                  <a:pt x="142356" y="173714"/>
                  <a:pt x="139068" y="172364"/>
                </a:cubicBezTo>
                <a:lnTo>
                  <a:pt x="126954" y="180428"/>
                </a:lnTo>
                <a:cubicBezTo>
                  <a:pt x="123320" y="182851"/>
                  <a:pt x="118509" y="182366"/>
                  <a:pt x="115428" y="179286"/>
                </a:cubicBezTo>
                <a:lnTo>
                  <a:pt x="108783" y="172641"/>
                </a:lnTo>
                <a:cubicBezTo>
                  <a:pt x="105703" y="169560"/>
                  <a:pt x="105218" y="164749"/>
                  <a:pt x="107641" y="161115"/>
                </a:cubicBezTo>
                <a:lnTo>
                  <a:pt x="115705" y="149001"/>
                </a:lnTo>
                <a:cubicBezTo>
                  <a:pt x="115048" y="147374"/>
                  <a:pt x="114459" y="145679"/>
                  <a:pt x="113975" y="143913"/>
                </a:cubicBezTo>
                <a:cubicBezTo>
                  <a:pt x="113490" y="142148"/>
                  <a:pt x="113179" y="140383"/>
                  <a:pt x="112936" y="138652"/>
                </a:cubicBezTo>
                <a:lnTo>
                  <a:pt x="99888" y="132215"/>
                </a:lnTo>
                <a:cubicBezTo>
                  <a:pt x="95977" y="130277"/>
                  <a:pt x="94004" y="125846"/>
                  <a:pt x="95112" y="121658"/>
                </a:cubicBezTo>
                <a:lnTo>
                  <a:pt x="97534" y="112590"/>
                </a:lnTo>
                <a:cubicBezTo>
                  <a:pt x="98677" y="108402"/>
                  <a:pt x="102588" y="105564"/>
                  <a:pt x="106949" y="105841"/>
                </a:cubicBezTo>
                <a:lnTo>
                  <a:pt x="121451" y="106776"/>
                </a:lnTo>
                <a:cubicBezTo>
                  <a:pt x="123631" y="103972"/>
                  <a:pt x="126158" y="101376"/>
                  <a:pt x="129031" y="99161"/>
                </a:cubicBezTo>
                <a:lnTo>
                  <a:pt x="128096" y="84694"/>
                </a:lnTo>
                <a:cubicBezTo>
                  <a:pt x="127819" y="80333"/>
                  <a:pt x="130657" y="76387"/>
                  <a:pt x="134845" y="75279"/>
                </a:cubicBezTo>
                <a:lnTo>
                  <a:pt x="143913" y="72857"/>
                </a:lnTo>
                <a:close/>
                <a:moveTo>
                  <a:pt x="155197" y="117678"/>
                </a:moveTo>
                <a:cubicBezTo>
                  <a:pt x="146792" y="117688"/>
                  <a:pt x="139975" y="124519"/>
                  <a:pt x="139985" y="132924"/>
                </a:cubicBezTo>
                <a:cubicBezTo>
                  <a:pt x="139995" y="141329"/>
                  <a:pt x="146826" y="148145"/>
                  <a:pt x="155231" y="148136"/>
                </a:cubicBezTo>
                <a:cubicBezTo>
                  <a:pt x="163636" y="148126"/>
                  <a:pt x="170452" y="141295"/>
                  <a:pt x="170443" y="132890"/>
                </a:cubicBezTo>
                <a:cubicBezTo>
                  <a:pt x="170433" y="124485"/>
                  <a:pt x="163602" y="117669"/>
                  <a:pt x="155197" y="117678"/>
                </a:cubicBezTo>
                <a:close/>
                <a:moveTo>
                  <a:pt x="77841" y="-15748"/>
                </a:moveTo>
                <a:lnTo>
                  <a:pt x="86909" y="-13325"/>
                </a:lnTo>
                <a:cubicBezTo>
                  <a:pt x="91097" y="-12183"/>
                  <a:pt x="93935" y="-8237"/>
                  <a:pt x="93658" y="-3911"/>
                </a:cubicBezTo>
                <a:lnTo>
                  <a:pt x="92723" y="10556"/>
                </a:lnTo>
                <a:cubicBezTo>
                  <a:pt x="95596" y="12772"/>
                  <a:pt x="98123" y="15333"/>
                  <a:pt x="100303" y="18171"/>
                </a:cubicBezTo>
                <a:lnTo>
                  <a:pt x="114840" y="17236"/>
                </a:lnTo>
                <a:cubicBezTo>
                  <a:pt x="119166" y="16959"/>
                  <a:pt x="123112" y="19798"/>
                  <a:pt x="124254" y="23986"/>
                </a:cubicBezTo>
                <a:lnTo>
                  <a:pt x="126677" y="33054"/>
                </a:lnTo>
                <a:cubicBezTo>
                  <a:pt x="127785" y="37242"/>
                  <a:pt x="125812" y="41672"/>
                  <a:pt x="121901" y="43610"/>
                </a:cubicBezTo>
                <a:lnTo>
                  <a:pt x="108852" y="50048"/>
                </a:lnTo>
                <a:cubicBezTo>
                  <a:pt x="108610" y="51813"/>
                  <a:pt x="108264" y="53578"/>
                  <a:pt x="107814" y="55309"/>
                </a:cubicBezTo>
                <a:cubicBezTo>
                  <a:pt x="107364" y="57039"/>
                  <a:pt x="106741" y="58770"/>
                  <a:pt x="106083" y="60397"/>
                </a:cubicBezTo>
                <a:lnTo>
                  <a:pt x="114148" y="72510"/>
                </a:lnTo>
                <a:cubicBezTo>
                  <a:pt x="116570" y="76145"/>
                  <a:pt x="116086" y="80956"/>
                  <a:pt x="113006" y="84036"/>
                </a:cubicBezTo>
                <a:lnTo>
                  <a:pt x="106360" y="90681"/>
                </a:lnTo>
                <a:cubicBezTo>
                  <a:pt x="103280" y="93762"/>
                  <a:pt x="98469" y="94246"/>
                  <a:pt x="94835" y="91823"/>
                </a:cubicBezTo>
                <a:lnTo>
                  <a:pt x="82721" y="83759"/>
                </a:lnTo>
                <a:cubicBezTo>
                  <a:pt x="79433" y="85109"/>
                  <a:pt x="75937" y="86078"/>
                  <a:pt x="72372" y="86563"/>
                </a:cubicBezTo>
                <a:lnTo>
                  <a:pt x="65934" y="99576"/>
                </a:lnTo>
                <a:cubicBezTo>
                  <a:pt x="63996" y="103487"/>
                  <a:pt x="59566" y="105460"/>
                  <a:pt x="55378" y="104353"/>
                </a:cubicBezTo>
                <a:lnTo>
                  <a:pt x="46310" y="101930"/>
                </a:lnTo>
                <a:cubicBezTo>
                  <a:pt x="42087" y="100788"/>
                  <a:pt x="39284" y="96842"/>
                  <a:pt x="39561" y="92516"/>
                </a:cubicBezTo>
                <a:lnTo>
                  <a:pt x="40495" y="78014"/>
                </a:lnTo>
                <a:cubicBezTo>
                  <a:pt x="37622" y="75799"/>
                  <a:pt x="35096" y="73237"/>
                  <a:pt x="32915" y="70399"/>
                </a:cubicBezTo>
                <a:lnTo>
                  <a:pt x="18379" y="71334"/>
                </a:lnTo>
                <a:cubicBezTo>
                  <a:pt x="14052" y="71611"/>
                  <a:pt x="10106" y="68772"/>
                  <a:pt x="8964" y="64584"/>
                </a:cubicBezTo>
                <a:lnTo>
                  <a:pt x="6542" y="55516"/>
                </a:lnTo>
                <a:cubicBezTo>
                  <a:pt x="5434" y="51328"/>
                  <a:pt x="7407" y="46898"/>
                  <a:pt x="11318" y="44960"/>
                </a:cubicBezTo>
                <a:lnTo>
                  <a:pt x="24366" y="38522"/>
                </a:lnTo>
                <a:cubicBezTo>
                  <a:pt x="24609" y="36757"/>
                  <a:pt x="24955" y="35027"/>
                  <a:pt x="25405" y="33261"/>
                </a:cubicBezTo>
                <a:cubicBezTo>
                  <a:pt x="25889" y="31496"/>
                  <a:pt x="26443" y="29800"/>
                  <a:pt x="27135" y="28174"/>
                </a:cubicBezTo>
                <a:lnTo>
                  <a:pt x="19071" y="16094"/>
                </a:lnTo>
                <a:cubicBezTo>
                  <a:pt x="16648" y="12460"/>
                  <a:pt x="17133" y="7649"/>
                  <a:pt x="20213" y="4569"/>
                </a:cubicBezTo>
                <a:lnTo>
                  <a:pt x="26858" y="-2077"/>
                </a:lnTo>
                <a:cubicBezTo>
                  <a:pt x="29939" y="-5157"/>
                  <a:pt x="34750" y="-5642"/>
                  <a:pt x="38384" y="-3219"/>
                </a:cubicBezTo>
                <a:lnTo>
                  <a:pt x="50498" y="4846"/>
                </a:lnTo>
                <a:cubicBezTo>
                  <a:pt x="53786" y="3496"/>
                  <a:pt x="57282" y="2527"/>
                  <a:pt x="60846" y="2042"/>
                </a:cubicBezTo>
                <a:lnTo>
                  <a:pt x="67284" y="-10972"/>
                </a:lnTo>
                <a:cubicBezTo>
                  <a:pt x="69222" y="-14883"/>
                  <a:pt x="73618" y="-16856"/>
                  <a:pt x="77841" y="-15748"/>
                </a:cubicBezTo>
                <a:close/>
                <a:moveTo>
                  <a:pt x="66592" y="29073"/>
                </a:moveTo>
                <a:cubicBezTo>
                  <a:pt x="58187" y="29073"/>
                  <a:pt x="51363" y="35897"/>
                  <a:pt x="51363" y="44302"/>
                </a:cubicBezTo>
                <a:cubicBezTo>
                  <a:pt x="51363" y="52707"/>
                  <a:pt x="58187" y="59531"/>
                  <a:pt x="66592" y="59531"/>
                </a:cubicBezTo>
                <a:cubicBezTo>
                  <a:pt x="74997" y="59531"/>
                  <a:pt x="81821" y="52707"/>
                  <a:pt x="81821" y="44302"/>
                </a:cubicBezTo>
                <a:cubicBezTo>
                  <a:pt x="81821" y="35897"/>
                  <a:pt x="74997" y="29073"/>
                  <a:pt x="66592" y="2907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86047" y="354419"/>
            <a:ext cx="4572000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spc="56" kern="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Methodology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86047" y="567070"/>
            <a:ext cx="4713767" cy="425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49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Training Strategy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4419" y="1134140"/>
            <a:ext cx="5652977" cy="4182140"/>
          </a:xfrm>
          <a:custGeom>
            <a:avLst/>
            <a:gdLst/>
            <a:ahLst/>
            <a:cxnLst/>
            <a:rect l="l" t="t" r="r" b="b"/>
            <a:pathLst>
              <a:path w="5652977" h="4182140">
                <a:moveTo>
                  <a:pt x="141775" y="0"/>
                </a:moveTo>
                <a:lnTo>
                  <a:pt x="5511202" y="0"/>
                </a:lnTo>
                <a:cubicBezTo>
                  <a:pt x="5589450" y="0"/>
                  <a:pt x="5652977" y="63527"/>
                  <a:pt x="5652977" y="141775"/>
                </a:cubicBezTo>
                <a:lnTo>
                  <a:pt x="5652977" y="4040365"/>
                </a:lnTo>
                <a:cubicBezTo>
                  <a:pt x="5652977" y="4118665"/>
                  <a:pt x="5589502" y="4182140"/>
                  <a:pt x="5511202" y="4182140"/>
                </a:cubicBezTo>
                <a:lnTo>
                  <a:pt x="141775" y="4182140"/>
                </a:lnTo>
                <a:cubicBezTo>
                  <a:pt x="63527" y="4182140"/>
                  <a:pt x="0" y="4118612"/>
                  <a:pt x="0" y="4040365"/>
                </a:cubicBezTo>
                <a:lnTo>
                  <a:pt x="0" y="141775"/>
                </a:lnTo>
                <a:cubicBezTo>
                  <a:pt x="0" y="63527"/>
                  <a:pt x="63527" y="0"/>
                  <a:pt x="141775" y="0"/>
                </a:cubicBez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7" name="Shape 5"/>
          <p:cNvSpPr/>
          <p:nvPr/>
        </p:nvSpPr>
        <p:spPr>
          <a:xfrm>
            <a:off x="531628" y="1311349"/>
            <a:ext cx="496186" cy="496186"/>
          </a:xfrm>
          <a:custGeom>
            <a:avLst/>
            <a:gdLst/>
            <a:ahLst/>
            <a:cxnLst/>
            <a:rect l="l" t="t" r="r" b="b"/>
            <a:pathLst>
              <a:path w="496186" h="496186">
                <a:moveTo>
                  <a:pt x="106328" y="0"/>
                </a:moveTo>
                <a:lnTo>
                  <a:pt x="389858" y="0"/>
                </a:lnTo>
                <a:cubicBezTo>
                  <a:pt x="448582" y="0"/>
                  <a:pt x="496186" y="47605"/>
                  <a:pt x="496186" y="106328"/>
                </a:cubicBezTo>
                <a:lnTo>
                  <a:pt x="496186" y="389858"/>
                </a:lnTo>
                <a:cubicBezTo>
                  <a:pt x="496186" y="448582"/>
                  <a:pt x="448582" y="496186"/>
                  <a:pt x="389858" y="496186"/>
                </a:cubicBezTo>
                <a:lnTo>
                  <a:pt x="106328" y="496186"/>
                </a:lnTo>
                <a:cubicBezTo>
                  <a:pt x="47605" y="496186"/>
                  <a:pt x="0" y="448582"/>
                  <a:pt x="0" y="389858"/>
                </a:cubicBezTo>
                <a:lnTo>
                  <a:pt x="0" y="106328"/>
                </a:lnTo>
                <a:cubicBezTo>
                  <a:pt x="0" y="47644"/>
                  <a:pt x="47644" y="0"/>
                  <a:pt x="10632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73395" y="1453116"/>
            <a:ext cx="212651" cy="212651"/>
          </a:xfrm>
          <a:custGeom>
            <a:avLst/>
            <a:gdLst/>
            <a:ahLst/>
            <a:cxnLst/>
            <a:rect l="l" t="t" r="r" b="b"/>
            <a:pathLst>
              <a:path w="212651" h="212651">
                <a:moveTo>
                  <a:pt x="106326" y="0"/>
                </a:moveTo>
                <a:cubicBezTo>
                  <a:pt x="165008" y="0"/>
                  <a:pt x="212651" y="47643"/>
                  <a:pt x="212651" y="106326"/>
                </a:cubicBezTo>
                <a:cubicBezTo>
                  <a:pt x="212651" y="165008"/>
                  <a:pt x="165008" y="212651"/>
                  <a:pt x="106326" y="212651"/>
                </a:cubicBezTo>
                <a:cubicBezTo>
                  <a:pt x="47643" y="212651"/>
                  <a:pt x="0" y="165008"/>
                  <a:pt x="0" y="106326"/>
                </a:cubicBezTo>
                <a:cubicBezTo>
                  <a:pt x="0" y="47643"/>
                  <a:pt x="47643" y="0"/>
                  <a:pt x="106326" y="0"/>
                </a:cubicBezTo>
                <a:close/>
                <a:moveTo>
                  <a:pt x="96358" y="49840"/>
                </a:moveTo>
                <a:lnTo>
                  <a:pt x="96358" y="106326"/>
                </a:lnTo>
                <a:cubicBezTo>
                  <a:pt x="96358" y="109648"/>
                  <a:pt x="98019" y="112763"/>
                  <a:pt x="100802" y="114632"/>
                </a:cubicBezTo>
                <a:lnTo>
                  <a:pt x="140674" y="141214"/>
                </a:lnTo>
                <a:cubicBezTo>
                  <a:pt x="145242" y="144287"/>
                  <a:pt x="151431" y="143041"/>
                  <a:pt x="154504" y="138431"/>
                </a:cubicBezTo>
                <a:cubicBezTo>
                  <a:pt x="157578" y="133821"/>
                  <a:pt x="156332" y="127674"/>
                  <a:pt x="151722" y="124600"/>
                </a:cubicBezTo>
                <a:lnTo>
                  <a:pt x="116294" y="101009"/>
                </a:lnTo>
                <a:lnTo>
                  <a:pt x="116294" y="49840"/>
                </a:lnTo>
                <a:cubicBezTo>
                  <a:pt x="116294" y="44316"/>
                  <a:pt x="111850" y="39872"/>
                  <a:pt x="106326" y="39872"/>
                </a:cubicBezTo>
                <a:cubicBezTo>
                  <a:pt x="100802" y="39872"/>
                  <a:pt x="96358" y="44316"/>
                  <a:pt x="96358" y="4984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34140" y="1417674"/>
            <a:ext cx="1718930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Time-Series Split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6058" y="1953733"/>
            <a:ext cx="5289698" cy="788581"/>
          </a:xfrm>
          <a:custGeom>
            <a:avLst/>
            <a:gdLst/>
            <a:ahLst/>
            <a:cxnLst/>
            <a:rect l="l" t="t" r="r" b="b"/>
            <a:pathLst>
              <a:path w="5289698" h="788581">
                <a:moveTo>
                  <a:pt x="106324" y="0"/>
                </a:moveTo>
                <a:lnTo>
                  <a:pt x="5183373" y="0"/>
                </a:lnTo>
                <a:cubicBezTo>
                  <a:pt x="5242095" y="0"/>
                  <a:pt x="5289698" y="47603"/>
                  <a:pt x="5289698" y="106324"/>
                </a:cubicBezTo>
                <a:lnTo>
                  <a:pt x="5289698" y="682257"/>
                </a:lnTo>
                <a:cubicBezTo>
                  <a:pt x="5289698" y="740978"/>
                  <a:pt x="5242095" y="788581"/>
                  <a:pt x="5183373" y="788581"/>
                </a:cubicBezTo>
                <a:lnTo>
                  <a:pt x="106324" y="788581"/>
                </a:lnTo>
                <a:cubicBezTo>
                  <a:pt x="47603" y="788581"/>
                  <a:pt x="0" y="740978"/>
                  <a:pt x="0" y="682257"/>
                </a:cubicBezTo>
                <a:lnTo>
                  <a:pt x="0" y="106324"/>
                </a:lnTo>
                <a:cubicBezTo>
                  <a:pt x="0" y="47642"/>
                  <a:pt x="47642" y="0"/>
                  <a:pt x="10632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6814" y="2082209"/>
            <a:ext cx="886047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Set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56557" y="2064488"/>
            <a:ext cx="655674" cy="283535"/>
          </a:xfrm>
          <a:custGeom>
            <a:avLst/>
            <a:gdLst/>
            <a:ahLst/>
            <a:cxnLst/>
            <a:rect l="l" t="t" r="r" b="b"/>
            <a:pathLst>
              <a:path w="655674" h="283535">
                <a:moveTo>
                  <a:pt x="70884" y="0"/>
                </a:moveTo>
                <a:lnTo>
                  <a:pt x="584791" y="0"/>
                </a:lnTo>
                <a:cubicBezTo>
                  <a:pt x="623939" y="0"/>
                  <a:pt x="655674" y="31736"/>
                  <a:pt x="655674" y="70884"/>
                </a:cubicBezTo>
                <a:lnTo>
                  <a:pt x="655674" y="212651"/>
                </a:lnTo>
                <a:cubicBezTo>
                  <a:pt x="655674" y="251799"/>
                  <a:pt x="623939" y="283535"/>
                  <a:pt x="584791" y="283535"/>
                </a:cubicBezTo>
                <a:lnTo>
                  <a:pt x="70884" y="283535"/>
                </a:lnTo>
                <a:cubicBezTo>
                  <a:pt x="31762" y="283535"/>
                  <a:pt x="0" y="251773"/>
                  <a:pt x="0" y="212651"/>
                </a:cubicBezTo>
                <a:lnTo>
                  <a:pt x="0" y="70884"/>
                </a:lnTo>
                <a:cubicBezTo>
                  <a:pt x="0" y="31762"/>
                  <a:pt x="31762" y="0"/>
                  <a:pt x="70884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056557" y="2064488"/>
            <a:ext cx="726558" cy="283535"/>
          </a:xfrm>
          <a:prstGeom prst="rect">
            <a:avLst/>
          </a:prstGeom>
          <a:noFill/>
          <a:ln/>
        </p:spPr>
        <p:txBody>
          <a:bodyPr wrap="square" lIns="106326" tIns="35442" rIns="106326" bIns="35442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 2023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6814" y="2418907"/>
            <a:ext cx="5139070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Historical data for model learning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6058" y="2857500"/>
            <a:ext cx="5289698" cy="788581"/>
          </a:xfrm>
          <a:custGeom>
            <a:avLst/>
            <a:gdLst/>
            <a:ahLst/>
            <a:cxnLst/>
            <a:rect l="l" t="t" r="r" b="b"/>
            <a:pathLst>
              <a:path w="5289698" h="788581">
                <a:moveTo>
                  <a:pt x="106324" y="0"/>
                </a:moveTo>
                <a:lnTo>
                  <a:pt x="5183373" y="0"/>
                </a:lnTo>
                <a:cubicBezTo>
                  <a:pt x="5242095" y="0"/>
                  <a:pt x="5289698" y="47603"/>
                  <a:pt x="5289698" y="106324"/>
                </a:cubicBezTo>
                <a:lnTo>
                  <a:pt x="5289698" y="682257"/>
                </a:lnTo>
                <a:cubicBezTo>
                  <a:pt x="5289698" y="740978"/>
                  <a:pt x="5242095" y="788581"/>
                  <a:pt x="5183373" y="788581"/>
                </a:cubicBezTo>
                <a:lnTo>
                  <a:pt x="106324" y="788581"/>
                </a:lnTo>
                <a:cubicBezTo>
                  <a:pt x="47603" y="788581"/>
                  <a:pt x="0" y="740978"/>
                  <a:pt x="0" y="682257"/>
                </a:cubicBezTo>
                <a:lnTo>
                  <a:pt x="0" y="106324"/>
                </a:lnTo>
                <a:cubicBezTo>
                  <a:pt x="0" y="47642"/>
                  <a:pt x="47642" y="0"/>
                  <a:pt x="10632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6814" y="2985977"/>
            <a:ext cx="1027814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Validation Set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63436" y="2968256"/>
            <a:ext cx="549349" cy="283535"/>
          </a:xfrm>
          <a:custGeom>
            <a:avLst/>
            <a:gdLst/>
            <a:ahLst/>
            <a:cxnLst/>
            <a:rect l="l" t="t" r="r" b="b"/>
            <a:pathLst>
              <a:path w="549349" h="283535">
                <a:moveTo>
                  <a:pt x="70884" y="0"/>
                </a:moveTo>
                <a:lnTo>
                  <a:pt x="478465" y="0"/>
                </a:lnTo>
                <a:cubicBezTo>
                  <a:pt x="517613" y="0"/>
                  <a:pt x="549349" y="31736"/>
                  <a:pt x="549349" y="70884"/>
                </a:cubicBezTo>
                <a:lnTo>
                  <a:pt x="549349" y="212651"/>
                </a:lnTo>
                <a:cubicBezTo>
                  <a:pt x="549349" y="251799"/>
                  <a:pt x="517613" y="283535"/>
                  <a:pt x="478465" y="283535"/>
                </a:cubicBezTo>
                <a:lnTo>
                  <a:pt x="70884" y="283535"/>
                </a:lnTo>
                <a:cubicBezTo>
                  <a:pt x="31762" y="283535"/>
                  <a:pt x="0" y="251773"/>
                  <a:pt x="0" y="212651"/>
                </a:cubicBezTo>
                <a:lnTo>
                  <a:pt x="0" y="70884"/>
                </a:lnTo>
                <a:cubicBezTo>
                  <a:pt x="0" y="31762"/>
                  <a:pt x="31762" y="0"/>
                  <a:pt x="70884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5163436" y="2968256"/>
            <a:ext cx="620233" cy="283535"/>
          </a:xfrm>
          <a:prstGeom prst="rect">
            <a:avLst/>
          </a:prstGeom>
          <a:noFill/>
          <a:ln/>
        </p:spPr>
        <p:txBody>
          <a:bodyPr wrap="square" lIns="106326" tIns="35442" rIns="106326" bIns="35442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6814" y="3322674"/>
            <a:ext cx="5139070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Hyperparameter tuning &amp; model selection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36058" y="3761267"/>
            <a:ext cx="5289698" cy="788581"/>
          </a:xfrm>
          <a:custGeom>
            <a:avLst/>
            <a:gdLst/>
            <a:ahLst/>
            <a:cxnLst/>
            <a:rect l="l" t="t" r="r" b="b"/>
            <a:pathLst>
              <a:path w="5289698" h="788581">
                <a:moveTo>
                  <a:pt x="106324" y="0"/>
                </a:moveTo>
                <a:lnTo>
                  <a:pt x="5183373" y="0"/>
                </a:lnTo>
                <a:cubicBezTo>
                  <a:pt x="5242095" y="0"/>
                  <a:pt x="5289698" y="47603"/>
                  <a:pt x="5289698" y="106324"/>
                </a:cubicBezTo>
                <a:lnTo>
                  <a:pt x="5289698" y="682257"/>
                </a:lnTo>
                <a:cubicBezTo>
                  <a:pt x="5289698" y="740978"/>
                  <a:pt x="5242095" y="788581"/>
                  <a:pt x="5183373" y="788581"/>
                </a:cubicBezTo>
                <a:lnTo>
                  <a:pt x="106324" y="788581"/>
                </a:lnTo>
                <a:cubicBezTo>
                  <a:pt x="47603" y="788581"/>
                  <a:pt x="0" y="740978"/>
                  <a:pt x="0" y="682257"/>
                </a:cubicBezTo>
                <a:lnTo>
                  <a:pt x="0" y="106324"/>
                </a:lnTo>
                <a:cubicBezTo>
                  <a:pt x="0" y="47642"/>
                  <a:pt x="47642" y="0"/>
                  <a:pt x="10632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6814" y="3889744"/>
            <a:ext cx="629093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 Set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57387" y="3872023"/>
            <a:ext cx="655674" cy="283535"/>
          </a:xfrm>
          <a:custGeom>
            <a:avLst/>
            <a:gdLst/>
            <a:ahLst/>
            <a:cxnLst/>
            <a:rect l="l" t="t" r="r" b="b"/>
            <a:pathLst>
              <a:path w="655674" h="283535">
                <a:moveTo>
                  <a:pt x="70884" y="0"/>
                </a:moveTo>
                <a:lnTo>
                  <a:pt x="584791" y="0"/>
                </a:lnTo>
                <a:cubicBezTo>
                  <a:pt x="623939" y="0"/>
                  <a:pt x="655674" y="31736"/>
                  <a:pt x="655674" y="70884"/>
                </a:cubicBezTo>
                <a:lnTo>
                  <a:pt x="655674" y="212651"/>
                </a:lnTo>
                <a:cubicBezTo>
                  <a:pt x="655674" y="251799"/>
                  <a:pt x="623939" y="283535"/>
                  <a:pt x="584791" y="283535"/>
                </a:cubicBezTo>
                <a:lnTo>
                  <a:pt x="70884" y="283535"/>
                </a:lnTo>
                <a:cubicBezTo>
                  <a:pt x="31762" y="283535"/>
                  <a:pt x="0" y="251773"/>
                  <a:pt x="0" y="212651"/>
                </a:cubicBezTo>
                <a:lnTo>
                  <a:pt x="0" y="70884"/>
                </a:lnTo>
                <a:cubicBezTo>
                  <a:pt x="0" y="31762"/>
                  <a:pt x="31762" y="0"/>
                  <a:pt x="70884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5057387" y="3872023"/>
            <a:ext cx="726558" cy="283535"/>
          </a:xfrm>
          <a:prstGeom prst="rect">
            <a:avLst/>
          </a:prstGeom>
          <a:noFill/>
          <a:ln/>
        </p:spPr>
        <p:txBody>
          <a:bodyPr wrap="square" lIns="106326" tIns="35442" rIns="106326" bIns="35442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≥ 2024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6814" y="4226442"/>
            <a:ext cx="5139070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Unseen data for final evaluation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36058" y="4700477"/>
            <a:ext cx="5289698" cy="434163"/>
          </a:xfrm>
          <a:custGeom>
            <a:avLst/>
            <a:gdLst/>
            <a:ahLst/>
            <a:cxnLst/>
            <a:rect l="l" t="t" r="r" b="b"/>
            <a:pathLst>
              <a:path w="5289698" h="434163">
                <a:moveTo>
                  <a:pt x="106326" y="0"/>
                </a:moveTo>
                <a:lnTo>
                  <a:pt x="5183371" y="0"/>
                </a:lnTo>
                <a:cubicBezTo>
                  <a:pt x="5242094" y="0"/>
                  <a:pt x="5289698" y="47604"/>
                  <a:pt x="5289698" y="106326"/>
                </a:cubicBezTo>
                <a:lnTo>
                  <a:pt x="5289698" y="327836"/>
                </a:lnTo>
                <a:cubicBezTo>
                  <a:pt x="5289698" y="386559"/>
                  <a:pt x="5242094" y="434163"/>
                  <a:pt x="5183371" y="434163"/>
                </a:cubicBezTo>
                <a:lnTo>
                  <a:pt x="106326" y="434163"/>
                </a:lnTo>
                <a:cubicBezTo>
                  <a:pt x="47604" y="434163"/>
                  <a:pt x="0" y="386559"/>
                  <a:pt x="0" y="327836"/>
                </a:cubicBezTo>
                <a:lnTo>
                  <a:pt x="0" y="106326"/>
                </a:lnTo>
                <a:cubicBezTo>
                  <a:pt x="0" y="47643"/>
                  <a:pt x="47643" y="0"/>
                  <a:pt x="106326" y="0"/>
                </a:cubicBezTo>
                <a:close/>
              </a:path>
            </a:pathLst>
          </a:custGeom>
          <a:solidFill>
            <a:srgbClr val="8B0000">
              <a:alpha val="30196"/>
            </a:srgbClr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4535" y="4846674"/>
            <a:ext cx="141767" cy="141767"/>
          </a:xfrm>
          <a:custGeom>
            <a:avLst/>
            <a:gdLst/>
            <a:ahLst/>
            <a:cxnLst/>
            <a:rect l="l" t="t" r="r" b="b"/>
            <a:pathLst>
              <a:path w="141767" h="141767">
                <a:moveTo>
                  <a:pt x="70884" y="0"/>
                </a:moveTo>
                <a:cubicBezTo>
                  <a:pt x="74954" y="0"/>
                  <a:pt x="78692" y="2243"/>
                  <a:pt x="80630" y="5815"/>
                </a:cubicBezTo>
                <a:lnTo>
                  <a:pt x="140438" y="116570"/>
                </a:lnTo>
                <a:cubicBezTo>
                  <a:pt x="142294" y="120004"/>
                  <a:pt x="142210" y="124157"/>
                  <a:pt x="140217" y="127508"/>
                </a:cubicBezTo>
                <a:cubicBezTo>
                  <a:pt x="138223" y="130858"/>
                  <a:pt x="134596" y="132907"/>
                  <a:pt x="130692" y="132907"/>
                </a:cubicBezTo>
                <a:lnTo>
                  <a:pt x="11076" y="132907"/>
                </a:lnTo>
                <a:cubicBezTo>
                  <a:pt x="7171" y="132907"/>
                  <a:pt x="3572" y="130858"/>
                  <a:pt x="1551" y="127508"/>
                </a:cubicBezTo>
                <a:cubicBezTo>
                  <a:pt x="-471" y="124157"/>
                  <a:pt x="-526" y="120004"/>
                  <a:pt x="1329" y="116570"/>
                </a:cubicBezTo>
                <a:lnTo>
                  <a:pt x="61137" y="5815"/>
                </a:lnTo>
                <a:cubicBezTo>
                  <a:pt x="63075" y="2243"/>
                  <a:pt x="66813" y="0"/>
                  <a:pt x="70884" y="0"/>
                </a:cubicBezTo>
                <a:close/>
                <a:moveTo>
                  <a:pt x="70884" y="46517"/>
                </a:moveTo>
                <a:cubicBezTo>
                  <a:pt x="67201" y="46517"/>
                  <a:pt x="64238" y="49480"/>
                  <a:pt x="64238" y="53163"/>
                </a:cubicBezTo>
                <a:lnTo>
                  <a:pt x="64238" y="84174"/>
                </a:lnTo>
                <a:cubicBezTo>
                  <a:pt x="64238" y="87857"/>
                  <a:pt x="67201" y="90820"/>
                  <a:pt x="70884" y="90820"/>
                </a:cubicBezTo>
                <a:cubicBezTo>
                  <a:pt x="74566" y="90820"/>
                  <a:pt x="77529" y="87857"/>
                  <a:pt x="77529" y="84174"/>
                </a:cubicBezTo>
                <a:lnTo>
                  <a:pt x="77529" y="53163"/>
                </a:lnTo>
                <a:cubicBezTo>
                  <a:pt x="77529" y="49480"/>
                  <a:pt x="74566" y="46517"/>
                  <a:pt x="70884" y="46517"/>
                </a:cubicBezTo>
                <a:close/>
                <a:moveTo>
                  <a:pt x="78277" y="106326"/>
                </a:moveTo>
                <a:cubicBezTo>
                  <a:pt x="78445" y="103581"/>
                  <a:pt x="77076" y="100971"/>
                  <a:pt x="74724" y="99548"/>
                </a:cubicBezTo>
                <a:cubicBezTo>
                  <a:pt x="72371" y="98125"/>
                  <a:pt x="69424" y="98125"/>
                  <a:pt x="67071" y="99548"/>
                </a:cubicBezTo>
                <a:cubicBezTo>
                  <a:pt x="64719" y="100971"/>
                  <a:pt x="63350" y="103581"/>
                  <a:pt x="63518" y="106326"/>
                </a:cubicBezTo>
                <a:cubicBezTo>
                  <a:pt x="63350" y="109070"/>
                  <a:pt x="64719" y="111681"/>
                  <a:pt x="67071" y="113104"/>
                </a:cubicBezTo>
                <a:cubicBezTo>
                  <a:pt x="69424" y="114526"/>
                  <a:pt x="72371" y="114526"/>
                  <a:pt x="74724" y="113104"/>
                </a:cubicBezTo>
                <a:cubicBezTo>
                  <a:pt x="77076" y="111681"/>
                  <a:pt x="78445" y="109070"/>
                  <a:pt x="78277" y="10632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873477" y="4811233"/>
            <a:ext cx="4912407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Random Shuffle</a:t>
            </a:r>
            <a:pPr>
              <a:lnSpc>
                <a:spcPct val="130000"/>
              </a:lnSpc>
            </a:pPr>
            <a:r>
              <a:rPr lang="en-US" sz="1116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Temporal order preserved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89035" y="1138570"/>
            <a:ext cx="5644116" cy="2241698"/>
          </a:xfrm>
          <a:custGeom>
            <a:avLst/>
            <a:gdLst/>
            <a:ahLst/>
            <a:cxnLst/>
            <a:rect l="l" t="t" r="r" b="b"/>
            <a:pathLst>
              <a:path w="5644116" h="2241698">
                <a:moveTo>
                  <a:pt x="141765" y="0"/>
                </a:moveTo>
                <a:lnTo>
                  <a:pt x="5502351" y="0"/>
                </a:lnTo>
                <a:cubicBezTo>
                  <a:pt x="5580646" y="0"/>
                  <a:pt x="5644116" y="63470"/>
                  <a:pt x="5644116" y="141765"/>
                </a:cubicBezTo>
                <a:lnTo>
                  <a:pt x="5644116" y="2099933"/>
                </a:lnTo>
                <a:cubicBezTo>
                  <a:pt x="5644116" y="2178227"/>
                  <a:pt x="5580646" y="2241698"/>
                  <a:pt x="5502351" y="2241698"/>
                </a:cubicBezTo>
                <a:lnTo>
                  <a:pt x="141765" y="2241698"/>
                </a:lnTo>
                <a:cubicBezTo>
                  <a:pt x="63470" y="2241698"/>
                  <a:pt x="0" y="2178227"/>
                  <a:pt x="0" y="2099933"/>
                </a:cubicBezTo>
                <a:lnTo>
                  <a:pt x="0" y="141765"/>
                </a:lnTo>
                <a:cubicBezTo>
                  <a:pt x="0" y="63523"/>
                  <a:pt x="63523" y="0"/>
                  <a:pt x="141765" y="0"/>
                </a:cubicBezTo>
                <a:close/>
              </a:path>
            </a:pathLst>
          </a:cu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35233" y="1284767"/>
            <a:ext cx="425302" cy="425302"/>
          </a:xfrm>
          <a:custGeom>
            <a:avLst/>
            <a:gdLst/>
            <a:ahLst/>
            <a:cxnLst/>
            <a:rect l="l" t="t" r="r" b="b"/>
            <a:pathLst>
              <a:path w="425302" h="425302">
                <a:moveTo>
                  <a:pt x="106326" y="0"/>
                </a:moveTo>
                <a:lnTo>
                  <a:pt x="318977" y="0"/>
                </a:lnTo>
                <a:cubicBezTo>
                  <a:pt x="377659" y="0"/>
                  <a:pt x="425302" y="47643"/>
                  <a:pt x="425302" y="106326"/>
                </a:cubicBezTo>
                <a:lnTo>
                  <a:pt x="425302" y="318977"/>
                </a:lnTo>
                <a:cubicBezTo>
                  <a:pt x="425302" y="377659"/>
                  <a:pt x="377659" y="425302"/>
                  <a:pt x="318977" y="425302"/>
                </a:cubicBezTo>
                <a:lnTo>
                  <a:pt x="106326" y="425302"/>
                </a:lnTo>
                <a:cubicBezTo>
                  <a:pt x="47643" y="425302"/>
                  <a:pt x="0" y="377659"/>
                  <a:pt x="0" y="318977"/>
                </a:cubicBezTo>
                <a:lnTo>
                  <a:pt x="0" y="106326"/>
                </a:lnTo>
                <a:cubicBezTo>
                  <a:pt x="0" y="47643"/>
                  <a:pt x="47643" y="0"/>
                  <a:pt x="106326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0" name="Shape 28"/>
          <p:cNvSpPr/>
          <p:nvPr/>
        </p:nvSpPr>
        <p:spPr>
          <a:xfrm>
            <a:off x="6459279" y="1408814"/>
            <a:ext cx="177209" cy="177209"/>
          </a:xfrm>
          <a:custGeom>
            <a:avLst/>
            <a:gdLst/>
            <a:ahLst/>
            <a:cxnLst/>
            <a:rect l="l" t="t" r="r" b="b"/>
            <a:pathLst>
              <a:path w="177209" h="177209">
                <a:moveTo>
                  <a:pt x="0" y="27689"/>
                </a:moveTo>
                <a:cubicBezTo>
                  <a:pt x="0" y="18517"/>
                  <a:pt x="7441" y="11076"/>
                  <a:pt x="16613" y="11076"/>
                </a:cubicBezTo>
                <a:lnTo>
                  <a:pt x="49840" y="11076"/>
                </a:lnTo>
                <a:cubicBezTo>
                  <a:pt x="59012" y="11076"/>
                  <a:pt x="66453" y="18517"/>
                  <a:pt x="66453" y="27689"/>
                </a:cubicBezTo>
                <a:lnTo>
                  <a:pt x="66453" y="33227"/>
                </a:lnTo>
                <a:lnTo>
                  <a:pt x="110756" y="33227"/>
                </a:lnTo>
                <a:lnTo>
                  <a:pt x="110756" y="27689"/>
                </a:lnTo>
                <a:cubicBezTo>
                  <a:pt x="110756" y="18517"/>
                  <a:pt x="118197" y="11076"/>
                  <a:pt x="127369" y="11076"/>
                </a:cubicBezTo>
                <a:lnTo>
                  <a:pt x="160596" y="11076"/>
                </a:lnTo>
                <a:cubicBezTo>
                  <a:pt x="169768" y="11076"/>
                  <a:pt x="177209" y="18517"/>
                  <a:pt x="177209" y="27689"/>
                </a:cubicBezTo>
                <a:lnTo>
                  <a:pt x="177209" y="60916"/>
                </a:lnTo>
                <a:cubicBezTo>
                  <a:pt x="177209" y="70088"/>
                  <a:pt x="169768" y="77529"/>
                  <a:pt x="160596" y="77529"/>
                </a:cubicBezTo>
                <a:lnTo>
                  <a:pt x="127369" y="77529"/>
                </a:lnTo>
                <a:cubicBezTo>
                  <a:pt x="118197" y="77529"/>
                  <a:pt x="110756" y="70088"/>
                  <a:pt x="110756" y="60916"/>
                </a:cubicBezTo>
                <a:lnTo>
                  <a:pt x="110756" y="55378"/>
                </a:lnTo>
                <a:lnTo>
                  <a:pt x="66453" y="55378"/>
                </a:lnTo>
                <a:lnTo>
                  <a:pt x="66453" y="60916"/>
                </a:lnTo>
                <a:cubicBezTo>
                  <a:pt x="66453" y="63442"/>
                  <a:pt x="65865" y="65865"/>
                  <a:pt x="64861" y="68011"/>
                </a:cubicBezTo>
                <a:lnTo>
                  <a:pt x="88605" y="99680"/>
                </a:lnTo>
                <a:lnTo>
                  <a:pt x="116294" y="99680"/>
                </a:lnTo>
                <a:cubicBezTo>
                  <a:pt x="125466" y="99680"/>
                  <a:pt x="132907" y="107122"/>
                  <a:pt x="132907" y="116294"/>
                </a:cubicBezTo>
                <a:lnTo>
                  <a:pt x="132907" y="149520"/>
                </a:lnTo>
                <a:cubicBezTo>
                  <a:pt x="132907" y="158692"/>
                  <a:pt x="125466" y="166134"/>
                  <a:pt x="116294" y="166134"/>
                </a:cubicBezTo>
                <a:lnTo>
                  <a:pt x="83067" y="166134"/>
                </a:lnTo>
                <a:cubicBezTo>
                  <a:pt x="73895" y="166134"/>
                  <a:pt x="66453" y="158692"/>
                  <a:pt x="66453" y="149520"/>
                </a:cubicBezTo>
                <a:lnTo>
                  <a:pt x="66453" y="116294"/>
                </a:lnTo>
                <a:cubicBezTo>
                  <a:pt x="66453" y="113767"/>
                  <a:pt x="67042" y="111344"/>
                  <a:pt x="68046" y="109198"/>
                </a:cubicBezTo>
                <a:lnTo>
                  <a:pt x="44302" y="77529"/>
                </a:lnTo>
                <a:lnTo>
                  <a:pt x="16613" y="77529"/>
                </a:lnTo>
                <a:cubicBezTo>
                  <a:pt x="7441" y="77529"/>
                  <a:pt x="0" y="70088"/>
                  <a:pt x="0" y="60916"/>
                </a:cubicBezTo>
                <a:lnTo>
                  <a:pt x="0" y="2768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6866860" y="1373372"/>
            <a:ext cx="1718930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Pipeline Architecture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35233" y="1851837"/>
            <a:ext cx="354419" cy="354419"/>
          </a:xfrm>
          <a:custGeom>
            <a:avLst/>
            <a:gdLst/>
            <a:ahLst/>
            <a:cxnLst/>
            <a:rect l="l" t="t" r="r" b="b"/>
            <a:pathLst>
              <a:path w="354419" h="354419">
                <a:moveTo>
                  <a:pt x="70884" y="0"/>
                </a:moveTo>
                <a:lnTo>
                  <a:pt x="283535" y="0"/>
                </a:lnTo>
                <a:cubicBezTo>
                  <a:pt x="322657" y="0"/>
                  <a:pt x="354419" y="31762"/>
                  <a:pt x="354419" y="70884"/>
                </a:cubicBezTo>
                <a:lnTo>
                  <a:pt x="354419" y="283535"/>
                </a:lnTo>
                <a:cubicBezTo>
                  <a:pt x="354419" y="322657"/>
                  <a:pt x="322657" y="354419"/>
                  <a:pt x="283535" y="354419"/>
                </a:cubicBezTo>
                <a:lnTo>
                  <a:pt x="70884" y="354419"/>
                </a:lnTo>
                <a:cubicBezTo>
                  <a:pt x="31762" y="354419"/>
                  <a:pt x="0" y="322657"/>
                  <a:pt x="0" y="283535"/>
                </a:cubicBezTo>
                <a:lnTo>
                  <a:pt x="0" y="70884"/>
                </a:lnTo>
                <a:cubicBezTo>
                  <a:pt x="0" y="31762"/>
                  <a:pt x="31762" y="0"/>
                  <a:pt x="70884" y="0"/>
                </a:cubicBez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33" name="Text 31"/>
          <p:cNvSpPr/>
          <p:nvPr/>
        </p:nvSpPr>
        <p:spPr>
          <a:xfrm>
            <a:off x="6299791" y="1851837"/>
            <a:ext cx="425302" cy="354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795977" y="1816395"/>
            <a:ext cx="1860698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StandardScaler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795977" y="2029047"/>
            <a:ext cx="1860698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Normalize numerical features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35233" y="2348023"/>
            <a:ext cx="354419" cy="354419"/>
          </a:xfrm>
          <a:custGeom>
            <a:avLst/>
            <a:gdLst/>
            <a:ahLst/>
            <a:cxnLst/>
            <a:rect l="l" t="t" r="r" b="b"/>
            <a:pathLst>
              <a:path w="354419" h="354419">
                <a:moveTo>
                  <a:pt x="70884" y="0"/>
                </a:moveTo>
                <a:lnTo>
                  <a:pt x="283535" y="0"/>
                </a:lnTo>
                <a:cubicBezTo>
                  <a:pt x="322657" y="0"/>
                  <a:pt x="354419" y="31762"/>
                  <a:pt x="354419" y="70884"/>
                </a:cubicBezTo>
                <a:lnTo>
                  <a:pt x="354419" y="283535"/>
                </a:lnTo>
                <a:cubicBezTo>
                  <a:pt x="354419" y="322657"/>
                  <a:pt x="322657" y="354419"/>
                  <a:pt x="283535" y="354419"/>
                </a:cubicBezTo>
                <a:lnTo>
                  <a:pt x="70884" y="354419"/>
                </a:lnTo>
                <a:cubicBezTo>
                  <a:pt x="31762" y="354419"/>
                  <a:pt x="0" y="322657"/>
                  <a:pt x="0" y="283535"/>
                </a:cubicBezTo>
                <a:lnTo>
                  <a:pt x="0" y="70884"/>
                </a:lnTo>
                <a:cubicBezTo>
                  <a:pt x="0" y="31762"/>
                  <a:pt x="31762" y="0"/>
                  <a:pt x="70884" y="0"/>
                </a:cubicBez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37" name="Text 35"/>
          <p:cNvSpPr/>
          <p:nvPr/>
        </p:nvSpPr>
        <p:spPr>
          <a:xfrm>
            <a:off x="6299791" y="2348023"/>
            <a:ext cx="425302" cy="354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795977" y="2312581"/>
            <a:ext cx="1763233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OneHotEncoder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795977" y="2525233"/>
            <a:ext cx="1763233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Encode categorical features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35233" y="2844209"/>
            <a:ext cx="354419" cy="354419"/>
          </a:xfrm>
          <a:custGeom>
            <a:avLst/>
            <a:gdLst/>
            <a:ahLst/>
            <a:cxnLst/>
            <a:rect l="l" t="t" r="r" b="b"/>
            <a:pathLst>
              <a:path w="354419" h="354419">
                <a:moveTo>
                  <a:pt x="70884" y="0"/>
                </a:moveTo>
                <a:lnTo>
                  <a:pt x="283535" y="0"/>
                </a:lnTo>
                <a:cubicBezTo>
                  <a:pt x="322657" y="0"/>
                  <a:pt x="354419" y="31762"/>
                  <a:pt x="354419" y="70884"/>
                </a:cubicBezTo>
                <a:lnTo>
                  <a:pt x="354419" y="283535"/>
                </a:lnTo>
                <a:cubicBezTo>
                  <a:pt x="354419" y="322657"/>
                  <a:pt x="322657" y="354419"/>
                  <a:pt x="283535" y="354419"/>
                </a:cubicBezTo>
                <a:lnTo>
                  <a:pt x="70884" y="354419"/>
                </a:lnTo>
                <a:cubicBezTo>
                  <a:pt x="31762" y="354419"/>
                  <a:pt x="0" y="322657"/>
                  <a:pt x="0" y="283535"/>
                </a:cubicBezTo>
                <a:lnTo>
                  <a:pt x="0" y="70884"/>
                </a:lnTo>
                <a:cubicBezTo>
                  <a:pt x="0" y="31762"/>
                  <a:pt x="31762" y="0"/>
                  <a:pt x="70884" y="0"/>
                </a:cubicBez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41" name="Text 39"/>
          <p:cNvSpPr/>
          <p:nvPr/>
        </p:nvSpPr>
        <p:spPr>
          <a:xfrm>
            <a:off x="6299791" y="2844209"/>
            <a:ext cx="425302" cy="354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795977" y="2808767"/>
            <a:ext cx="1656907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Training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795977" y="3021419"/>
            <a:ext cx="1656907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 / XGBoost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89035" y="3530895"/>
            <a:ext cx="5644116" cy="1727791"/>
          </a:xfrm>
          <a:custGeom>
            <a:avLst/>
            <a:gdLst/>
            <a:ahLst/>
            <a:cxnLst/>
            <a:rect l="l" t="t" r="r" b="b"/>
            <a:pathLst>
              <a:path w="5644116" h="1727791">
                <a:moveTo>
                  <a:pt x="141765" y="0"/>
                </a:moveTo>
                <a:lnTo>
                  <a:pt x="5502351" y="0"/>
                </a:lnTo>
                <a:cubicBezTo>
                  <a:pt x="5580593" y="0"/>
                  <a:pt x="5644116" y="63523"/>
                  <a:pt x="5644116" y="141765"/>
                </a:cubicBezTo>
                <a:lnTo>
                  <a:pt x="5644116" y="1586025"/>
                </a:lnTo>
                <a:cubicBezTo>
                  <a:pt x="5644116" y="1664268"/>
                  <a:pt x="5580593" y="1727791"/>
                  <a:pt x="5502351" y="1727791"/>
                </a:cubicBezTo>
                <a:lnTo>
                  <a:pt x="141765" y="1727791"/>
                </a:lnTo>
                <a:cubicBezTo>
                  <a:pt x="63523" y="1727791"/>
                  <a:pt x="0" y="1664268"/>
                  <a:pt x="0" y="1586025"/>
                </a:cubicBezTo>
                <a:lnTo>
                  <a:pt x="0" y="141765"/>
                </a:lnTo>
                <a:cubicBezTo>
                  <a:pt x="0" y="63523"/>
                  <a:pt x="63523" y="0"/>
                  <a:pt x="141765" y="0"/>
                </a:cubicBezTo>
                <a:close/>
              </a:path>
            </a:pathLst>
          </a:cu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35233" y="3677093"/>
            <a:ext cx="425302" cy="425302"/>
          </a:xfrm>
          <a:custGeom>
            <a:avLst/>
            <a:gdLst/>
            <a:ahLst/>
            <a:cxnLst/>
            <a:rect l="l" t="t" r="r" b="b"/>
            <a:pathLst>
              <a:path w="425302" h="425302">
                <a:moveTo>
                  <a:pt x="106326" y="0"/>
                </a:moveTo>
                <a:lnTo>
                  <a:pt x="318977" y="0"/>
                </a:lnTo>
                <a:cubicBezTo>
                  <a:pt x="377659" y="0"/>
                  <a:pt x="425302" y="47643"/>
                  <a:pt x="425302" y="106326"/>
                </a:cubicBezTo>
                <a:lnTo>
                  <a:pt x="425302" y="318977"/>
                </a:lnTo>
                <a:cubicBezTo>
                  <a:pt x="425302" y="377659"/>
                  <a:pt x="377659" y="425302"/>
                  <a:pt x="318977" y="425302"/>
                </a:cubicBezTo>
                <a:lnTo>
                  <a:pt x="106326" y="425302"/>
                </a:lnTo>
                <a:cubicBezTo>
                  <a:pt x="47643" y="425302"/>
                  <a:pt x="0" y="377659"/>
                  <a:pt x="0" y="318977"/>
                </a:cubicBezTo>
                <a:lnTo>
                  <a:pt x="0" y="106326"/>
                </a:lnTo>
                <a:cubicBezTo>
                  <a:pt x="0" y="47643"/>
                  <a:pt x="47643" y="0"/>
                  <a:pt x="106326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6" name="Shape 44"/>
          <p:cNvSpPr/>
          <p:nvPr/>
        </p:nvSpPr>
        <p:spPr>
          <a:xfrm>
            <a:off x="6459279" y="3801140"/>
            <a:ext cx="177209" cy="177209"/>
          </a:xfrm>
          <a:custGeom>
            <a:avLst/>
            <a:gdLst/>
            <a:ahLst/>
            <a:cxnLst/>
            <a:rect l="l" t="t" r="r" b="b"/>
            <a:pathLst>
              <a:path w="177209" h="177209">
                <a:moveTo>
                  <a:pt x="11076" y="22151"/>
                </a:moveTo>
                <a:cubicBezTo>
                  <a:pt x="4949" y="22151"/>
                  <a:pt x="0" y="27101"/>
                  <a:pt x="0" y="33227"/>
                </a:cubicBezTo>
                <a:cubicBezTo>
                  <a:pt x="0" y="39353"/>
                  <a:pt x="4949" y="44302"/>
                  <a:pt x="11076" y="44302"/>
                </a:cubicBezTo>
                <a:lnTo>
                  <a:pt x="41083" y="44302"/>
                </a:lnTo>
                <a:cubicBezTo>
                  <a:pt x="45341" y="54097"/>
                  <a:pt x="55101" y="60916"/>
                  <a:pt x="66453" y="60916"/>
                </a:cubicBezTo>
                <a:cubicBezTo>
                  <a:pt x="77806" y="60916"/>
                  <a:pt x="87566" y="54097"/>
                  <a:pt x="91823" y="44302"/>
                </a:cubicBezTo>
                <a:lnTo>
                  <a:pt x="166134" y="44302"/>
                </a:lnTo>
                <a:cubicBezTo>
                  <a:pt x="172260" y="44302"/>
                  <a:pt x="177209" y="39353"/>
                  <a:pt x="177209" y="33227"/>
                </a:cubicBezTo>
                <a:cubicBezTo>
                  <a:pt x="177209" y="27101"/>
                  <a:pt x="172260" y="22151"/>
                  <a:pt x="166134" y="22151"/>
                </a:cubicBezTo>
                <a:lnTo>
                  <a:pt x="91823" y="22151"/>
                </a:lnTo>
                <a:cubicBezTo>
                  <a:pt x="87566" y="12356"/>
                  <a:pt x="77806" y="5538"/>
                  <a:pt x="66453" y="5538"/>
                </a:cubicBezTo>
                <a:cubicBezTo>
                  <a:pt x="55101" y="5538"/>
                  <a:pt x="45341" y="12356"/>
                  <a:pt x="41083" y="22151"/>
                </a:cubicBezTo>
                <a:lnTo>
                  <a:pt x="11076" y="22151"/>
                </a:lnTo>
                <a:close/>
                <a:moveTo>
                  <a:pt x="11076" y="77529"/>
                </a:moveTo>
                <a:cubicBezTo>
                  <a:pt x="4949" y="77529"/>
                  <a:pt x="0" y="82478"/>
                  <a:pt x="0" y="88605"/>
                </a:cubicBezTo>
                <a:cubicBezTo>
                  <a:pt x="0" y="94731"/>
                  <a:pt x="4949" y="99680"/>
                  <a:pt x="11076" y="99680"/>
                </a:cubicBezTo>
                <a:lnTo>
                  <a:pt x="96461" y="99680"/>
                </a:lnTo>
                <a:cubicBezTo>
                  <a:pt x="100719" y="109475"/>
                  <a:pt x="110479" y="116294"/>
                  <a:pt x="121831" y="116294"/>
                </a:cubicBezTo>
                <a:cubicBezTo>
                  <a:pt x="133184" y="116294"/>
                  <a:pt x="142944" y="109475"/>
                  <a:pt x="147201" y="99680"/>
                </a:cubicBezTo>
                <a:lnTo>
                  <a:pt x="166134" y="99680"/>
                </a:lnTo>
                <a:cubicBezTo>
                  <a:pt x="172260" y="99680"/>
                  <a:pt x="177209" y="94731"/>
                  <a:pt x="177209" y="88605"/>
                </a:cubicBezTo>
                <a:cubicBezTo>
                  <a:pt x="177209" y="82478"/>
                  <a:pt x="172260" y="77529"/>
                  <a:pt x="166134" y="77529"/>
                </a:cubicBezTo>
                <a:lnTo>
                  <a:pt x="147201" y="77529"/>
                </a:lnTo>
                <a:cubicBezTo>
                  <a:pt x="142944" y="67734"/>
                  <a:pt x="133184" y="60916"/>
                  <a:pt x="121831" y="60916"/>
                </a:cubicBezTo>
                <a:cubicBezTo>
                  <a:pt x="110479" y="60916"/>
                  <a:pt x="100719" y="67734"/>
                  <a:pt x="96461" y="77529"/>
                </a:cubicBezTo>
                <a:lnTo>
                  <a:pt x="11076" y="77529"/>
                </a:lnTo>
                <a:close/>
                <a:moveTo>
                  <a:pt x="11076" y="132907"/>
                </a:moveTo>
                <a:cubicBezTo>
                  <a:pt x="4949" y="132907"/>
                  <a:pt x="0" y="137856"/>
                  <a:pt x="0" y="143983"/>
                </a:cubicBezTo>
                <a:cubicBezTo>
                  <a:pt x="0" y="150109"/>
                  <a:pt x="4949" y="155058"/>
                  <a:pt x="11076" y="155058"/>
                </a:cubicBezTo>
                <a:lnTo>
                  <a:pt x="30008" y="155058"/>
                </a:lnTo>
                <a:cubicBezTo>
                  <a:pt x="34265" y="164853"/>
                  <a:pt x="44025" y="171672"/>
                  <a:pt x="55378" y="171672"/>
                </a:cubicBezTo>
                <a:cubicBezTo>
                  <a:pt x="66730" y="171672"/>
                  <a:pt x="76491" y="164853"/>
                  <a:pt x="80748" y="155058"/>
                </a:cubicBezTo>
                <a:lnTo>
                  <a:pt x="166134" y="155058"/>
                </a:lnTo>
                <a:cubicBezTo>
                  <a:pt x="172260" y="155058"/>
                  <a:pt x="177209" y="150109"/>
                  <a:pt x="177209" y="143983"/>
                </a:cubicBezTo>
                <a:cubicBezTo>
                  <a:pt x="177209" y="137856"/>
                  <a:pt x="172260" y="132907"/>
                  <a:pt x="166134" y="132907"/>
                </a:cubicBezTo>
                <a:lnTo>
                  <a:pt x="80748" y="132907"/>
                </a:lnTo>
                <a:cubicBezTo>
                  <a:pt x="76491" y="123112"/>
                  <a:pt x="66730" y="116294"/>
                  <a:pt x="55378" y="116294"/>
                </a:cubicBezTo>
                <a:cubicBezTo>
                  <a:pt x="44025" y="116294"/>
                  <a:pt x="34265" y="123112"/>
                  <a:pt x="30008" y="132907"/>
                </a:cubicBezTo>
                <a:lnTo>
                  <a:pt x="11076" y="13290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6866860" y="3765698"/>
            <a:ext cx="1949302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dirty="0">
                <a:solidFill>
                  <a:srgbClr val="8B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Hyperparameter Tuning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39663" y="4213151"/>
            <a:ext cx="2613837" cy="894907"/>
          </a:xfrm>
          <a:custGeom>
            <a:avLst/>
            <a:gdLst/>
            <a:ahLst/>
            <a:cxnLst/>
            <a:rect l="l" t="t" r="r" b="b"/>
            <a:pathLst>
              <a:path w="2613837" h="894907">
                <a:moveTo>
                  <a:pt x="70886" y="0"/>
                </a:moveTo>
                <a:lnTo>
                  <a:pt x="2542952" y="0"/>
                </a:lnTo>
                <a:cubicBezTo>
                  <a:pt x="2582101" y="0"/>
                  <a:pt x="2613837" y="31737"/>
                  <a:pt x="2613837" y="70886"/>
                </a:cubicBezTo>
                <a:lnTo>
                  <a:pt x="2613837" y="824021"/>
                </a:lnTo>
                <a:cubicBezTo>
                  <a:pt x="2613837" y="863170"/>
                  <a:pt x="2582101" y="894907"/>
                  <a:pt x="2542952" y="894907"/>
                </a:cubicBezTo>
                <a:lnTo>
                  <a:pt x="70886" y="894907"/>
                </a:lnTo>
                <a:cubicBezTo>
                  <a:pt x="31737" y="894907"/>
                  <a:pt x="0" y="863170"/>
                  <a:pt x="0" y="824021"/>
                </a:cubicBezTo>
                <a:lnTo>
                  <a:pt x="0" y="70886"/>
                </a:lnTo>
                <a:cubicBezTo>
                  <a:pt x="0" y="31737"/>
                  <a:pt x="31737" y="0"/>
                  <a:pt x="70886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50419" y="4323907"/>
            <a:ext cx="2463209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1E3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450419" y="4572000"/>
            <a:ext cx="2463209" cy="425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n_estimators, max_depth, min_samples_split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9068686" y="4213151"/>
            <a:ext cx="2613837" cy="894907"/>
          </a:xfrm>
          <a:custGeom>
            <a:avLst/>
            <a:gdLst/>
            <a:ahLst/>
            <a:cxnLst/>
            <a:rect l="l" t="t" r="r" b="b"/>
            <a:pathLst>
              <a:path w="2613837" h="894907">
                <a:moveTo>
                  <a:pt x="70886" y="0"/>
                </a:moveTo>
                <a:lnTo>
                  <a:pt x="2542952" y="0"/>
                </a:lnTo>
                <a:cubicBezTo>
                  <a:pt x="2582101" y="0"/>
                  <a:pt x="2613837" y="31737"/>
                  <a:pt x="2613837" y="70886"/>
                </a:cubicBezTo>
                <a:lnTo>
                  <a:pt x="2613837" y="824021"/>
                </a:lnTo>
                <a:cubicBezTo>
                  <a:pt x="2613837" y="863170"/>
                  <a:pt x="2582101" y="894907"/>
                  <a:pt x="2542952" y="894907"/>
                </a:cubicBezTo>
                <a:lnTo>
                  <a:pt x="70886" y="894907"/>
                </a:lnTo>
                <a:cubicBezTo>
                  <a:pt x="31737" y="894907"/>
                  <a:pt x="0" y="863170"/>
                  <a:pt x="0" y="824021"/>
                </a:cubicBezTo>
                <a:lnTo>
                  <a:pt x="0" y="70886"/>
                </a:lnTo>
                <a:cubicBezTo>
                  <a:pt x="0" y="31737"/>
                  <a:pt x="31737" y="0"/>
                  <a:pt x="70886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179442" y="4323907"/>
            <a:ext cx="2463209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1E3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XGBoost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179442" y="4572000"/>
            <a:ext cx="2463209" cy="425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learning_rate, max_depth, n_estimators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58849" y="5462477"/>
            <a:ext cx="3721395" cy="1036674"/>
          </a:xfrm>
          <a:custGeom>
            <a:avLst/>
            <a:gdLst/>
            <a:ahLst/>
            <a:cxnLst/>
            <a:rect l="l" t="t" r="r" b="b"/>
            <a:pathLst>
              <a:path w="3721395" h="1036674">
                <a:moveTo>
                  <a:pt x="106321" y="0"/>
                </a:moveTo>
                <a:lnTo>
                  <a:pt x="3615074" y="0"/>
                </a:lnTo>
                <a:cubicBezTo>
                  <a:pt x="3673794" y="0"/>
                  <a:pt x="3721395" y="47602"/>
                  <a:pt x="3721395" y="106321"/>
                </a:cubicBezTo>
                <a:lnTo>
                  <a:pt x="3721395" y="930353"/>
                </a:lnTo>
                <a:cubicBezTo>
                  <a:pt x="3721395" y="989073"/>
                  <a:pt x="3673794" y="1036674"/>
                  <a:pt x="3615074" y="1036674"/>
                </a:cubicBezTo>
                <a:lnTo>
                  <a:pt x="106321" y="1036674"/>
                </a:lnTo>
                <a:cubicBezTo>
                  <a:pt x="47602" y="1036674"/>
                  <a:pt x="0" y="989073"/>
                  <a:pt x="0" y="930353"/>
                </a:cubicBezTo>
                <a:lnTo>
                  <a:pt x="0" y="106321"/>
                </a:lnTo>
                <a:cubicBezTo>
                  <a:pt x="0" y="47602"/>
                  <a:pt x="47602" y="0"/>
                  <a:pt x="106321" y="0"/>
                </a:cubicBezTo>
                <a:close/>
              </a:path>
            </a:pathLst>
          </a:custGeom>
          <a:solidFill>
            <a:srgbClr val="1E3A8A">
              <a:alpha val="5098"/>
            </a:srgbClr>
          </a:solidFill>
          <a:ln w="12700">
            <a:solidFill>
              <a:srgbClr val="1E3A8A">
                <a:alpha val="2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127896" y="5608674"/>
            <a:ext cx="186070" cy="212651"/>
          </a:xfrm>
          <a:custGeom>
            <a:avLst/>
            <a:gdLst/>
            <a:ahLst/>
            <a:cxnLst/>
            <a:rect l="l" t="t" r="r" b="b"/>
            <a:pathLst>
              <a:path w="186070" h="212651">
                <a:moveTo>
                  <a:pt x="93035" y="-13291"/>
                </a:moveTo>
                <a:cubicBezTo>
                  <a:pt x="95942" y="-13291"/>
                  <a:pt x="98725" y="-12003"/>
                  <a:pt x="100636" y="-9760"/>
                </a:cubicBezTo>
                <a:lnTo>
                  <a:pt x="157121" y="56693"/>
                </a:lnTo>
                <a:cubicBezTo>
                  <a:pt x="159655" y="59642"/>
                  <a:pt x="160194" y="63795"/>
                  <a:pt x="158575" y="67326"/>
                </a:cubicBezTo>
                <a:cubicBezTo>
                  <a:pt x="156955" y="70856"/>
                  <a:pt x="153424" y="73099"/>
                  <a:pt x="149520" y="73099"/>
                </a:cubicBezTo>
                <a:lnTo>
                  <a:pt x="139179" y="73099"/>
                </a:lnTo>
                <a:lnTo>
                  <a:pt x="170412" y="109856"/>
                </a:lnTo>
                <a:cubicBezTo>
                  <a:pt x="172945" y="112805"/>
                  <a:pt x="173485" y="116958"/>
                  <a:pt x="171865" y="120488"/>
                </a:cubicBezTo>
                <a:cubicBezTo>
                  <a:pt x="170246" y="124019"/>
                  <a:pt x="166715" y="126262"/>
                  <a:pt x="162811" y="126262"/>
                </a:cubicBezTo>
                <a:lnTo>
                  <a:pt x="146821" y="126262"/>
                </a:lnTo>
                <a:lnTo>
                  <a:pt x="183702" y="169664"/>
                </a:lnTo>
                <a:cubicBezTo>
                  <a:pt x="186236" y="172613"/>
                  <a:pt x="186776" y="176766"/>
                  <a:pt x="185156" y="180297"/>
                </a:cubicBezTo>
                <a:cubicBezTo>
                  <a:pt x="183536" y="183827"/>
                  <a:pt x="180006" y="186070"/>
                  <a:pt x="176102" y="186070"/>
                </a:cubicBezTo>
                <a:lnTo>
                  <a:pt x="106326" y="186070"/>
                </a:lnTo>
                <a:lnTo>
                  <a:pt x="106326" y="212651"/>
                </a:lnTo>
                <a:cubicBezTo>
                  <a:pt x="106326" y="220003"/>
                  <a:pt x="100386" y="225942"/>
                  <a:pt x="93035" y="225942"/>
                </a:cubicBezTo>
                <a:cubicBezTo>
                  <a:pt x="85683" y="225942"/>
                  <a:pt x="79744" y="220003"/>
                  <a:pt x="79744" y="212651"/>
                </a:cubicBezTo>
                <a:lnTo>
                  <a:pt x="79744" y="186070"/>
                </a:lnTo>
                <a:lnTo>
                  <a:pt x="9968" y="186070"/>
                </a:lnTo>
                <a:cubicBezTo>
                  <a:pt x="6064" y="186070"/>
                  <a:pt x="2534" y="183827"/>
                  <a:pt x="914" y="180297"/>
                </a:cubicBezTo>
                <a:cubicBezTo>
                  <a:pt x="-706" y="176766"/>
                  <a:pt x="-166" y="172613"/>
                  <a:pt x="2367" y="169664"/>
                </a:cubicBezTo>
                <a:lnTo>
                  <a:pt x="39249" y="126262"/>
                </a:lnTo>
                <a:lnTo>
                  <a:pt x="23259" y="126262"/>
                </a:lnTo>
                <a:cubicBezTo>
                  <a:pt x="19355" y="126262"/>
                  <a:pt x="15824" y="124019"/>
                  <a:pt x="14204" y="120488"/>
                </a:cubicBezTo>
                <a:cubicBezTo>
                  <a:pt x="12585" y="116958"/>
                  <a:pt x="13125" y="112805"/>
                  <a:pt x="15658" y="109856"/>
                </a:cubicBezTo>
                <a:lnTo>
                  <a:pt x="46891" y="73099"/>
                </a:lnTo>
                <a:lnTo>
                  <a:pt x="36549" y="73099"/>
                </a:lnTo>
                <a:cubicBezTo>
                  <a:pt x="32645" y="73099"/>
                  <a:pt x="29115" y="70856"/>
                  <a:pt x="27495" y="67326"/>
                </a:cubicBezTo>
                <a:cubicBezTo>
                  <a:pt x="25875" y="63795"/>
                  <a:pt x="26415" y="59642"/>
                  <a:pt x="28949" y="56693"/>
                </a:cubicBezTo>
                <a:lnTo>
                  <a:pt x="85434" y="-9760"/>
                </a:lnTo>
                <a:cubicBezTo>
                  <a:pt x="87345" y="-12003"/>
                  <a:pt x="90128" y="-13291"/>
                  <a:pt x="93035" y="-13291"/>
                </a:cubicBez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56" name="Text 54"/>
          <p:cNvSpPr/>
          <p:nvPr/>
        </p:nvSpPr>
        <p:spPr>
          <a:xfrm>
            <a:off x="469605" y="5892209"/>
            <a:ext cx="3499884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6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Algorithm 1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460744" y="6104860"/>
            <a:ext cx="3517605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95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4233779" y="5462477"/>
            <a:ext cx="3721395" cy="1036674"/>
          </a:xfrm>
          <a:custGeom>
            <a:avLst/>
            <a:gdLst/>
            <a:ahLst/>
            <a:cxnLst/>
            <a:rect l="l" t="t" r="r" b="b"/>
            <a:pathLst>
              <a:path w="3721395" h="1036674">
                <a:moveTo>
                  <a:pt x="106321" y="0"/>
                </a:moveTo>
                <a:lnTo>
                  <a:pt x="3615074" y="0"/>
                </a:lnTo>
                <a:cubicBezTo>
                  <a:pt x="3673794" y="0"/>
                  <a:pt x="3721395" y="47602"/>
                  <a:pt x="3721395" y="106321"/>
                </a:cubicBezTo>
                <a:lnTo>
                  <a:pt x="3721395" y="930353"/>
                </a:lnTo>
                <a:cubicBezTo>
                  <a:pt x="3721395" y="989073"/>
                  <a:pt x="3673794" y="1036674"/>
                  <a:pt x="3615074" y="1036674"/>
                </a:cubicBezTo>
                <a:lnTo>
                  <a:pt x="106321" y="1036674"/>
                </a:lnTo>
                <a:cubicBezTo>
                  <a:pt x="47602" y="1036674"/>
                  <a:pt x="0" y="989073"/>
                  <a:pt x="0" y="930353"/>
                </a:cubicBezTo>
                <a:lnTo>
                  <a:pt x="0" y="106321"/>
                </a:lnTo>
                <a:cubicBezTo>
                  <a:pt x="0" y="47602"/>
                  <a:pt x="47602" y="0"/>
                  <a:pt x="106321" y="0"/>
                </a:cubicBezTo>
                <a:close/>
              </a:path>
            </a:pathLst>
          </a:custGeom>
          <a:solidFill>
            <a:srgbClr val="3B82F6">
              <a:alpha val="5098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002827" y="5608674"/>
            <a:ext cx="186070" cy="212651"/>
          </a:xfrm>
          <a:custGeom>
            <a:avLst/>
            <a:gdLst/>
            <a:ahLst/>
            <a:cxnLst/>
            <a:rect l="l" t="t" r="r" b="b"/>
            <a:pathLst>
              <a:path w="186070" h="212651">
                <a:moveTo>
                  <a:pt x="140715" y="-4112"/>
                </a:moveTo>
                <a:cubicBezTo>
                  <a:pt x="145658" y="-540"/>
                  <a:pt x="147485" y="5939"/>
                  <a:pt x="145242" y="11588"/>
                </a:cubicBezTo>
                <a:lnTo>
                  <a:pt x="112680" y="93035"/>
                </a:lnTo>
                <a:lnTo>
                  <a:pt x="172779" y="93035"/>
                </a:lnTo>
                <a:cubicBezTo>
                  <a:pt x="178386" y="93035"/>
                  <a:pt x="183370" y="96524"/>
                  <a:pt x="185281" y="101798"/>
                </a:cubicBezTo>
                <a:cubicBezTo>
                  <a:pt x="187191" y="107073"/>
                  <a:pt x="185571" y="112971"/>
                  <a:pt x="181293" y="116543"/>
                </a:cubicBezTo>
                <a:lnTo>
                  <a:pt x="61677" y="216223"/>
                </a:lnTo>
                <a:cubicBezTo>
                  <a:pt x="56984" y="220127"/>
                  <a:pt x="50297" y="220335"/>
                  <a:pt x="45355" y="216763"/>
                </a:cubicBezTo>
                <a:cubicBezTo>
                  <a:pt x="40412" y="213191"/>
                  <a:pt x="38585" y="206712"/>
                  <a:pt x="40827" y="201063"/>
                </a:cubicBezTo>
                <a:lnTo>
                  <a:pt x="73390" y="119616"/>
                </a:lnTo>
                <a:lnTo>
                  <a:pt x="13291" y="119616"/>
                </a:lnTo>
                <a:cubicBezTo>
                  <a:pt x="7684" y="119616"/>
                  <a:pt x="2700" y="116127"/>
                  <a:pt x="789" y="110853"/>
                </a:cubicBezTo>
                <a:cubicBezTo>
                  <a:pt x="-1121" y="105578"/>
                  <a:pt x="498" y="99680"/>
                  <a:pt x="4776" y="96108"/>
                </a:cubicBezTo>
                <a:lnTo>
                  <a:pt x="124393" y="-3572"/>
                </a:lnTo>
                <a:cubicBezTo>
                  <a:pt x="129086" y="-7476"/>
                  <a:pt x="135773" y="-7684"/>
                  <a:pt x="140715" y="-4112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0" name="Text 58"/>
          <p:cNvSpPr/>
          <p:nvPr/>
        </p:nvSpPr>
        <p:spPr>
          <a:xfrm>
            <a:off x="4344535" y="5892209"/>
            <a:ext cx="3499884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6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Algorithm 2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4335675" y="6104860"/>
            <a:ext cx="3517605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95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XGBoost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108710" y="5462477"/>
            <a:ext cx="3721395" cy="1036674"/>
          </a:xfrm>
          <a:custGeom>
            <a:avLst/>
            <a:gdLst/>
            <a:ahLst/>
            <a:cxnLst/>
            <a:rect l="l" t="t" r="r" b="b"/>
            <a:pathLst>
              <a:path w="3721395" h="1036674">
                <a:moveTo>
                  <a:pt x="106321" y="0"/>
                </a:moveTo>
                <a:lnTo>
                  <a:pt x="3615074" y="0"/>
                </a:lnTo>
                <a:cubicBezTo>
                  <a:pt x="3673794" y="0"/>
                  <a:pt x="3721395" y="47602"/>
                  <a:pt x="3721395" y="106321"/>
                </a:cubicBezTo>
                <a:lnTo>
                  <a:pt x="3721395" y="930353"/>
                </a:lnTo>
                <a:cubicBezTo>
                  <a:pt x="3721395" y="989073"/>
                  <a:pt x="3673794" y="1036674"/>
                  <a:pt x="3615074" y="1036674"/>
                </a:cubicBezTo>
                <a:lnTo>
                  <a:pt x="106321" y="1036674"/>
                </a:lnTo>
                <a:cubicBezTo>
                  <a:pt x="47602" y="1036674"/>
                  <a:pt x="0" y="989073"/>
                  <a:pt x="0" y="930353"/>
                </a:cubicBezTo>
                <a:lnTo>
                  <a:pt x="0" y="106321"/>
                </a:lnTo>
                <a:cubicBezTo>
                  <a:pt x="0" y="47602"/>
                  <a:pt x="47602" y="0"/>
                  <a:pt x="106321" y="0"/>
                </a:cubicBezTo>
                <a:close/>
              </a:path>
            </a:pathLst>
          </a:custGeom>
          <a:solidFill>
            <a:srgbClr val="8B0000">
              <a:alpha val="5098"/>
            </a:srgbClr>
          </a:solidFill>
          <a:ln w="12700">
            <a:solidFill>
              <a:srgbClr val="8B0000">
                <a:alpha val="2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877896" y="5608674"/>
            <a:ext cx="186070" cy="212651"/>
          </a:xfrm>
          <a:custGeom>
            <a:avLst/>
            <a:gdLst/>
            <a:ahLst/>
            <a:cxnLst/>
            <a:rect l="l" t="t" r="r" b="b"/>
            <a:pathLst>
              <a:path w="186070" h="212651">
                <a:moveTo>
                  <a:pt x="26581" y="13291"/>
                </a:moveTo>
                <a:cubicBezTo>
                  <a:pt x="11920" y="13291"/>
                  <a:pt x="0" y="25211"/>
                  <a:pt x="0" y="39872"/>
                </a:cubicBezTo>
                <a:lnTo>
                  <a:pt x="0" y="172779"/>
                </a:lnTo>
                <a:cubicBezTo>
                  <a:pt x="0" y="187440"/>
                  <a:pt x="11920" y="199360"/>
                  <a:pt x="26581" y="199360"/>
                </a:cubicBezTo>
                <a:lnTo>
                  <a:pt x="159488" y="199360"/>
                </a:lnTo>
                <a:cubicBezTo>
                  <a:pt x="174150" y="199360"/>
                  <a:pt x="186070" y="187440"/>
                  <a:pt x="186070" y="172779"/>
                </a:cubicBezTo>
                <a:lnTo>
                  <a:pt x="186070" y="71977"/>
                </a:lnTo>
                <a:cubicBezTo>
                  <a:pt x="186070" y="64917"/>
                  <a:pt x="183287" y="58147"/>
                  <a:pt x="178303" y="53163"/>
                </a:cubicBezTo>
                <a:lnTo>
                  <a:pt x="146198" y="21057"/>
                </a:lnTo>
                <a:cubicBezTo>
                  <a:pt x="141214" y="16073"/>
                  <a:pt x="134444" y="13291"/>
                  <a:pt x="127383" y="13291"/>
                </a:cubicBezTo>
                <a:lnTo>
                  <a:pt x="26581" y="13291"/>
                </a:lnTo>
                <a:close/>
                <a:moveTo>
                  <a:pt x="39872" y="53163"/>
                </a:moveTo>
                <a:cubicBezTo>
                  <a:pt x="39872" y="45811"/>
                  <a:pt x="45811" y="39872"/>
                  <a:pt x="53163" y="39872"/>
                </a:cubicBezTo>
                <a:lnTo>
                  <a:pt x="119616" y="39872"/>
                </a:lnTo>
                <a:cubicBezTo>
                  <a:pt x="126968" y="39872"/>
                  <a:pt x="132907" y="45811"/>
                  <a:pt x="132907" y="53163"/>
                </a:cubicBezTo>
                <a:lnTo>
                  <a:pt x="132907" y="79744"/>
                </a:lnTo>
                <a:cubicBezTo>
                  <a:pt x="132907" y="87096"/>
                  <a:pt x="126968" y="93035"/>
                  <a:pt x="119616" y="93035"/>
                </a:cubicBezTo>
                <a:lnTo>
                  <a:pt x="53163" y="93035"/>
                </a:lnTo>
                <a:cubicBezTo>
                  <a:pt x="45811" y="93035"/>
                  <a:pt x="39872" y="87096"/>
                  <a:pt x="39872" y="79744"/>
                </a:cubicBezTo>
                <a:lnTo>
                  <a:pt x="39872" y="53163"/>
                </a:lnTo>
                <a:close/>
                <a:moveTo>
                  <a:pt x="93035" y="119616"/>
                </a:moveTo>
                <a:cubicBezTo>
                  <a:pt x="107706" y="119616"/>
                  <a:pt x="119616" y="131527"/>
                  <a:pt x="119616" y="146198"/>
                </a:cubicBezTo>
                <a:cubicBezTo>
                  <a:pt x="119616" y="160868"/>
                  <a:pt x="107706" y="172779"/>
                  <a:pt x="93035" y="172779"/>
                </a:cubicBezTo>
                <a:cubicBezTo>
                  <a:pt x="78364" y="172779"/>
                  <a:pt x="66453" y="160868"/>
                  <a:pt x="66453" y="146198"/>
                </a:cubicBezTo>
                <a:cubicBezTo>
                  <a:pt x="66453" y="131527"/>
                  <a:pt x="78364" y="119616"/>
                  <a:pt x="93035" y="119616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4" name="Text 62"/>
          <p:cNvSpPr/>
          <p:nvPr/>
        </p:nvSpPr>
        <p:spPr>
          <a:xfrm>
            <a:off x="8219466" y="5892209"/>
            <a:ext cx="3499884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6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210605" y="6104860"/>
            <a:ext cx="3517605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95" b="1" dirty="0">
                <a:solidFill>
                  <a:srgbClr val="8B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.pkl Files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514350" y="5905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381000"/>
            <a:ext cx="4533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60" kern="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Metrics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609600"/>
            <a:ext cx="4629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Performance: Batsman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90525" y="1076325"/>
            <a:ext cx="2143125" cy="1085850"/>
          </a:xfrm>
          <a:custGeom>
            <a:avLst/>
            <a:gdLst/>
            <a:ahLst/>
            <a:cxnLst/>
            <a:rect l="l" t="t" r="r" b="b"/>
            <a:pathLst>
              <a:path w="2143125" h="1085850">
                <a:moveTo>
                  <a:pt x="114297" y="0"/>
                </a:moveTo>
                <a:lnTo>
                  <a:pt x="2028828" y="0"/>
                </a:lnTo>
                <a:cubicBezTo>
                  <a:pt x="2091953" y="0"/>
                  <a:pt x="2143125" y="51172"/>
                  <a:pt x="2143125" y="114297"/>
                </a:cubicBezTo>
                <a:lnTo>
                  <a:pt x="2143125" y="971553"/>
                </a:lnTo>
                <a:cubicBezTo>
                  <a:pt x="2143125" y="1034678"/>
                  <a:pt x="2091953" y="1085850"/>
                  <a:pt x="2028828" y="1085850"/>
                </a:cubicBezTo>
                <a:lnTo>
                  <a:pt x="114297" y="1085850"/>
                </a:lnTo>
                <a:cubicBezTo>
                  <a:pt x="51172" y="1085850"/>
                  <a:pt x="0" y="1034678"/>
                  <a:pt x="0" y="97155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9FAFB"/>
          </a:solidFill>
          <a:ln w="25400">
            <a:solidFill>
              <a:srgbClr val="6B72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6250" y="1200150"/>
            <a:ext cx="197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 Baseline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42913" y="1466850"/>
            <a:ext cx="2038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18.16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6250" y="1809750"/>
            <a:ext cx="197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06886" y="1076325"/>
            <a:ext cx="2143125" cy="1085850"/>
          </a:xfrm>
          <a:custGeom>
            <a:avLst/>
            <a:gdLst/>
            <a:ahLst/>
            <a:cxnLst/>
            <a:rect l="l" t="t" r="r" b="b"/>
            <a:pathLst>
              <a:path w="2143125" h="1085850">
                <a:moveTo>
                  <a:pt x="114297" y="0"/>
                </a:moveTo>
                <a:lnTo>
                  <a:pt x="2028828" y="0"/>
                </a:lnTo>
                <a:cubicBezTo>
                  <a:pt x="2091953" y="0"/>
                  <a:pt x="2143125" y="51172"/>
                  <a:pt x="2143125" y="114297"/>
                </a:cubicBezTo>
                <a:lnTo>
                  <a:pt x="2143125" y="971553"/>
                </a:lnTo>
                <a:cubicBezTo>
                  <a:pt x="2143125" y="1034678"/>
                  <a:pt x="2091953" y="1085850"/>
                  <a:pt x="2028828" y="1085850"/>
                </a:cubicBezTo>
                <a:lnTo>
                  <a:pt x="114297" y="1085850"/>
                </a:lnTo>
                <a:cubicBezTo>
                  <a:pt x="51172" y="1085850"/>
                  <a:pt x="0" y="1034678"/>
                  <a:pt x="0" y="97155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9FAFB"/>
          </a:solidFill>
          <a:ln w="25400">
            <a:solidFill>
              <a:srgbClr val="6B72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92611" y="1200150"/>
            <a:ext cx="197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Baseline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59273" y="1466850"/>
            <a:ext cx="2038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17.56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92611" y="1809750"/>
            <a:ext cx="197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13871" y="1066800"/>
            <a:ext cx="2162175" cy="1104900"/>
          </a:xfrm>
          <a:custGeom>
            <a:avLst/>
            <a:gdLst/>
            <a:ahLst/>
            <a:cxnLst/>
            <a:rect l="l" t="t" r="r" b="b"/>
            <a:pathLst>
              <a:path w="2162175" h="1104900">
                <a:moveTo>
                  <a:pt x="114302" y="0"/>
                </a:moveTo>
                <a:lnTo>
                  <a:pt x="2047873" y="0"/>
                </a:lnTo>
                <a:cubicBezTo>
                  <a:pt x="2111000" y="0"/>
                  <a:pt x="2162175" y="51175"/>
                  <a:pt x="2162175" y="114302"/>
                </a:cubicBezTo>
                <a:lnTo>
                  <a:pt x="2162175" y="990598"/>
                </a:lnTo>
                <a:cubicBezTo>
                  <a:pt x="2162175" y="1053725"/>
                  <a:pt x="2111000" y="1104900"/>
                  <a:pt x="2047873" y="1104900"/>
                </a:cubicBezTo>
                <a:lnTo>
                  <a:pt x="114302" y="1104900"/>
                </a:lnTo>
                <a:cubicBezTo>
                  <a:pt x="51175" y="1104900"/>
                  <a:pt x="0" y="1053725"/>
                  <a:pt x="0" y="9905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8A"/>
              </a:gs>
              <a:gs pos="100000">
                <a:srgbClr val="3B82F6"/>
              </a:gs>
            </a:gsLst>
            <a:lin ang="2700000" scaled="1"/>
          </a:gradFill>
          <a:ln/>
        </p:spPr>
      </p:sp>
      <p:sp>
        <p:nvSpPr>
          <p:cNvPr id="15" name="Text 13"/>
          <p:cNvSpPr/>
          <p:nvPr/>
        </p:nvSpPr>
        <p:spPr>
          <a:xfrm>
            <a:off x="5090071" y="1181100"/>
            <a:ext cx="2009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56733" y="1447800"/>
            <a:ext cx="2076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10.48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90071" y="1790700"/>
            <a:ext cx="2009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30380" y="1066800"/>
            <a:ext cx="2162175" cy="1104900"/>
          </a:xfrm>
          <a:custGeom>
            <a:avLst/>
            <a:gdLst/>
            <a:ahLst/>
            <a:cxnLst/>
            <a:rect l="l" t="t" r="r" b="b"/>
            <a:pathLst>
              <a:path w="2162175" h="1104900">
                <a:moveTo>
                  <a:pt x="114302" y="0"/>
                </a:moveTo>
                <a:lnTo>
                  <a:pt x="2047873" y="0"/>
                </a:lnTo>
                <a:cubicBezTo>
                  <a:pt x="2111000" y="0"/>
                  <a:pt x="2162175" y="51175"/>
                  <a:pt x="2162175" y="114302"/>
                </a:cubicBezTo>
                <a:lnTo>
                  <a:pt x="2162175" y="990598"/>
                </a:lnTo>
                <a:cubicBezTo>
                  <a:pt x="2162175" y="1053725"/>
                  <a:pt x="2111000" y="1104900"/>
                  <a:pt x="2047873" y="1104900"/>
                </a:cubicBezTo>
                <a:lnTo>
                  <a:pt x="114302" y="1104900"/>
                </a:lnTo>
                <a:cubicBezTo>
                  <a:pt x="51175" y="1104900"/>
                  <a:pt x="0" y="1053725"/>
                  <a:pt x="0" y="9905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/>
              </a:gs>
              <a:gs pos="100000">
                <a:srgbClr val="1E3A8A"/>
              </a:gs>
            </a:gsLst>
            <a:lin ang="2700000" scaled="1"/>
          </a:gradFill>
          <a:ln/>
        </p:spPr>
      </p:sp>
      <p:sp>
        <p:nvSpPr>
          <p:cNvPr id="19" name="Text 17"/>
          <p:cNvSpPr/>
          <p:nvPr/>
        </p:nvSpPr>
        <p:spPr>
          <a:xfrm>
            <a:off x="7406580" y="1181100"/>
            <a:ext cx="2009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XGBoost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73243" y="1447800"/>
            <a:ext cx="2076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11.06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06580" y="1790700"/>
            <a:ext cx="2009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646890" y="1066800"/>
            <a:ext cx="2162175" cy="1104900"/>
          </a:xfrm>
          <a:custGeom>
            <a:avLst/>
            <a:gdLst/>
            <a:ahLst/>
            <a:cxnLst/>
            <a:rect l="l" t="t" r="r" b="b"/>
            <a:pathLst>
              <a:path w="2162175" h="1104900">
                <a:moveTo>
                  <a:pt x="114302" y="0"/>
                </a:moveTo>
                <a:lnTo>
                  <a:pt x="2047873" y="0"/>
                </a:lnTo>
                <a:cubicBezTo>
                  <a:pt x="2111000" y="0"/>
                  <a:pt x="2162175" y="51175"/>
                  <a:pt x="2162175" y="114302"/>
                </a:cubicBezTo>
                <a:lnTo>
                  <a:pt x="2162175" y="990598"/>
                </a:lnTo>
                <a:cubicBezTo>
                  <a:pt x="2162175" y="1053725"/>
                  <a:pt x="2111000" y="1104900"/>
                  <a:pt x="2047873" y="1104900"/>
                </a:cubicBezTo>
                <a:lnTo>
                  <a:pt x="114302" y="1104900"/>
                </a:lnTo>
                <a:cubicBezTo>
                  <a:pt x="51175" y="1104900"/>
                  <a:pt x="0" y="1053725"/>
                  <a:pt x="0" y="9905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8B0000"/>
              </a:gs>
              <a:gs pos="100000">
                <a:srgbClr val="DC2626"/>
              </a:gs>
            </a:gsLst>
            <a:lin ang="2700000" scaled="1"/>
          </a:gradFill>
          <a:ln/>
        </p:spPr>
      </p:sp>
      <p:sp>
        <p:nvSpPr>
          <p:cNvPr id="23" name="Text 21"/>
          <p:cNvSpPr/>
          <p:nvPr/>
        </p:nvSpPr>
        <p:spPr>
          <a:xfrm>
            <a:off x="9723090" y="1181100"/>
            <a:ext cx="2009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Improvement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89753" y="1447800"/>
            <a:ext cx="2076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42%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723090" y="1790700"/>
            <a:ext cx="2009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vs Baseline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85763" y="2290763"/>
            <a:ext cx="5629275" cy="3228975"/>
          </a:xfrm>
          <a:custGeom>
            <a:avLst/>
            <a:gdLst/>
            <a:ahLst/>
            <a:cxnLst/>
            <a:rect l="l" t="t" r="r" b="b"/>
            <a:pathLst>
              <a:path w="5629275" h="3228975">
                <a:moveTo>
                  <a:pt x="152408" y="0"/>
                </a:moveTo>
                <a:lnTo>
                  <a:pt x="5476867" y="0"/>
                </a:lnTo>
                <a:cubicBezTo>
                  <a:pt x="5561040" y="0"/>
                  <a:pt x="5629275" y="68235"/>
                  <a:pt x="5629275" y="152408"/>
                </a:cubicBezTo>
                <a:lnTo>
                  <a:pt x="5629275" y="3076567"/>
                </a:lnTo>
                <a:cubicBezTo>
                  <a:pt x="5629275" y="3160740"/>
                  <a:pt x="5561040" y="3228975"/>
                  <a:pt x="5476867" y="3228975"/>
                </a:cubicBezTo>
                <a:lnTo>
                  <a:pt x="152408" y="3228975"/>
                </a:lnTo>
                <a:cubicBezTo>
                  <a:pt x="68235" y="3228975"/>
                  <a:pt x="0" y="3160740"/>
                  <a:pt x="0" y="3076567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8638" y="24479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53578" y="83344"/>
                </a:moveTo>
                <a:cubicBezTo>
                  <a:pt x="60164" y="83344"/>
                  <a:pt x="65484" y="88664"/>
                  <a:pt x="65484" y="95250"/>
                </a:cubicBezTo>
                <a:lnTo>
                  <a:pt x="65484" y="119063"/>
                </a:lnTo>
                <a:cubicBezTo>
                  <a:pt x="65484" y="125648"/>
                  <a:pt x="60164" y="130969"/>
                  <a:pt x="53578" y="130969"/>
                </a:cubicBezTo>
                <a:cubicBezTo>
                  <a:pt x="46992" y="130969"/>
                  <a:pt x="41672" y="125648"/>
                  <a:pt x="41672" y="119063"/>
                </a:cubicBezTo>
                <a:lnTo>
                  <a:pt x="41672" y="95250"/>
                </a:lnTo>
                <a:cubicBezTo>
                  <a:pt x="41672" y="88664"/>
                  <a:pt x="46992" y="83344"/>
                  <a:pt x="53578" y="83344"/>
                </a:cubicBezTo>
                <a:close/>
                <a:moveTo>
                  <a:pt x="107156" y="59531"/>
                </a:moveTo>
                <a:lnTo>
                  <a:pt x="107156" y="119063"/>
                </a:lnTo>
                <a:cubicBezTo>
                  <a:pt x="107156" y="125648"/>
                  <a:pt x="101836" y="130969"/>
                  <a:pt x="95250" y="130969"/>
                </a:cubicBezTo>
                <a:cubicBezTo>
                  <a:pt x="88664" y="130969"/>
                  <a:pt x="83344" y="125648"/>
                  <a:pt x="83344" y="119063"/>
                </a:cubicBezTo>
                <a:lnTo>
                  <a:pt x="83344" y="59531"/>
                </a:lnTo>
                <a:cubicBezTo>
                  <a:pt x="83344" y="52946"/>
                  <a:pt x="88664" y="47625"/>
                  <a:pt x="95250" y="47625"/>
                </a:cubicBezTo>
                <a:cubicBezTo>
                  <a:pt x="101836" y="47625"/>
                  <a:pt x="107156" y="52946"/>
                  <a:pt x="107156" y="59531"/>
                </a:cubicBezTo>
                <a:close/>
                <a:moveTo>
                  <a:pt x="136922" y="71438"/>
                </a:moveTo>
                <a:cubicBezTo>
                  <a:pt x="143508" y="71438"/>
                  <a:pt x="148828" y="76758"/>
                  <a:pt x="148828" y="83344"/>
                </a:cubicBezTo>
                <a:lnTo>
                  <a:pt x="148828" y="119063"/>
                </a:lnTo>
                <a:cubicBezTo>
                  <a:pt x="148828" y="125648"/>
                  <a:pt x="143508" y="130969"/>
                  <a:pt x="136922" y="130969"/>
                </a:cubicBezTo>
                <a:cubicBezTo>
                  <a:pt x="130336" y="130969"/>
                  <a:pt x="125016" y="125648"/>
                  <a:pt x="125016" y="119063"/>
                </a:cubicBezTo>
                <a:lnTo>
                  <a:pt x="125016" y="83344"/>
                </a:lnTo>
                <a:cubicBezTo>
                  <a:pt x="125016" y="76758"/>
                  <a:pt x="130336" y="71438"/>
                  <a:pt x="136922" y="71438"/>
                </a:cubicBezTo>
                <a:close/>
                <a:moveTo>
                  <a:pt x="190500" y="35719"/>
                </a:moveTo>
                <a:lnTo>
                  <a:pt x="190500" y="119063"/>
                </a:lnTo>
                <a:cubicBezTo>
                  <a:pt x="190500" y="125648"/>
                  <a:pt x="185179" y="130969"/>
                  <a:pt x="178594" y="130969"/>
                </a:cubicBezTo>
                <a:cubicBezTo>
                  <a:pt x="172008" y="130969"/>
                  <a:pt x="166688" y="125648"/>
                  <a:pt x="166688" y="119063"/>
                </a:cubicBezTo>
                <a:lnTo>
                  <a:pt x="166688" y="35719"/>
                </a:lnTo>
                <a:cubicBezTo>
                  <a:pt x="166688" y="29133"/>
                  <a:pt x="172008" y="23812"/>
                  <a:pt x="178594" y="23812"/>
                </a:cubicBezTo>
                <a:cubicBezTo>
                  <a:pt x="185179" y="23812"/>
                  <a:pt x="190500" y="29133"/>
                  <a:pt x="190500" y="35719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742950" y="2409825"/>
            <a:ext cx="5248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MAE Comparison Chart</a:t>
            </a:r>
            <a:endParaRPr lang="en-US" sz="1600" dirty="0"/>
          </a:p>
        </p:txBody>
      </p:sp>
      <p:pic>
        <p:nvPicPr>
          <p:cNvPr id="29" name="Image 0" descr="https://kimi-img.moonshot.cn/pub/slides/26-02-23-17:36:48-d6e1vc6dmaum3jjirde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4825" y="2752725"/>
            <a:ext cx="5391150" cy="2381250"/>
          </a:xfrm>
          <a:prstGeom prst="roundRect">
            <a:avLst>
              <a:gd name="adj" fmla="val 0"/>
            </a:avLst>
          </a:prstGeom>
        </p:spPr>
      </p:pic>
      <p:sp>
        <p:nvSpPr>
          <p:cNvPr id="30" name="Shape 27"/>
          <p:cNvSpPr/>
          <p:nvPr/>
        </p:nvSpPr>
        <p:spPr>
          <a:xfrm>
            <a:off x="6191250" y="2286000"/>
            <a:ext cx="5619750" cy="1028700"/>
          </a:xfrm>
          <a:custGeom>
            <a:avLst/>
            <a:gdLst/>
            <a:ahLst/>
            <a:cxnLst/>
            <a:rect l="l" t="t" r="r" b="b"/>
            <a:pathLst>
              <a:path w="5619750" h="1028700">
                <a:moveTo>
                  <a:pt x="0" y="0"/>
                </a:moveTo>
                <a:lnTo>
                  <a:pt x="5505451" y="0"/>
                </a:lnTo>
                <a:cubicBezTo>
                  <a:pt x="5568577" y="0"/>
                  <a:pt x="5619750" y="51173"/>
                  <a:pt x="5619750" y="114299"/>
                </a:cubicBezTo>
                <a:lnTo>
                  <a:pt x="5619750" y="914401"/>
                </a:lnTo>
                <a:cubicBezTo>
                  <a:pt x="5619750" y="977527"/>
                  <a:pt x="5568577" y="1028700"/>
                  <a:pt x="5505451" y="1028700"/>
                </a:cubicBez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1E3A8A">
              <a:alpha val="5098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6191250" y="2286000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0" y="0"/>
                </a:moveTo>
                <a:lnTo>
                  <a:pt x="38100" y="0"/>
                </a:lnTo>
                <a:lnTo>
                  <a:pt x="381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32" name="Shape 29"/>
          <p:cNvSpPr/>
          <p:nvPr/>
        </p:nvSpPr>
        <p:spPr>
          <a:xfrm>
            <a:off x="6348413" y="24384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3690" y="0"/>
                </a:moveTo>
                <a:lnTo>
                  <a:pt x="137033" y="0"/>
                </a:lnTo>
                <a:cubicBezTo>
                  <a:pt x="146893" y="0"/>
                  <a:pt x="154930" y="8111"/>
                  <a:pt x="154558" y="17934"/>
                </a:cubicBezTo>
                <a:cubicBezTo>
                  <a:pt x="154484" y="19906"/>
                  <a:pt x="154409" y="21878"/>
                  <a:pt x="154298" y="23812"/>
                </a:cubicBezTo>
                <a:lnTo>
                  <a:pt x="172752" y="23812"/>
                </a:lnTo>
                <a:cubicBezTo>
                  <a:pt x="182463" y="23812"/>
                  <a:pt x="191021" y="31849"/>
                  <a:pt x="190277" y="42342"/>
                </a:cubicBezTo>
                <a:cubicBezTo>
                  <a:pt x="187486" y="80925"/>
                  <a:pt x="167767" y="102133"/>
                  <a:pt x="146372" y="113221"/>
                </a:cubicBezTo>
                <a:cubicBezTo>
                  <a:pt x="140494" y="116272"/>
                  <a:pt x="134503" y="118542"/>
                  <a:pt x="128811" y="120216"/>
                </a:cubicBezTo>
                <a:cubicBezTo>
                  <a:pt x="121295" y="130857"/>
                  <a:pt x="113481" y="136475"/>
                  <a:pt x="107268" y="139489"/>
                </a:cubicBezTo>
                <a:lnTo>
                  <a:pt x="107268" y="166688"/>
                </a:lnTo>
                <a:lnTo>
                  <a:pt x="131080" y="166688"/>
                </a:lnTo>
                <a:cubicBezTo>
                  <a:pt x="137666" y="166688"/>
                  <a:pt x="142987" y="172008"/>
                  <a:pt x="142987" y="178594"/>
                </a:cubicBezTo>
                <a:cubicBezTo>
                  <a:pt x="142987" y="185179"/>
                  <a:pt x="137666" y="190500"/>
                  <a:pt x="131080" y="190500"/>
                </a:cubicBezTo>
                <a:lnTo>
                  <a:pt x="59643" y="190500"/>
                </a:lnTo>
                <a:cubicBezTo>
                  <a:pt x="53057" y="190500"/>
                  <a:pt x="47737" y="185179"/>
                  <a:pt x="47737" y="178594"/>
                </a:cubicBezTo>
                <a:cubicBezTo>
                  <a:pt x="47737" y="172008"/>
                  <a:pt x="53057" y="166688"/>
                  <a:pt x="59643" y="166688"/>
                </a:cubicBezTo>
                <a:lnTo>
                  <a:pt x="83455" y="166688"/>
                </a:lnTo>
                <a:lnTo>
                  <a:pt x="83455" y="139489"/>
                </a:lnTo>
                <a:cubicBezTo>
                  <a:pt x="77502" y="136624"/>
                  <a:pt x="70098" y="131304"/>
                  <a:pt x="62880" y="121518"/>
                </a:cubicBezTo>
                <a:cubicBezTo>
                  <a:pt x="56034" y="119732"/>
                  <a:pt x="48592" y="117016"/>
                  <a:pt x="41337" y="112923"/>
                </a:cubicBezTo>
                <a:cubicBezTo>
                  <a:pt x="21208" y="101650"/>
                  <a:pt x="3051" y="80404"/>
                  <a:pt x="446" y="42267"/>
                </a:cubicBezTo>
                <a:cubicBezTo>
                  <a:pt x="-260" y="31812"/>
                  <a:pt x="8260" y="23775"/>
                  <a:pt x="17971" y="23775"/>
                </a:cubicBezTo>
                <a:lnTo>
                  <a:pt x="36426" y="23775"/>
                </a:lnTo>
                <a:cubicBezTo>
                  <a:pt x="36314" y="21841"/>
                  <a:pt x="36240" y="19906"/>
                  <a:pt x="36165" y="17897"/>
                </a:cubicBezTo>
                <a:cubicBezTo>
                  <a:pt x="35793" y="8037"/>
                  <a:pt x="43830" y="-37"/>
                  <a:pt x="53690" y="-37"/>
                </a:cubicBezTo>
                <a:close/>
                <a:moveTo>
                  <a:pt x="37765" y="41672"/>
                </a:moveTo>
                <a:lnTo>
                  <a:pt x="18269" y="41672"/>
                </a:lnTo>
                <a:cubicBezTo>
                  <a:pt x="20575" y="73186"/>
                  <a:pt x="35049" y="88962"/>
                  <a:pt x="49969" y="97334"/>
                </a:cubicBezTo>
                <a:cubicBezTo>
                  <a:pt x="44611" y="83455"/>
                  <a:pt x="40184" y="65336"/>
                  <a:pt x="37765" y="41672"/>
                </a:cubicBezTo>
                <a:close/>
                <a:moveTo>
                  <a:pt x="141387" y="95548"/>
                </a:moveTo>
                <a:cubicBezTo>
                  <a:pt x="156456" y="86692"/>
                  <a:pt x="170073" y="70954"/>
                  <a:pt x="172380" y="41672"/>
                </a:cubicBezTo>
                <a:lnTo>
                  <a:pt x="152921" y="41672"/>
                </a:lnTo>
                <a:cubicBezTo>
                  <a:pt x="150614" y="64331"/>
                  <a:pt x="146447" y="81930"/>
                  <a:pt x="141387" y="95548"/>
                </a:cubicBez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33" name="Text 30"/>
          <p:cNvSpPr/>
          <p:nvPr/>
        </p:nvSpPr>
        <p:spPr>
          <a:xfrm>
            <a:off x="6677025" y="2400300"/>
            <a:ext cx="2447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Performer: Random Forest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324600" y="2705100"/>
            <a:ext cx="5448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 achieved the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lowest MAE of 10.48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, outperforming XGBoost and both baselines. Ensemble method effectively captured non-linear patterns.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6191250" y="3390900"/>
            <a:ext cx="5619750" cy="1028700"/>
          </a:xfrm>
          <a:custGeom>
            <a:avLst/>
            <a:gdLst/>
            <a:ahLst/>
            <a:cxnLst/>
            <a:rect l="l" t="t" r="r" b="b"/>
            <a:pathLst>
              <a:path w="5619750" h="1028700">
                <a:moveTo>
                  <a:pt x="0" y="0"/>
                </a:moveTo>
                <a:lnTo>
                  <a:pt x="5505451" y="0"/>
                </a:lnTo>
                <a:cubicBezTo>
                  <a:pt x="5568577" y="0"/>
                  <a:pt x="5619750" y="51173"/>
                  <a:pt x="5619750" y="114299"/>
                </a:cubicBezTo>
                <a:lnTo>
                  <a:pt x="5619750" y="914401"/>
                </a:lnTo>
                <a:cubicBezTo>
                  <a:pt x="5619750" y="977527"/>
                  <a:pt x="5568577" y="1028700"/>
                  <a:pt x="5505451" y="1028700"/>
                </a:cubicBez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5098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6191250" y="3390900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0" y="0"/>
                </a:moveTo>
                <a:lnTo>
                  <a:pt x="38100" y="0"/>
                </a:lnTo>
                <a:lnTo>
                  <a:pt x="381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7" name="Shape 34"/>
          <p:cNvSpPr/>
          <p:nvPr/>
        </p:nvSpPr>
        <p:spPr>
          <a:xfrm>
            <a:off x="6372225" y="35433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79846" y="6474"/>
                </a:moveTo>
                <a:cubicBezTo>
                  <a:pt x="75195" y="1823"/>
                  <a:pt x="67642" y="1823"/>
                  <a:pt x="62992" y="6474"/>
                </a:cubicBezTo>
                <a:lnTo>
                  <a:pt x="3460" y="66005"/>
                </a:lnTo>
                <a:cubicBezTo>
                  <a:pt x="-1191" y="70656"/>
                  <a:pt x="-1191" y="78209"/>
                  <a:pt x="3460" y="82860"/>
                </a:cubicBezTo>
                <a:cubicBezTo>
                  <a:pt x="8111" y="87511"/>
                  <a:pt x="15664" y="87511"/>
                  <a:pt x="20315" y="82860"/>
                </a:cubicBezTo>
                <a:lnTo>
                  <a:pt x="59531" y="43644"/>
                </a:lnTo>
                <a:lnTo>
                  <a:pt x="59531" y="181570"/>
                </a:lnTo>
                <a:cubicBezTo>
                  <a:pt x="59531" y="188156"/>
                  <a:pt x="64852" y="193477"/>
                  <a:pt x="71438" y="193477"/>
                </a:cubicBezTo>
                <a:cubicBezTo>
                  <a:pt x="78023" y="193477"/>
                  <a:pt x="83344" y="188156"/>
                  <a:pt x="83344" y="181570"/>
                </a:cubicBezTo>
                <a:lnTo>
                  <a:pt x="83344" y="43644"/>
                </a:lnTo>
                <a:lnTo>
                  <a:pt x="122560" y="82860"/>
                </a:lnTo>
                <a:cubicBezTo>
                  <a:pt x="127211" y="87511"/>
                  <a:pt x="134764" y="87511"/>
                  <a:pt x="139415" y="82860"/>
                </a:cubicBezTo>
                <a:cubicBezTo>
                  <a:pt x="144066" y="78209"/>
                  <a:pt x="144066" y="70656"/>
                  <a:pt x="139415" y="66005"/>
                </a:cubicBezTo>
                <a:lnTo>
                  <a:pt x="79883" y="6474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8" name="Text 35"/>
          <p:cNvSpPr/>
          <p:nvPr/>
        </p:nvSpPr>
        <p:spPr>
          <a:xfrm>
            <a:off x="6677025" y="3505200"/>
            <a:ext cx="1943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B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Significant Improvement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6324600" y="3810000"/>
            <a:ext cx="5448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42% improvement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over mean baseline demonstrates the value of ML approach. Model reduces prediction error substantially.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6191250" y="4495800"/>
            <a:ext cx="5619750" cy="1028700"/>
          </a:xfrm>
          <a:custGeom>
            <a:avLst/>
            <a:gdLst/>
            <a:ahLst/>
            <a:cxnLst/>
            <a:rect l="l" t="t" r="r" b="b"/>
            <a:pathLst>
              <a:path w="5619750" h="1028700">
                <a:moveTo>
                  <a:pt x="0" y="0"/>
                </a:moveTo>
                <a:lnTo>
                  <a:pt x="5505451" y="0"/>
                </a:lnTo>
                <a:cubicBezTo>
                  <a:pt x="5568577" y="0"/>
                  <a:pt x="5619750" y="51173"/>
                  <a:pt x="5619750" y="114299"/>
                </a:cubicBezTo>
                <a:lnTo>
                  <a:pt x="5619750" y="914401"/>
                </a:lnTo>
                <a:cubicBezTo>
                  <a:pt x="5619750" y="977527"/>
                  <a:pt x="5568577" y="1028700"/>
                  <a:pt x="5505451" y="1028700"/>
                </a:cubicBez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>
              <a:alpha val="5098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6191250" y="4495800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0" y="0"/>
                </a:moveTo>
                <a:lnTo>
                  <a:pt x="38100" y="0"/>
                </a:lnTo>
                <a:lnTo>
                  <a:pt x="381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2" name="Shape 39"/>
          <p:cNvSpPr/>
          <p:nvPr/>
        </p:nvSpPr>
        <p:spPr>
          <a:xfrm>
            <a:off x="6324600" y="46482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42875" y="11906"/>
                </a:moveTo>
                <a:lnTo>
                  <a:pt x="190500" y="11906"/>
                </a:lnTo>
                <a:cubicBezTo>
                  <a:pt x="197086" y="11906"/>
                  <a:pt x="202406" y="17227"/>
                  <a:pt x="202406" y="23812"/>
                </a:cubicBezTo>
                <a:cubicBezTo>
                  <a:pt x="202406" y="30398"/>
                  <a:pt x="197086" y="35719"/>
                  <a:pt x="190500" y="35719"/>
                </a:cubicBezTo>
                <a:lnTo>
                  <a:pt x="148233" y="35719"/>
                </a:lnTo>
                <a:cubicBezTo>
                  <a:pt x="146298" y="45318"/>
                  <a:pt x="139712" y="53243"/>
                  <a:pt x="130969" y="57038"/>
                </a:cubicBezTo>
                <a:lnTo>
                  <a:pt x="130969" y="166688"/>
                </a:lnTo>
                <a:lnTo>
                  <a:pt x="190500" y="166688"/>
                </a:lnTo>
                <a:cubicBezTo>
                  <a:pt x="197086" y="166688"/>
                  <a:pt x="202406" y="172008"/>
                  <a:pt x="202406" y="178594"/>
                </a:cubicBezTo>
                <a:cubicBezTo>
                  <a:pt x="202406" y="185179"/>
                  <a:pt x="197086" y="190500"/>
                  <a:pt x="190500" y="190500"/>
                </a:cubicBezTo>
                <a:lnTo>
                  <a:pt x="47625" y="190500"/>
                </a:lnTo>
                <a:cubicBezTo>
                  <a:pt x="41039" y="190500"/>
                  <a:pt x="35719" y="185179"/>
                  <a:pt x="35719" y="178594"/>
                </a:cubicBezTo>
                <a:cubicBezTo>
                  <a:pt x="35719" y="172008"/>
                  <a:pt x="41039" y="166688"/>
                  <a:pt x="47625" y="166688"/>
                </a:cubicBezTo>
                <a:lnTo>
                  <a:pt x="107156" y="166688"/>
                </a:lnTo>
                <a:lnTo>
                  <a:pt x="107156" y="57038"/>
                </a:lnTo>
                <a:cubicBezTo>
                  <a:pt x="98413" y="53206"/>
                  <a:pt x="91827" y="45281"/>
                  <a:pt x="89892" y="35719"/>
                </a:cubicBezTo>
                <a:lnTo>
                  <a:pt x="47625" y="35719"/>
                </a:lnTo>
                <a:cubicBezTo>
                  <a:pt x="41039" y="35719"/>
                  <a:pt x="35719" y="30398"/>
                  <a:pt x="35719" y="23812"/>
                </a:cubicBezTo>
                <a:cubicBezTo>
                  <a:pt x="35719" y="17227"/>
                  <a:pt x="41039" y="11906"/>
                  <a:pt x="47625" y="11906"/>
                </a:cubicBezTo>
                <a:lnTo>
                  <a:pt x="95250" y="11906"/>
                </a:lnTo>
                <a:cubicBezTo>
                  <a:pt x="100682" y="4688"/>
                  <a:pt x="109314" y="0"/>
                  <a:pt x="119063" y="0"/>
                </a:cubicBezTo>
                <a:cubicBezTo>
                  <a:pt x="128811" y="0"/>
                  <a:pt x="137443" y="4688"/>
                  <a:pt x="142875" y="11906"/>
                </a:cubicBezTo>
                <a:close/>
                <a:moveTo>
                  <a:pt x="163562" y="119063"/>
                </a:moveTo>
                <a:lnTo>
                  <a:pt x="217438" y="119063"/>
                </a:lnTo>
                <a:lnTo>
                  <a:pt x="190500" y="72851"/>
                </a:lnTo>
                <a:lnTo>
                  <a:pt x="163562" y="119063"/>
                </a:lnTo>
                <a:close/>
                <a:moveTo>
                  <a:pt x="190500" y="154781"/>
                </a:moveTo>
                <a:cubicBezTo>
                  <a:pt x="167097" y="154781"/>
                  <a:pt x="147638" y="142131"/>
                  <a:pt x="143619" y="125425"/>
                </a:cubicBezTo>
                <a:cubicBezTo>
                  <a:pt x="142652" y="121332"/>
                  <a:pt x="143991" y="117128"/>
                  <a:pt x="146112" y="113481"/>
                </a:cubicBezTo>
                <a:lnTo>
                  <a:pt x="181533" y="52760"/>
                </a:lnTo>
                <a:cubicBezTo>
                  <a:pt x="183393" y="49560"/>
                  <a:pt x="186817" y="47625"/>
                  <a:pt x="190500" y="47625"/>
                </a:cubicBezTo>
                <a:cubicBezTo>
                  <a:pt x="194183" y="47625"/>
                  <a:pt x="197607" y="49597"/>
                  <a:pt x="199467" y="52760"/>
                </a:cubicBezTo>
                <a:lnTo>
                  <a:pt x="234888" y="113481"/>
                </a:lnTo>
                <a:cubicBezTo>
                  <a:pt x="237009" y="117128"/>
                  <a:pt x="238348" y="121332"/>
                  <a:pt x="237381" y="125425"/>
                </a:cubicBezTo>
                <a:cubicBezTo>
                  <a:pt x="233363" y="142094"/>
                  <a:pt x="213903" y="154781"/>
                  <a:pt x="190500" y="154781"/>
                </a:cubicBezTo>
                <a:close/>
                <a:moveTo>
                  <a:pt x="47179" y="72851"/>
                </a:moveTo>
                <a:lnTo>
                  <a:pt x="20241" y="119063"/>
                </a:lnTo>
                <a:lnTo>
                  <a:pt x="74154" y="119063"/>
                </a:lnTo>
                <a:lnTo>
                  <a:pt x="47179" y="72851"/>
                </a:lnTo>
                <a:close/>
                <a:moveTo>
                  <a:pt x="335" y="125425"/>
                </a:moveTo>
                <a:cubicBezTo>
                  <a:pt x="-633" y="121332"/>
                  <a:pt x="707" y="117128"/>
                  <a:pt x="2828" y="113481"/>
                </a:cubicBezTo>
                <a:lnTo>
                  <a:pt x="38249" y="52760"/>
                </a:lnTo>
                <a:cubicBezTo>
                  <a:pt x="40109" y="49560"/>
                  <a:pt x="43532" y="47625"/>
                  <a:pt x="47216" y="47625"/>
                </a:cubicBezTo>
                <a:cubicBezTo>
                  <a:pt x="50899" y="47625"/>
                  <a:pt x="54322" y="49597"/>
                  <a:pt x="56183" y="52760"/>
                </a:cubicBezTo>
                <a:lnTo>
                  <a:pt x="91604" y="113481"/>
                </a:lnTo>
                <a:cubicBezTo>
                  <a:pt x="93725" y="117128"/>
                  <a:pt x="95064" y="121332"/>
                  <a:pt x="94097" y="125425"/>
                </a:cubicBezTo>
                <a:cubicBezTo>
                  <a:pt x="90078" y="142094"/>
                  <a:pt x="70619" y="154781"/>
                  <a:pt x="47216" y="154781"/>
                </a:cubicBezTo>
                <a:cubicBezTo>
                  <a:pt x="23812" y="154781"/>
                  <a:pt x="4353" y="142131"/>
                  <a:pt x="335" y="125425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3" name="Text 40"/>
          <p:cNvSpPr/>
          <p:nvPr/>
        </p:nvSpPr>
        <p:spPr>
          <a:xfrm>
            <a:off x="6677025" y="4610100"/>
            <a:ext cx="1514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Comparison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6324600" y="4914900"/>
            <a:ext cx="5448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 edges out XGBoost by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0.58 MAE points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. Both models significantly outperform naive baselines.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381000" y="5600700"/>
            <a:ext cx="11430000" cy="762000"/>
          </a:xfrm>
          <a:custGeom>
            <a:avLst/>
            <a:gdLst/>
            <a:ahLst/>
            <a:cxnLst/>
            <a:rect l="l" t="t" r="r" b="b"/>
            <a:pathLst>
              <a:path w="11430000" h="762000">
                <a:moveTo>
                  <a:pt x="152400" y="0"/>
                </a:moveTo>
                <a:lnTo>
                  <a:pt x="11277600" y="0"/>
                </a:lnTo>
                <a:cubicBezTo>
                  <a:pt x="11361712" y="0"/>
                  <a:pt x="11430000" y="68288"/>
                  <a:pt x="11430000" y="152400"/>
                </a:cubicBezTo>
                <a:lnTo>
                  <a:pt x="11430000" y="609600"/>
                </a:lnTo>
                <a:cubicBezTo>
                  <a:pt x="11430000" y="693712"/>
                  <a:pt x="11361712" y="762000"/>
                  <a:pt x="11277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46" name="Shape 43"/>
          <p:cNvSpPr/>
          <p:nvPr/>
        </p:nvSpPr>
        <p:spPr>
          <a:xfrm>
            <a:off x="552450" y="58674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7" name="Text 44"/>
          <p:cNvSpPr/>
          <p:nvPr/>
        </p:nvSpPr>
        <p:spPr>
          <a:xfrm>
            <a:off x="895350" y="5867400"/>
            <a:ext cx="7391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Random Forest's ensemble approach better handles feature interactions for batsman run prediction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8847237" y="5715000"/>
            <a:ext cx="2847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Metric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8809137" y="5943600"/>
            <a:ext cx="2886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MAE (Mean Absolute Error)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57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Shape 1"/>
          <p:cNvSpPr/>
          <p:nvPr/>
        </p:nvSpPr>
        <p:spPr>
          <a:xfrm>
            <a:off x="514350" y="5905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381000"/>
            <a:ext cx="4257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60" kern="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Metrics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500" y="609600"/>
            <a:ext cx="43529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8B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Performance: Bowler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90525" y="1076325"/>
            <a:ext cx="2143125" cy="1085850"/>
          </a:xfrm>
          <a:custGeom>
            <a:avLst/>
            <a:gdLst/>
            <a:ahLst/>
            <a:cxnLst/>
            <a:rect l="l" t="t" r="r" b="b"/>
            <a:pathLst>
              <a:path w="2143125" h="1085850">
                <a:moveTo>
                  <a:pt x="114297" y="0"/>
                </a:moveTo>
                <a:lnTo>
                  <a:pt x="2028828" y="0"/>
                </a:lnTo>
                <a:cubicBezTo>
                  <a:pt x="2091953" y="0"/>
                  <a:pt x="2143125" y="51172"/>
                  <a:pt x="2143125" y="114297"/>
                </a:cubicBezTo>
                <a:lnTo>
                  <a:pt x="2143125" y="971553"/>
                </a:lnTo>
                <a:cubicBezTo>
                  <a:pt x="2143125" y="1034678"/>
                  <a:pt x="2091953" y="1085850"/>
                  <a:pt x="2028828" y="1085850"/>
                </a:cubicBezTo>
                <a:lnTo>
                  <a:pt x="114297" y="1085850"/>
                </a:lnTo>
                <a:cubicBezTo>
                  <a:pt x="51172" y="1085850"/>
                  <a:pt x="0" y="1034678"/>
                  <a:pt x="0" y="97155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9FAFB"/>
          </a:solidFill>
          <a:ln w="25400">
            <a:solidFill>
              <a:srgbClr val="6B72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6250" y="1200150"/>
            <a:ext cx="197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 Baseline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42913" y="1466850"/>
            <a:ext cx="2038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0.816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6250" y="1809750"/>
            <a:ext cx="197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06886" y="1076325"/>
            <a:ext cx="2143125" cy="1085850"/>
          </a:xfrm>
          <a:custGeom>
            <a:avLst/>
            <a:gdLst/>
            <a:ahLst/>
            <a:cxnLst/>
            <a:rect l="l" t="t" r="r" b="b"/>
            <a:pathLst>
              <a:path w="2143125" h="1085850">
                <a:moveTo>
                  <a:pt x="114297" y="0"/>
                </a:moveTo>
                <a:lnTo>
                  <a:pt x="2028828" y="0"/>
                </a:lnTo>
                <a:cubicBezTo>
                  <a:pt x="2091953" y="0"/>
                  <a:pt x="2143125" y="51172"/>
                  <a:pt x="2143125" y="114297"/>
                </a:cubicBezTo>
                <a:lnTo>
                  <a:pt x="2143125" y="971553"/>
                </a:lnTo>
                <a:cubicBezTo>
                  <a:pt x="2143125" y="1034678"/>
                  <a:pt x="2091953" y="1085850"/>
                  <a:pt x="2028828" y="1085850"/>
                </a:cubicBezTo>
                <a:lnTo>
                  <a:pt x="114297" y="1085850"/>
                </a:lnTo>
                <a:cubicBezTo>
                  <a:pt x="51172" y="1085850"/>
                  <a:pt x="0" y="1034678"/>
                  <a:pt x="0" y="97155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9FAFB"/>
          </a:solidFill>
          <a:ln w="25400">
            <a:solidFill>
              <a:srgbClr val="6B72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92611" y="1200150"/>
            <a:ext cx="197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Baseline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59273" y="1466850"/>
            <a:ext cx="2038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0.879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92611" y="1809750"/>
            <a:ext cx="197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13871" y="1066800"/>
            <a:ext cx="2162175" cy="1104900"/>
          </a:xfrm>
          <a:custGeom>
            <a:avLst/>
            <a:gdLst/>
            <a:ahLst/>
            <a:cxnLst/>
            <a:rect l="l" t="t" r="r" b="b"/>
            <a:pathLst>
              <a:path w="2162175" h="1104900">
                <a:moveTo>
                  <a:pt x="114302" y="0"/>
                </a:moveTo>
                <a:lnTo>
                  <a:pt x="2047873" y="0"/>
                </a:lnTo>
                <a:cubicBezTo>
                  <a:pt x="2111000" y="0"/>
                  <a:pt x="2162175" y="51175"/>
                  <a:pt x="2162175" y="114302"/>
                </a:cubicBezTo>
                <a:lnTo>
                  <a:pt x="2162175" y="990598"/>
                </a:lnTo>
                <a:cubicBezTo>
                  <a:pt x="2162175" y="1053725"/>
                  <a:pt x="2111000" y="1104900"/>
                  <a:pt x="2047873" y="1104900"/>
                </a:cubicBezTo>
                <a:lnTo>
                  <a:pt x="114302" y="1104900"/>
                </a:lnTo>
                <a:cubicBezTo>
                  <a:pt x="51175" y="1104900"/>
                  <a:pt x="0" y="1053725"/>
                  <a:pt x="0" y="9905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8A"/>
              </a:gs>
              <a:gs pos="100000">
                <a:srgbClr val="3B82F6"/>
              </a:gs>
            </a:gsLst>
            <a:lin ang="2700000" scaled="1"/>
          </a:gradFill>
          <a:ln/>
        </p:spPr>
      </p:sp>
      <p:sp>
        <p:nvSpPr>
          <p:cNvPr id="15" name="Text 13"/>
          <p:cNvSpPr/>
          <p:nvPr/>
        </p:nvSpPr>
        <p:spPr>
          <a:xfrm>
            <a:off x="5090071" y="1181100"/>
            <a:ext cx="2009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56733" y="1447800"/>
            <a:ext cx="2076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0.115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90071" y="1790700"/>
            <a:ext cx="2009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30380" y="1066800"/>
            <a:ext cx="2162175" cy="1104900"/>
          </a:xfrm>
          <a:custGeom>
            <a:avLst/>
            <a:gdLst/>
            <a:ahLst/>
            <a:cxnLst/>
            <a:rect l="l" t="t" r="r" b="b"/>
            <a:pathLst>
              <a:path w="2162175" h="1104900">
                <a:moveTo>
                  <a:pt x="114302" y="0"/>
                </a:moveTo>
                <a:lnTo>
                  <a:pt x="2047873" y="0"/>
                </a:lnTo>
                <a:cubicBezTo>
                  <a:pt x="2111000" y="0"/>
                  <a:pt x="2162175" y="51175"/>
                  <a:pt x="2162175" y="114302"/>
                </a:cubicBezTo>
                <a:lnTo>
                  <a:pt x="2162175" y="990598"/>
                </a:lnTo>
                <a:cubicBezTo>
                  <a:pt x="2162175" y="1053725"/>
                  <a:pt x="2111000" y="1104900"/>
                  <a:pt x="2047873" y="1104900"/>
                </a:cubicBezTo>
                <a:lnTo>
                  <a:pt x="114302" y="1104900"/>
                </a:lnTo>
                <a:cubicBezTo>
                  <a:pt x="51175" y="1104900"/>
                  <a:pt x="0" y="1053725"/>
                  <a:pt x="0" y="9905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/>
              </a:gs>
              <a:gs pos="100000">
                <a:srgbClr val="1E3A8A"/>
              </a:gs>
            </a:gsLst>
            <a:lin ang="2700000" scaled="1"/>
          </a:gradFill>
          <a:ln/>
        </p:spPr>
      </p:sp>
      <p:sp>
        <p:nvSpPr>
          <p:cNvPr id="19" name="Text 17"/>
          <p:cNvSpPr/>
          <p:nvPr/>
        </p:nvSpPr>
        <p:spPr>
          <a:xfrm>
            <a:off x="7406580" y="1181100"/>
            <a:ext cx="2009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XGBoost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73243" y="1447800"/>
            <a:ext cx="2076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0.121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06580" y="1790700"/>
            <a:ext cx="2009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646890" y="1066800"/>
            <a:ext cx="2162175" cy="1104900"/>
          </a:xfrm>
          <a:custGeom>
            <a:avLst/>
            <a:gdLst/>
            <a:ahLst/>
            <a:cxnLst/>
            <a:rect l="l" t="t" r="r" b="b"/>
            <a:pathLst>
              <a:path w="2162175" h="1104900">
                <a:moveTo>
                  <a:pt x="114302" y="0"/>
                </a:moveTo>
                <a:lnTo>
                  <a:pt x="2047873" y="0"/>
                </a:lnTo>
                <a:cubicBezTo>
                  <a:pt x="2111000" y="0"/>
                  <a:pt x="2162175" y="51175"/>
                  <a:pt x="2162175" y="114302"/>
                </a:cubicBezTo>
                <a:lnTo>
                  <a:pt x="2162175" y="990598"/>
                </a:lnTo>
                <a:cubicBezTo>
                  <a:pt x="2162175" y="1053725"/>
                  <a:pt x="2111000" y="1104900"/>
                  <a:pt x="2047873" y="1104900"/>
                </a:cubicBezTo>
                <a:lnTo>
                  <a:pt x="114302" y="1104900"/>
                </a:lnTo>
                <a:cubicBezTo>
                  <a:pt x="51175" y="1104900"/>
                  <a:pt x="0" y="1053725"/>
                  <a:pt x="0" y="9905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rotWithShape="1" flip="none">
            <a:gsLst>
              <a:gs pos="0">
                <a:srgbClr val="8B0000"/>
              </a:gs>
              <a:gs pos="100000">
                <a:srgbClr val="DC2626"/>
              </a:gs>
            </a:gsLst>
            <a:lin ang="2700000" scaled="1"/>
          </a:gradFill>
          <a:ln/>
        </p:spPr>
      </p:sp>
      <p:sp>
        <p:nvSpPr>
          <p:cNvPr id="23" name="Text 21"/>
          <p:cNvSpPr/>
          <p:nvPr/>
        </p:nvSpPr>
        <p:spPr>
          <a:xfrm>
            <a:off x="9723090" y="1181100"/>
            <a:ext cx="2009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Improvement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89753" y="1447800"/>
            <a:ext cx="2076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86%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723090" y="1790700"/>
            <a:ext cx="2009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vs Baseline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85763" y="2290763"/>
            <a:ext cx="5629275" cy="3228975"/>
          </a:xfrm>
          <a:custGeom>
            <a:avLst/>
            <a:gdLst/>
            <a:ahLst/>
            <a:cxnLst/>
            <a:rect l="l" t="t" r="r" b="b"/>
            <a:pathLst>
              <a:path w="5629275" h="3228975">
                <a:moveTo>
                  <a:pt x="152408" y="0"/>
                </a:moveTo>
                <a:lnTo>
                  <a:pt x="5476867" y="0"/>
                </a:lnTo>
                <a:cubicBezTo>
                  <a:pt x="5561040" y="0"/>
                  <a:pt x="5629275" y="68235"/>
                  <a:pt x="5629275" y="152408"/>
                </a:cubicBezTo>
                <a:lnTo>
                  <a:pt x="5629275" y="3076567"/>
                </a:lnTo>
                <a:cubicBezTo>
                  <a:pt x="5629275" y="3160740"/>
                  <a:pt x="5561040" y="3228975"/>
                  <a:pt x="5476867" y="3228975"/>
                </a:cubicBezTo>
                <a:lnTo>
                  <a:pt x="152408" y="3228975"/>
                </a:lnTo>
                <a:cubicBezTo>
                  <a:pt x="68235" y="3228975"/>
                  <a:pt x="0" y="3160740"/>
                  <a:pt x="0" y="3076567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8638" y="24479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53578" y="83344"/>
                </a:moveTo>
                <a:cubicBezTo>
                  <a:pt x="60164" y="83344"/>
                  <a:pt x="65484" y="88664"/>
                  <a:pt x="65484" y="95250"/>
                </a:cubicBezTo>
                <a:lnTo>
                  <a:pt x="65484" y="119063"/>
                </a:lnTo>
                <a:cubicBezTo>
                  <a:pt x="65484" y="125648"/>
                  <a:pt x="60164" y="130969"/>
                  <a:pt x="53578" y="130969"/>
                </a:cubicBezTo>
                <a:cubicBezTo>
                  <a:pt x="46992" y="130969"/>
                  <a:pt x="41672" y="125648"/>
                  <a:pt x="41672" y="119063"/>
                </a:cubicBezTo>
                <a:lnTo>
                  <a:pt x="41672" y="95250"/>
                </a:lnTo>
                <a:cubicBezTo>
                  <a:pt x="41672" y="88664"/>
                  <a:pt x="46992" y="83344"/>
                  <a:pt x="53578" y="83344"/>
                </a:cubicBezTo>
                <a:close/>
                <a:moveTo>
                  <a:pt x="107156" y="59531"/>
                </a:moveTo>
                <a:lnTo>
                  <a:pt x="107156" y="119063"/>
                </a:lnTo>
                <a:cubicBezTo>
                  <a:pt x="107156" y="125648"/>
                  <a:pt x="101836" y="130969"/>
                  <a:pt x="95250" y="130969"/>
                </a:cubicBezTo>
                <a:cubicBezTo>
                  <a:pt x="88664" y="130969"/>
                  <a:pt x="83344" y="125648"/>
                  <a:pt x="83344" y="119063"/>
                </a:cubicBezTo>
                <a:lnTo>
                  <a:pt x="83344" y="59531"/>
                </a:lnTo>
                <a:cubicBezTo>
                  <a:pt x="83344" y="52946"/>
                  <a:pt x="88664" y="47625"/>
                  <a:pt x="95250" y="47625"/>
                </a:cubicBezTo>
                <a:cubicBezTo>
                  <a:pt x="101836" y="47625"/>
                  <a:pt x="107156" y="52946"/>
                  <a:pt x="107156" y="59531"/>
                </a:cubicBezTo>
                <a:close/>
                <a:moveTo>
                  <a:pt x="136922" y="71438"/>
                </a:moveTo>
                <a:cubicBezTo>
                  <a:pt x="143508" y="71438"/>
                  <a:pt x="148828" y="76758"/>
                  <a:pt x="148828" y="83344"/>
                </a:cubicBezTo>
                <a:lnTo>
                  <a:pt x="148828" y="119063"/>
                </a:lnTo>
                <a:cubicBezTo>
                  <a:pt x="148828" y="125648"/>
                  <a:pt x="143508" y="130969"/>
                  <a:pt x="136922" y="130969"/>
                </a:cubicBezTo>
                <a:cubicBezTo>
                  <a:pt x="130336" y="130969"/>
                  <a:pt x="125016" y="125648"/>
                  <a:pt x="125016" y="119063"/>
                </a:cubicBezTo>
                <a:lnTo>
                  <a:pt x="125016" y="83344"/>
                </a:lnTo>
                <a:cubicBezTo>
                  <a:pt x="125016" y="76758"/>
                  <a:pt x="130336" y="71438"/>
                  <a:pt x="136922" y="71438"/>
                </a:cubicBezTo>
                <a:close/>
                <a:moveTo>
                  <a:pt x="190500" y="35719"/>
                </a:moveTo>
                <a:lnTo>
                  <a:pt x="190500" y="119063"/>
                </a:lnTo>
                <a:cubicBezTo>
                  <a:pt x="190500" y="125648"/>
                  <a:pt x="185179" y="130969"/>
                  <a:pt x="178594" y="130969"/>
                </a:cubicBezTo>
                <a:cubicBezTo>
                  <a:pt x="172008" y="130969"/>
                  <a:pt x="166688" y="125648"/>
                  <a:pt x="166688" y="119063"/>
                </a:cubicBezTo>
                <a:lnTo>
                  <a:pt x="166688" y="35719"/>
                </a:lnTo>
                <a:cubicBezTo>
                  <a:pt x="166688" y="29133"/>
                  <a:pt x="172008" y="23812"/>
                  <a:pt x="178594" y="23812"/>
                </a:cubicBezTo>
                <a:cubicBezTo>
                  <a:pt x="185179" y="23812"/>
                  <a:pt x="190500" y="29133"/>
                  <a:pt x="190500" y="35719"/>
                </a:cubicBez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28" name="Text 26"/>
          <p:cNvSpPr/>
          <p:nvPr/>
        </p:nvSpPr>
        <p:spPr>
          <a:xfrm>
            <a:off x="742950" y="2409825"/>
            <a:ext cx="5248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8B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MAE Comparison Chart</a:t>
            </a:r>
            <a:endParaRPr lang="en-US" sz="1600" dirty="0"/>
          </a:p>
        </p:txBody>
      </p:sp>
      <p:pic>
        <p:nvPicPr>
          <p:cNvPr id="29" name="Image 0" descr="https://kimi-img.moonshot.cn/pub/slides/26-02-23-17:36:49-d6e1vc8l3dc60bojh61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4825" y="2752725"/>
            <a:ext cx="5391150" cy="2381250"/>
          </a:xfrm>
          <a:prstGeom prst="roundRect">
            <a:avLst>
              <a:gd name="adj" fmla="val 0"/>
            </a:avLst>
          </a:prstGeom>
        </p:spPr>
      </p:pic>
      <p:sp>
        <p:nvSpPr>
          <p:cNvPr id="30" name="Shape 27"/>
          <p:cNvSpPr/>
          <p:nvPr/>
        </p:nvSpPr>
        <p:spPr>
          <a:xfrm>
            <a:off x="6191250" y="2286000"/>
            <a:ext cx="5619750" cy="1028700"/>
          </a:xfrm>
          <a:custGeom>
            <a:avLst/>
            <a:gdLst/>
            <a:ahLst/>
            <a:cxnLst/>
            <a:rect l="l" t="t" r="r" b="b"/>
            <a:pathLst>
              <a:path w="5619750" h="1028700">
                <a:moveTo>
                  <a:pt x="0" y="0"/>
                </a:moveTo>
                <a:lnTo>
                  <a:pt x="5505451" y="0"/>
                </a:lnTo>
                <a:cubicBezTo>
                  <a:pt x="5568577" y="0"/>
                  <a:pt x="5619750" y="51173"/>
                  <a:pt x="5619750" y="114299"/>
                </a:cubicBezTo>
                <a:lnTo>
                  <a:pt x="5619750" y="914401"/>
                </a:lnTo>
                <a:cubicBezTo>
                  <a:pt x="5619750" y="977527"/>
                  <a:pt x="5568577" y="1028700"/>
                  <a:pt x="5505451" y="1028700"/>
                </a:cubicBez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1E3A8A">
              <a:alpha val="5098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6191250" y="2286000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0" y="0"/>
                </a:moveTo>
                <a:lnTo>
                  <a:pt x="38100" y="0"/>
                </a:lnTo>
                <a:lnTo>
                  <a:pt x="381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32" name="Shape 29"/>
          <p:cNvSpPr/>
          <p:nvPr/>
        </p:nvSpPr>
        <p:spPr>
          <a:xfrm>
            <a:off x="6348413" y="24384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3690" y="0"/>
                </a:moveTo>
                <a:lnTo>
                  <a:pt x="137033" y="0"/>
                </a:lnTo>
                <a:cubicBezTo>
                  <a:pt x="146893" y="0"/>
                  <a:pt x="154930" y="8111"/>
                  <a:pt x="154558" y="17934"/>
                </a:cubicBezTo>
                <a:cubicBezTo>
                  <a:pt x="154484" y="19906"/>
                  <a:pt x="154409" y="21878"/>
                  <a:pt x="154298" y="23812"/>
                </a:cubicBezTo>
                <a:lnTo>
                  <a:pt x="172752" y="23812"/>
                </a:lnTo>
                <a:cubicBezTo>
                  <a:pt x="182463" y="23812"/>
                  <a:pt x="191021" y="31849"/>
                  <a:pt x="190277" y="42342"/>
                </a:cubicBezTo>
                <a:cubicBezTo>
                  <a:pt x="187486" y="80925"/>
                  <a:pt x="167767" y="102133"/>
                  <a:pt x="146372" y="113221"/>
                </a:cubicBezTo>
                <a:cubicBezTo>
                  <a:pt x="140494" y="116272"/>
                  <a:pt x="134503" y="118542"/>
                  <a:pt x="128811" y="120216"/>
                </a:cubicBezTo>
                <a:cubicBezTo>
                  <a:pt x="121295" y="130857"/>
                  <a:pt x="113481" y="136475"/>
                  <a:pt x="107268" y="139489"/>
                </a:cubicBezTo>
                <a:lnTo>
                  <a:pt x="107268" y="166688"/>
                </a:lnTo>
                <a:lnTo>
                  <a:pt x="131080" y="166688"/>
                </a:lnTo>
                <a:cubicBezTo>
                  <a:pt x="137666" y="166688"/>
                  <a:pt x="142987" y="172008"/>
                  <a:pt x="142987" y="178594"/>
                </a:cubicBezTo>
                <a:cubicBezTo>
                  <a:pt x="142987" y="185179"/>
                  <a:pt x="137666" y="190500"/>
                  <a:pt x="131080" y="190500"/>
                </a:cubicBezTo>
                <a:lnTo>
                  <a:pt x="59643" y="190500"/>
                </a:lnTo>
                <a:cubicBezTo>
                  <a:pt x="53057" y="190500"/>
                  <a:pt x="47737" y="185179"/>
                  <a:pt x="47737" y="178594"/>
                </a:cubicBezTo>
                <a:cubicBezTo>
                  <a:pt x="47737" y="172008"/>
                  <a:pt x="53057" y="166688"/>
                  <a:pt x="59643" y="166688"/>
                </a:cubicBezTo>
                <a:lnTo>
                  <a:pt x="83455" y="166688"/>
                </a:lnTo>
                <a:lnTo>
                  <a:pt x="83455" y="139489"/>
                </a:lnTo>
                <a:cubicBezTo>
                  <a:pt x="77502" y="136624"/>
                  <a:pt x="70098" y="131304"/>
                  <a:pt x="62880" y="121518"/>
                </a:cubicBezTo>
                <a:cubicBezTo>
                  <a:pt x="56034" y="119732"/>
                  <a:pt x="48592" y="117016"/>
                  <a:pt x="41337" y="112923"/>
                </a:cubicBezTo>
                <a:cubicBezTo>
                  <a:pt x="21208" y="101650"/>
                  <a:pt x="3051" y="80404"/>
                  <a:pt x="446" y="42267"/>
                </a:cubicBezTo>
                <a:cubicBezTo>
                  <a:pt x="-260" y="31812"/>
                  <a:pt x="8260" y="23775"/>
                  <a:pt x="17971" y="23775"/>
                </a:cubicBezTo>
                <a:lnTo>
                  <a:pt x="36426" y="23775"/>
                </a:lnTo>
                <a:cubicBezTo>
                  <a:pt x="36314" y="21841"/>
                  <a:pt x="36240" y="19906"/>
                  <a:pt x="36165" y="17897"/>
                </a:cubicBezTo>
                <a:cubicBezTo>
                  <a:pt x="35793" y="8037"/>
                  <a:pt x="43830" y="-37"/>
                  <a:pt x="53690" y="-37"/>
                </a:cubicBezTo>
                <a:close/>
                <a:moveTo>
                  <a:pt x="37765" y="41672"/>
                </a:moveTo>
                <a:lnTo>
                  <a:pt x="18269" y="41672"/>
                </a:lnTo>
                <a:cubicBezTo>
                  <a:pt x="20575" y="73186"/>
                  <a:pt x="35049" y="88962"/>
                  <a:pt x="49969" y="97334"/>
                </a:cubicBezTo>
                <a:cubicBezTo>
                  <a:pt x="44611" y="83455"/>
                  <a:pt x="40184" y="65336"/>
                  <a:pt x="37765" y="41672"/>
                </a:cubicBezTo>
                <a:close/>
                <a:moveTo>
                  <a:pt x="141387" y="95548"/>
                </a:moveTo>
                <a:cubicBezTo>
                  <a:pt x="156456" y="86692"/>
                  <a:pt x="170073" y="70954"/>
                  <a:pt x="172380" y="41672"/>
                </a:cubicBezTo>
                <a:lnTo>
                  <a:pt x="152921" y="41672"/>
                </a:lnTo>
                <a:cubicBezTo>
                  <a:pt x="150614" y="64331"/>
                  <a:pt x="146447" y="81930"/>
                  <a:pt x="141387" y="95548"/>
                </a:cubicBez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33" name="Text 30"/>
          <p:cNvSpPr/>
          <p:nvPr/>
        </p:nvSpPr>
        <p:spPr>
          <a:xfrm>
            <a:off x="6677025" y="2400300"/>
            <a:ext cx="1724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Exceptional Accuracy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324600" y="2705100"/>
            <a:ext cx="5448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 achieved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MAE of 0.115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remarkably low error for wicket prediction. Model captures bowler patterns effectively.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6191250" y="3390900"/>
            <a:ext cx="5619750" cy="1028700"/>
          </a:xfrm>
          <a:custGeom>
            <a:avLst/>
            <a:gdLst/>
            <a:ahLst/>
            <a:cxnLst/>
            <a:rect l="l" t="t" r="r" b="b"/>
            <a:pathLst>
              <a:path w="5619750" h="1028700">
                <a:moveTo>
                  <a:pt x="0" y="0"/>
                </a:moveTo>
                <a:lnTo>
                  <a:pt x="5505451" y="0"/>
                </a:lnTo>
                <a:cubicBezTo>
                  <a:pt x="5568577" y="0"/>
                  <a:pt x="5619750" y="51173"/>
                  <a:pt x="5619750" y="114299"/>
                </a:cubicBezTo>
                <a:lnTo>
                  <a:pt x="5619750" y="914401"/>
                </a:lnTo>
                <a:cubicBezTo>
                  <a:pt x="5619750" y="977527"/>
                  <a:pt x="5568577" y="1028700"/>
                  <a:pt x="5505451" y="1028700"/>
                </a:cubicBez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5098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6191250" y="3390900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0" y="0"/>
                </a:moveTo>
                <a:lnTo>
                  <a:pt x="38100" y="0"/>
                </a:lnTo>
                <a:lnTo>
                  <a:pt x="381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7" name="Shape 34"/>
          <p:cNvSpPr/>
          <p:nvPr/>
        </p:nvSpPr>
        <p:spPr>
          <a:xfrm>
            <a:off x="6348413" y="35433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8" name="Text 35"/>
          <p:cNvSpPr/>
          <p:nvPr/>
        </p:nvSpPr>
        <p:spPr>
          <a:xfrm>
            <a:off x="6677025" y="3505200"/>
            <a:ext cx="1762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B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Massive Improvement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6324600" y="3810000"/>
            <a:ext cx="5448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86% improvement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over mean baseline showcases the power of feature engineering and ML approach.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6191250" y="4495800"/>
            <a:ext cx="5619750" cy="1028700"/>
          </a:xfrm>
          <a:custGeom>
            <a:avLst/>
            <a:gdLst/>
            <a:ahLst/>
            <a:cxnLst/>
            <a:rect l="l" t="t" r="r" b="b"/>
            <a:pathLst>
              <a:path w="5619750" h="1028700">
                <a:moveTo>
                  <a:pt x="0" y="0"/>
                </a:moveTo>
                <a:lnTo>
                  <a:pt x="5505451" y="0"/>
                </a:lnTo>
                <a:cubicBezTo>
                  <a:pt x="5568577" y="0"/>
                  <a:pt x="5619750" y="51173"/>
                  <a:pt x="5619750" y="114299"/>
                </a:cubicBezTo>
                <a:lnTo>
                  <a:pt x="5619750" y="914401"/>
                </a:lnTo>
                <a:cubicBezTo>
                  <a:pt x="5619750" y="977527"/>
                  <a:pt x="5568577" y="1028700"/>
                  <a:pt x="5505451" y="1028700"/>
                </a:cubicBez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>
              <a:alpha val="5098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6191250" y="4495800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0" y="0"/>
                </a:moveTo>
                <a:lnTo>
                  <a:pt x="38100" y="0"/>
                </a:lnTo>
                <a:lnTo>
                  <a:pt x="381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2" name="Shape 39"/>
          <p:cNvSpPr/>
          <p:nvPr/>
        </p:nvSpPr>
        <p:spPr>
          <a:xfrm>
            <a:off x="6348413" y="46482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3" name="Text 40"/>
          <p:cNvSpPr/>
          <p:nvPr/>
        </p:nvSpPr>
        <p:spPr>
          <a:xfrm>
            <a:off x="6677025" y="4610100"/>
            <a:ext cx="1914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Consistent Performance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6324600" y="4914900"/>
            <a:ext cx="5448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Both models perform exceptionally well. Random Forest leads by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0.006 MAE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marginal but consistent advantage.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381000" y="5600700"/>
            <a:ext cx="11430000" cy="762000"/>
          </a:xfrm>
          <a:custGeom>
            <a:avLst/>
            <a:gdLst/>
            <a:ahLst/>
            <a:cxnLst/>
            <a:rect l="l" t="t" r="r" b="b"/>
            <a:pathLst>
              <a:path w="11430000" h="762000">
                <a:moveTo>
                  <a:pt x="152400" y="0"/>
                </a:moveTo>
                <a:lnTo>
                  <a:pt x="11277600" y="0"/>
                </a:lnTo>
                <a:cubicBezTo>
                  <a:pt x="11361712" y="0"/>
                  <a:pt x="11430000" y="68288"/>
                  <a:pt x="11430000" y="152400"/>
                </a:cubicBezTo>
                <a:lnTo>
                  <a:pt x="11430000" y="609600"/>
                </a:lnTo>
                <a:cubicBezTo>
                  <a:pt x="11430000" y="693712"/>
                  <a:pt x="11361712" y="762000"/>
                  <a:pt x="11277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6" name="Shape 43"/>
          <p:cNvSpPr/>
          <p:nvPr/>
        </p:nvSpPr>
        <p:spPr>
          <a:xfrm>
            <a:off x="509587" y="58674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7" name="Text 44"/>
          <p:cNvSpPr/>
          <p:nvPr/>
        </p:nvSpPr>
        <p:spPr>
          <a:xfrm>
            <a:off x="895350" y="5867400"/>
            <a:ext cx="7019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Outstanding Result: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86% improvement demonstrates the model's ability to learn complex bowler patterns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8847237" y="5715000"/>
            <a:ext cx="2847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Metric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8809137" y="5943600"/>
            <a:ext cx="2886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MAE (Mean Absolute Error)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2207" y="398649"/>
            <a:ext cx="398649" cy="398649"/>
          </a:xfrm>
          <a:custGeom>
            <a:avLst/>
            <a:gdLst/>
            <a:ahLst/>
            <a:cxnLst/>
            <a:rect l="l" t="t" r="r" b="b"/>
            <a:pathLst>
              <a:path w="398649" h="398649">
                <a:moveTo>
                  <a:pt x="66443" y="0"/>
                </a:moveTo>
                <a:lnTo>
                  <a:pt x="332206" y="0"/>
                </a:lnTo>
                <a:cubicBezTo>
                  <a:pt x="368901" y="0"/>
                  <a:pt x="398649" y="29747"/>
                  <a:pt x="398649" y="66443"/>
                </a:cubicBezTo>
                <a:lnTo>
                  <a:pt x="398649" y="332206"/>
                </a:lnTo>
                <a:cubicBezTo>
                  <a:pt x="398649" y="368901"/>
                  <a:pt x="368901" y="398649"/>
                  <a:pt x="332206" y="398649"/>
                </a:cubicBezTo>
                <a:lnTo>
                  <a:pt x="66443" y="398649"/>
                </a:lnTo>
                <a:cubicBezTo>
                  <a:pt x="29747" y="398649"/>
                  <a:pt x="0" y="368901"/>
                  <a:pt x="0" y="332206"/>
                </a:cubicBezTo>
                <a:lnTo>
                  <a:pt x="0" y="66443"/>
                </a:lnTo>
                <a:cubicBezTo>
                  <a:pt x="0" y="29747"/>
                  <a:pt x="29747" y="0"/>
                  <a:pt x="66443" y="0"/>
                </a:cubicBez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458861" y="514921"/>
            <a:ext cx="145341" cy="166104"/>
          </a:xfrm>
          <a:custGeom>
            <a:avLst/>
            <a:gdLst/>
            <a:ahLst/>
            <a:cxnLst/>
            <a:rect l="l" t="t" r="r" b="b"/>
            <a:pathLst>
              <a:path w="145341" h="166104">
                <a:moveTo>
                  <a:pt x="20763" y="10381"/>
                </a:moveTo>
                <a:cubicBezTo>
                  <a:pt x="9311" y="10381"/>
                  <a:pt x="0" y="19692"/>
                  <a:pt x="0" y="31144"/>
                </a:cubicBezTo>
                <a:lnTo>
                  <a:pt x="0" y="51907"/>
                </a:lnTo>
                <a:cubicBezTo>
                  <a:pt x="0" y="63359"/>
                  <a:pt x="9311" y="72670"/>
                  <a:pt x="20763" y="72670"/>
                </a:cubicBezTo>
                <a:lnTo>
                  <a:pt x="124578" y="72670"/>
                </a:lnTo>
                <a:cubicBezTo>
                  <a:pt x="136030" y="72670"/>
                  <a:pt x="145341" y="63359"/>
                  <a:pt x="145341" y="51907"/>
                </a:cubicBezTo>
                <a:lnTo>
                  <a:pt x="145341" y="31144"/>
                </a:lnTo>
                <a:cubicBezTo>
                  <a:pt x="145341" y="19692"/>
                  <a:pt x="136030" y="10381"/>
                  <a:pt x="124578" y="10381"/>
                </a:cubicBezTo>
                <a:lnTo>
                  <a:pt x="20763" y="10381"/>
                </a:lnTo>
                <a:close/>
                <a:moveTo>
                  <a:pt x="90838" y="33740"/>
                </a:moveTo>
                <a:cubicBezTo>
                  <a:pt x="95135" y="33740"/>
                  <a:pt x="98624" y="37229"/>
                  <a:pt x="98624" y="41526"/>
                </a:cubicBezTo>
                <a:cubicBezTo>
                  <a:pt x="98624" y="45823"/>
                  <a:pt x="95135" y="49312"/>
                  <a:pt x="90838" y="49312"/>
                </a:cubicBezTo>
                <a:cubicBezTo>
                  <a:pt x="86541" y="49312"/>
                  <a:pt x="83052" y="45823"/>
                  <a:pt x="83052" y="41526"/>
                </a:cubicBezTo>
                <a:cubicBezTo>
                  <a:pt x="83052" y="37229"/>
                  <a:pt x="86541" y="33740"/>
                  <a:pt x="90838" y="33740"/>
                </a:cubicBezTo>
                <a:close/>
                <a:moveTo>
                  <a:pt x="109005" y="41526"/>
                </a:moveTo>
                <a:cubicBezTo>
                  <a:pt x="109005" y="37229"/>
                  <a:pt x="112494" y="33740"/>
                  <a:pt x="116792" y="33740"/>
                </a:cubicBezTo>
                <a:cubicBezTo>
                  <a:pt x="121089" y="33740"/>
                  <a:pt x="124578" y="37229"/>
                  <a:pt x="124578" y="41526"/>
                </a:cubicBezTo>
                <a:cubicBezTo>
                  <a:pt x="124578" y="45823"/>
                  <a:pt x="121089" y="49312"/>
                  <a:pt x="116792" y="49312"/>
                </a:cubicBezTo>
                <a:cubicBezTo>
                  <a:pt x="112494" y="49312"/>
                  <a:pt x="109005" y="45823"/>
                  <a:pt x="109005" y="41526"/>
                </a:cubicBezTo>
                <a:close/>
                <a:moveTo>
                  <a:pt x="20763" y="93433"/>
                </a:moveTo>
                <a:cubicBezTo>
                  <a:pt x="9311" y="93433"/>
                  <a:pt x="0" y="102744"/>
                  <a:pt x="0" y="114196"/>
                </a:cubicBezTo>
                <a:lnTo>
                  <a:pt x="0" y="134959"/>
                </a:lnTo>
                <a:cubicBezTo>
                  <a:pt x="0" y="146411"/>
                  <a:pt x="9311" y="155722"/>
                  <a:pt x="20763" y="155722"/>
                </a:cubicBezTo>
                <a:lnTo>
                  <a:pt x="124578" y="155722"/>
                </a:lnTo>
                <a:cubicBezTo>
                  <a:pt x="136030" y="155722"/>
                  <a:pt x="145341" y="146411"/>
                  <a:pt x="145341" y="134959"/>
                </a:cubicBezTo>
                <a:lnTo>
                  <a:pt x="145341" y="114196"/>
                </a:lnTo>
                <a:cubicBezTo>
                  <a:pt x="145341" y="102744"/>
                  <a:pt x="136030" y="93433"/>
                  <a:pt x="124578" y="93433"/>
                </a:cubicBezTo>
                <a:lnTo>
                  <a:pt x="20763" y="93433"/>
                </a:lnTo>
                <a:close/>
                <a:moveTo>
                  <a:pt x="90838" y="116792"/>
                </a:moveTo>
                <a:cubicBezTo>
                  <a:pt x="95135" y="116792"/>
                  <a:pt x="98624" y="120280"/>
                  <a:pt x="98624" y="124578"/>
                </a:cubicBezTo>
                <a:cubicBezTo>
                  <a:pt x="98624" y="128875"/>
                  <a:pt x="95135" y="132364"/>
                  <a:pt x="90838" y="132364"/>
                </a:cubicBezTo>
                <a:cubicBezTo>
                  <a:pt x="86541" y="132364"/>
                  <a:pt x="83052" y="128875"/>
                  <a:pt x="83052" y="124578"/>
                </a:cubicBezTo>
                <a:cubicBezTo>
                  <a:pt x="83052" y="120280"/>
                  <a:pt x="86541" y="116792"/>
                  <a:pt x="90838" y="116792"/>
                </a:cubicBezTo>
                <a:close/>
                <a:moveTo>
                  <a:pt x="109005" y="124578"/>
                </a:moveTo>
                <a:cubicBezTo>
                  <a:pt x="109005" y="120280"/>
                  <a:pt x="112494" y="116792"/>
                  <a:pt x="116792" y="116792"/>
                </a:cubicBezTo>
                <a:cubicBezTo>
                  <a:pt x="121089" y="116792"/>
                  <a:pt x="124578" y="120280"/>
                  <a:pt x="124578" y="124578"/>
                </a:cubicBezTo>
                <a:cubicBezTo>
                  <a:pt x="124578" y="128875"/>
                  <a:pt x="121089" y="132364"/>
                  <a:pt x="116792" y="132364"/>
                </a:cubicBezTo>
                <a:cubicBezTo>
                  <a:pt x="112494" y="132364"/>
                  <a:pt x="109005" y="128875"/>
                  <a:pt x="109005" y="12457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30518" y="332207"/>
            <a:ext cx="3687499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spc="52" kern="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Deployment Architecture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30518" y="531531"/>
            <a:ext cx="3770550" cy="332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54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 Serving Pipeline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0512" y="938485"/>
            <a:ext cx="11510975" cy="1445101"/>
          </a:xfrm>
          <a:custGeom>
            <a:avLst/>
            <a:gdLst/>
            <a:ahLst/>
            <a:cxnLst/>
            <a:rect l="l" t="t" r="r" b="b"/>
            <a:pathLst>
              <a:path w="11510975" h="1445101">
                <a:moveTo>
                  <a:pt x="132877" y="0"/>
                </a:moveTo>
                <a:lnTo>
                  <a:pt x="11378098" y="0"/>
                </a:lnTo>
                <a:cubicBezTo>
                  <a:pt x="11451484" y="0"/>
                  <a:pt x="11510975" y="59491"/>
                  <a:pt x="11510975" y="132877"/>
                </a:cubicBezTo>
                <a:lnTo>
                  <a:pt x="11510975" y="1312224"/>
                </a:lnTo>
                <a:cubicBezTo>
                  <a:pt x="11510975" y="1385610"/>
                  <a:pt x="11451484" y="1445101"/>
                  <a:pt x="11378098" y="1445101"/>
                </a:cubicBezTo>
                <a:lnTo>
                  <a:pt x="132877" y="1445101"/>
                </a:lnTo>
                <a:cubicBezTo>
                  <a:pt x="59540" y="1445101"/>
                  <a:pt x="0" y="1385561"/>
                  <a:pt x="0" y="1312224"/>
                </a:cubicBezTo>
                <a:lnTo>
                  <a:pt x="0" y="132877"/>
                </a:lnTo>
                <a:cubicBezTo>
                  <a:pt x="0" y="59491"/>
                  <a:pt x="59491" y="0"/>
                  <a:pt x="132877" y="0"/>
                </a:cubicBezTo>
                <a:close/>
              </a:path>
            </a:pathLst>
          </a:custGeom>
          <a:solidFill>
            <a:srgbClr val="F9FAFB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6954" y="1046452"/>
            <a:ext cx="11378093" cy="232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8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 Flow Architecture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6785" y="1353744"/>
            <a:ext cx="1976632" cy="913569"/>
          </a:xfrm>
          <a:custGeom>
            <a:avLst/>
            <a:gdLst/>
            <a:ahLst/>
            <a:cxnLst/>
            <a:rect l="l" t="t" r="r" b="b"/>
            <a:pathLst>
              <a:path w="1976632" h="913569">
                <a:moveTo>
                  <a:pt x="99661" y="0"/>
                </a:moveTo>
                <a:lnTo>
                  <a:pt x="1876971" y="0"/>
                </a:lnTo>
                <a:cubicBezTo>
                  <a:pt x="1932012" y="0"/>
                  <a:pt x="1976632" y="44620"/>
                  <a:pt x="1976632" y="99661"/>
                </a:cubicBezTo>
                <a:lnTo>
                  <a:pt x="1976632" y="813908"/>
                </a:lnTo>
                <a:cubicBezTo>
                  <a:pt x="1976632" y="868950"/>
                  <a:pt x="1932012" y="913569"/>
                  <a:pt x="1876971" y="913569"/>
                </a:cubicBezTo>
                <a:lnTo>
                  <a:pt x="99661" y="913569"/>
                </a:lnTo>
                <a:cubicBezTo>
                  <a:pt x="44620" y="913569"/>
                  <a:pt x="0" y="868950"/>
                  <a:pt x="0" y="813908"/>
                </a:cubicBezTo>
                <a:lnTo>
                  <a:pt x="0" y="99661"/>
                </a:lnTo>
                <a:cubicBezTo>
                  <a:pt x="0" y="44657"/>
                  <a:pt x="44657" y="0"/>
                  <a:pt x="99661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79257" y="1428490"/>
            <a:ext cx="332207" cy="332207"/>
          </a:xfrm>
          <a:custGeom>
            <a:avLst/>
            <a:gdLst/>
            <a:ahLst/>
            <a:cxnLst/>
            <a:rect l="l" t="t" r="r" b="b"/>
            <a:pathLst>
              <a:path w="332207" h="332207">
                <a:moveTo>
                  <a:pt x="166104" y="0"/>
                </a:moveTo>
                <a:lnTo>
                  <a:pt x="166104" y="0"/>
                </a:lnTo>
                <a:cubicBezTo>
                  <a:pt x="257840" y="0"/>
                  <a:pt x="332207" y="74367"/>
                  <a:pt x="332207" y="166104"/>
                </a:cubicBezTo>
                <a:lnTo>
                  <a:pt x="332207" y="166104"/>
                </a:lnTo>
                <a:cubicBezTo>
                  <a:pt x="332207" y="257840"/>
                  <a:pt x="257840" y="332207"/>
                  <a:pt x="166104" y="332207"/>
                </a:cubicBezTo>
                <a:lnTo>
                  <a:pt x="166104" y="332207"/>
                </a:lnTo>
                <a:cubicBezTo>
                  <a:pt x="74367" y="332207"/>
                  <a:pt x="0" y="257840"/>
                  <a:pt x="0" y="166104"/>
                </a:cubicBezTo>
                <a:lnTo>
                  <a:pt x="0" y="166104"/>
                </a:lnTo>
                <a:cubicBezTo>
                  <a:pt x="0" y="74367"/>
                  <a:pt x="74367" y="0"/>
                  <a:pt x="166104" y="0"/>
                </a:cubicBez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10" name="Shape 8"/>
          <p:cNvSpPr/>
          <p:nvPr/>
        </p:nvSpPr>
        <p:spPr>
          <a:xfrm>
            <a:off x="1382033" y="1519847"/>
            <a:ext cx="130807" cy="149493"/>
          </a:xfrm>
          <a:custGeom>
            <a:avLst/>
            <a:gdLst/>
            <a:ahLst/>
            <a:cxnLst/>
            <a:rect l="l" t="t" r="r" b="b"/>
            <a:pathLst>
              <a:path w="130807" h="149493">
                <a:moveTo>
                  <a:pt x="65403" y="72411"/>
                </a:moveTo>
                <a:cubicBezTo>
                  <a:pt x="84741" y="72411"/>
                  <a:pt x="100441" y="56711"/>
                  <a:pt x="100441" y="37373"/>
                </a:cubicBezTo>
                <a:cubicBezTo>
                  <a:pt x="100441" y="18036"/>
                  <a:pt x="84741" y="2336"/>
                  <a:pt x="65403" y="2336"/>
                </a:cubicBezTo>
                <a:cubicBezTo>
                  <a:pt x="46066" y="2336"/>
                  <a:pt x="30366" y="18036"/>
                  <a:pt x="30366" y="37373"/>
                </a:cubicBezTo>
                <a:cubicBezTo>
                  <a:pt x="30366" y="56711"/>
                  <a:pt x="46066" y="72411"/>
                  <a:pt x="65403" y="72411"/>
                </a:cubicBezTo>
                <a:close/>
                <a:moveTo>
                  <a:pt x="56731" y="88762"/>
                </a:moveTo>
                <a:cubicBezTo>
                  <a:pt x="27972" y="88762"/>
                  <a:pt x="4672" y="112061"/>
                  <a:pt x="4672" y="140821"/>
                </a:cubicBezTo>
                <a:cubicBezTo>
                  <a:pt x="4672" y="145610"/>
                  <a:pt x="8555" y="149493"/>
                  <a:pt x="13343" y="149493"/>
                </a:cubicBezTo>
                <a:lnTo>
                  <a:pt x="117463" y="149493"/>
                </a:lnTo>
                <a:cubicBezTo>
                  <a:pt x="122252" y="149493"/>
                  <a:pt x="126135" y="145610"/>
                  <a:pt x="126135" y="140821"/>
                </a:cubicBezTo>
                <a:cubicBezTo>
                  <a:pt x="126135" y="112061"/>
                  <a:pt x="102835" y="88762"/>
                  <a:pt x="74075" y="88762"/>
                </a:cubicBezTo>
                <a:lnTo>
                  <a:pt x="56731" y="8876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98311" y="1793918"/>
            <a:ext cx="1893580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46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Input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8311" y="1993243"/>
            <a:ext cx="1893580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46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Player, Opponent, Venue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529575" y="1727477"/>
            <a:ext cx="166104" cy="166104"/>
          </a:xfrm>
          <a:custGeom>
            <a:avLst/>
            <a:gdLst/>
            <a:ahLst/>
            <a:cxnLst/>
            <a:rect l="l" t="t" r="r" b="b"/>
            <a:pathLst>
              <a:path w="166104" h="166104">
                <a:moveTo>
                  <a:pt x="163054" y="90384"/>
                </a:moveTo>
                <a:cubicBezTo>
                  <a:pt x="167109" y="86328"/>
                  <a:pt x="167109" y="79743"/>
                  <a:pt x="163054" y="75687"/>
                </a:cubicBezTo>
                <a:lnTo>
                  <a:pt x="111147" y="23780"/>
                </a:lnTo>
                <a:cubicBezTo>
                  <a:pt x="107091" y="19725"/>
                  <a:pt x="100506" y="19725"/>
                  <a:pt x="96450" y="23780"/>
                </a:cubicBezTo>
                <a:cubicBezTo>
                  <a:pt x="92395" y="27835"/>
                  <a:pt x="92395" y="34421"/>
                  <a:pt x="96450" y="38476"/>
                </a:cubicBezTo>
                <a:lnTo>
                  <a:pt x="130644" y="72670"/>
                </a:lnTo>
                <a:lnTo>
                  <a:pt x="10381" y="72670"/>
                </a:lnTo>
                <a:cubicBezTo>
                  <a:pt x="4639" y="72670"/>
                  <a:pt x="0" y="77310"/>
                  <a:pt x="0" y="83052"/>
                </a:cubicBezTo>
                <a:cubicBezTo>
                  <a:pt x="0" y="88794"/>
                  <a:pt x="4639" y="93433"/>
                  <a:pt x="10381" y="93433"/>
                </a:cubicBezTo>
                <a:lnTo>
                  <a:pt x="130644" y="93433"/>
                </a:lnTo>
                <a:lnTo>
                  <a:pt x="96450" y="127627"/>
                </a:lnTo>
                <a:cubicBezTo>
                  <a:pt x="92395" y="131682"/>
                  <a:pt x="92395" y="138268"/>
                  <a:pt x="96450" y="142323"/>
                </a:cubicBezTo>
                <a:cubicBezTo>
                  <a:pt x="100506" y="146379"/>
                  <a:pt x="107091" y="146379"/>
                  <a:pt x="111147" y="142323"/>
                </a:cubicBezTo>
                <a:lnTo>
                  <a:pt x="163054" y="90416"/>
                </a:ln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14" name="Shape 12"/>
          <p:cNvSpPr/>
          <p:nvPr/>
        </p:nvSpPr>
        <p:spPr>
          <a:xfrm>
            <a:off x="2791188" y="1353744"/>
            <a:ext cx="1976632" cy="913569"/>
          </a:xfrm>
          <a:custGeom>
            <a:avLst/>
            <a:gdLst/>
            <a:ahLst/>
            <a:cxnLst/>
            <a:rect l="l" t="t" r="r" b="b"/>
            <a:pathLst>
              <a:path w="1976632" h="913569">
                <a:moveTo>
                  <a:pt x="99661" y="0"/>
                </a:moveTo>
                <a:lnTo>
                  <a:pt x="1876971" y="0"/>
                </a:lnTo>
                <a:cubicBezTo>
                  <a:pt x="1932012" y="0"/>
                  <a:pt x="1976632" y="44620"/>
                  <a:pt x="1976632" y="99661"/>
                </a:cubicBezTo>
                <a:lnTo>
                  <a:pt x="1976632" y="813908"/>
                </a:lnTo>
                <a:cubicBezTo>
                  <a:pt x="1976632" y="868950"/>
                  <a:pt x="1932012" y="913569"/>
                  <a:pt x="1876971" y="913569"/>
                </a:cubicBezTo>
                <a:lnTo>
                  <a:pt x="99661" y="913569"/>
                </a:lnTo>
                <a:cubicBezTo>
                  <a:pt x="44620" y="913569"/>
                  <a:pt x="0" y="868950"/>
                  <a:pt x="0" y="813908"/>
                </a:cubicBezTo>
                <a:lnTo>
                  <a:pt x="0" y="99661"/>
                </a:lnTo>
                <a:cubicBezTo>
                  <a:pt x="0" y="44657"/>
                  <a:pt x="44657" y="0"/>
                  <a:pt x="99661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13790" y="1428490"/>
            <a:ext cx="332207" cy="332207"/>
          </a:xfrm>
          <a:custGeom>
            <a:avLst/>
            <a:gdLst/>
            <a:ahLst/>
            <a:cxnLst/>
            <a:rect l="l" t="t" r="r" b="b"/>
            <a:pathLst>
              <a:path w="332207" h="332207">
                <a:moveTo>
                  <a:pt x="166104" y="0"/>
                </a:moveTo>
                <a:lnTo>
                  <a:pt x="166104" y="0"/>
                </a:lnTo>
                <a:cubicBezTo>
                  <a:pt x="257840" y="0"/>
                  <a:pt x="332207" y="74367"/>
                  <a:pt x="332207" y="166104"/>
                </a:cubicBezTo>
                <a:lnTo>
                  <a:pt x="332207" y="166104"/>
                </a:lnTo>
                <a:cubicBezTo>
                  <a:pt x="332207" y="257840"/>
                  <a:pt x="257840" y="332207"/>
                  <a:pt x="166104" y="332207"/>
                </a:cubicBezTo>
                <a:lnTo>
                  <a:pt x="166104" y="332207"/>
                </a:lnTo>
                <a:cubicBezTo>
                  <a:pt x="74367" y="332207"/>
                  <a:pt x="0" y="257840"/>
                  <a:pt x="0" y="166104"/>
                </a:cubicBezTo>
                <a:lnTo>
                  <a:pt x="0" y="166104"/>
                </a:lnTo>
                <a:cubicBezTo>
                  <a:pt x="0" y="74367"/>
                  <a:pt x="74367" y="0"/>
                  <a:pt x="166104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6" name="Shape 14"/>
          <p:cNvSpPr/>
          <p:nvPr/>
        </p:nvSpPr>
        <p:spPr>
          <a:xfrm>
            <a:off x="3707223" y="1519847"/>
            <a:ext cx="149493" cy="149493"/>
          </a:xfrm>
          <a:custGeom>
            <a:avLst/>
            <a:gdLst/>
            <a:ahLst/>
            <a:cxnLst/>
            <a:rect l="l" t="t" r="r" b="b"/>
            <a:pathLst>
              <a:path w="149493" h="149493">
                <a:moveTo>
                  <a:pt x="121463" y="60732"/>
                </a:moveTo>
                <a:cubicBezTo>
                  <a:pt x="121463" y="74133"/>
                  <a:pt x="117113" y="86513"/>
                  <a:pt x="109784" y="96557"/>
                </a:cubicBezTo>
                <a:lnTo>
                  <a:pt x="146749" y="133551"/>
                </a:lnTo>
                <a:cubicBezTo>
                  <a:pt x="150398" y="137201"/>
                  <a:pt x="150398" y="143128"/>
                  <a:pt x="146749" y="146778"/>
                </a:cubicBezTo>
                <a:cubicBezTo>
                  <a:pt x="143099" y="150428"/>
                  <a:pt x="137172" y="150428"/>
                  <a:pt x="133522" y="146778"/>
                </a:cubicBezTo>
                <a:lnTo>
                  <a:pt x="96557" y="109784"/>
                </a:lnTo>
                <a:cubicBezTo>
                  <a:pt x="86513" y="117113"/>
                  <a:pt x="74133" y="121463"/>
                  <a:pt x="60732" y="121463"/>
                </a:cubicBezTo>
                <a:cubicBezTo>
                  <a:pt x="27183" y="121463"/>
                  <a:pt x="0" y="94280"/>
                  <a:pt x="0" y="60732"/>
                </a:cubicBezTo>
                <a:cubicBezTo>
                  <a:pt x="0" y="27183"/>
                  <a:pt x="27183" y="0"/>
                  <a:pt x="60732" y="0"/>
                </a:cubicBezTo>
                <a:cubicBezTo>
                  <a:pt x="94280" y="0"/>
                  <a:pt x="121463" y="27183"/>
                  <a:pt x="121463" y="60732"/>
                </a:cubicBezTo>
                <a:close/>
                <a:moveTo>
                  <a:pt x="60732" y="102777"/>
                </a:moveTo>
                <a:cubicBezTo>
                  <a:pt x="83937" y="102777"/>
                  <a:pt x="102777" y="83937"/>
                  <a:pt x="102777" y="60732"/>
                </a:cubicBezTo>
                <a:cubicBezTo>
                  <a:pt x="102777" y="37526"/>
                  <a:pt x="83937" y="18687"/>
                  <a:pt x="60732" y="18687"/>
                </a:cubicBezTo>
                <a:cubicBezTo>
                  <a:pt x="37526" y="18687"/>
                  <a:pt x="18687" y="37526"/>
                  <a:pt x="18687" y="60732"/>
                </a:cubicBezTo>
                <a:cubicBezTo>
                  <a:pt x="18687" y="83937"/>
                  <a:pt x="37526" y="102777"/>
                  <a:pt x="60732" y="10277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2832714" y="1793918"/>
            <a:ext cx="1893580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46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Lookup Tables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832714" y="1993243"/>
            <a:ext cx="1893580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46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 CSV Files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64109" y="1727477"/>
            <a:ext cx="166104" cy="166104"/>
          </a:xfrm>
          <a:custGeom>
            <a:avLst/>
            <a:gdLst/>
            <a:ahLst/>
            <a:cxnLst/>
            <a:rect l="l" t="t" r="r" b="b"/>
            <a:pathLst>
              <a:path w="166104" h="166104">
                <a:moveTo>
                  <a:pt x="163054" y="90384"/>
                </a:moveTo>
                <a:cubicBezTo>
                  <a:pt x="167109" y="86328"/>
                  <a:pt x="167109" y="79743"/>
                  <a:pt x="163054" y="75687"/>
                </a:cubicBezTo>
                <a:lnTo>
                  <a:pt x="111147" y="23780"/>
                </a:lnTo>
                <a:cubicBezTo>
                  <a:pt x="107091" y="19725"/>
                  <a:pt x="100506" y="19725"/>
                  <a:pt x="96450" y="23780"/>
                </a:cubicBezTo>
                <a:cubicBezTo>
                  <a:pt x="92395" y="27835"/>
                  <a:pt x="92395" y="34421"/>
                  <a:pt x="96450" y="38476"/>
                </a:cubicBezTo>
                <a:lnTo>
                  <a:pt x="130644" y="72670"/>
                </a:lnTo>
                <a:lnTo>
                  <a:pt x="10381" y="72670"/>
                </a:lnTo>
                <a:cubicBezTo>
                  <a:pt x="4639" y="72670"/>
                  <a:pt x="0" y="77310"/>
                  <a:pt x="0" y="83052"/>
                </a:cubicBezTo>
                <a:cubicBezTo>
                  <a:pt x="0" y="88794"/>
                  <a:pt x="4639" y="93433"/>
                  <a:pt x="10381" y="93433"/>
                </a:cubicBezTo>
                <a:lnTo>
                  <a:pt x="130644" y="93433"/>
                </a:lnTo>
                <a:lnTo>
                  <a:pt x="96450" y="127627"/>
                </a:lnTo>
                <a:cubicBezTo>
                  <a:pt x="92395" y="131682"/>
                  <a:pt x="92395" y="138268"/>
                  <a:pt x="96450" y="142323"/>
                </a:cubicBezTo>
                <a:cubicBezTo>
                  <a:pt x="100506" y="146379"/>
                  <a:pt x="107091" y="146379"/>
                  <a:pt x="111147" y="142323"/>
                </a:cubicBezTo>
                <a:lnTo>
                  <a:pt x="163054" y="90416"/>
                </a:ln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20" name="Shape 18"/>
          <p:cNvSpPr/>
          <p:nvPr/>
        </p:nvSpPr>
        <p:spPr>
          <a:xfrm>
            <a:off x="5125722" y="1353744"/>
            <a:ext cx="1976632" cy="913569"/>
          </a:xfrm>
          <a:custGeom>
            <a:avLst/>
            <a:gdLst/>
            <a:ahLst/>
            <a:cxnLst/>
            <a:rect l="l" t="t" r="r" b="b"/>
            <a:pathLst>
              <a:path w="1976632" h="913569">
                <a:moveTo>
                  <a:pt x="99661" y="0"/>
                </a:moveTo>
                <a:lnTo>
                  <a:pt x="1876971" y="0"/>
                </a:lnTo>
                <a:cubicBezTo>
                  <a:pt x="1932012" y="0"/>
                  <a:pt x="1976632" y="44620"/>
                  <a:pt x="1976632" y="99661"/>
                </a:cubicBezTo>
                <a:lnTo>
                  <a:pt x="1976632" y="813908"/>
                </a:lnTo>
                <a:cubicBezTo>
                  <a:pt x="1976632" y="868950"/>
                  <a:pt x="1932012" y="913569"/>
                  <a:pt x="1876971" y="913569"/>
                </a:cubicBezTo>
                <a:lnTo>
                  <a:pt x="99661" y="913569"/>
                </a:lnTo>
                <a:cubicBezTo>
                  <a:pt x="44620" y="913569"/>
                  <a:pt x="0" y="868950"/>
                  <a:pt x="0" y="813908"/>
                </a:cubicBezTo>
                <a:lnTo>
                  <a:pt x="0" y="99661"/>
                </a:lnTo>
                <a:cubicBezTo>
                  <a:pt x="0" y="44657"/>
                  <a:pt x="44657" y="0"/>
                  <a:pt x="99661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8194" y="1428490"/>
            <a:ext cx="332207" cy="332207"/>
          </a:xfrm>
          <a:custGeom>
            <a:avLst/>
            <a:gdLst/>
            <a:ahLst/>
            <a:cxnLst/>
            <a:rect l="l" t="t" r="r" b="b"/>
            <a:pathLst>
              <a:path w="332207" h="332207">
                <a:moveTo>
                  <a:pt x="166104" y="0"/>
                </a:moveTo>
                <a:lnTo>
                  <a:pt x="166104" y="0"/>
                </a:lnTo>
                <a:cubicBezTo>
                  <a:pt x="257840" y="0"/>
                  <a:pt x="332207" y="74367"/>
                  <a:pt x="332207" y="166104"/>
                </a:cubicBezTo>
                <a:lnTo>
                  <a:pt x="332207" y="166104"/>
                </a:lnTo>
                <a:cubicBezTo>
                  <a:pt x="332207" y="257840"/>
                  <a:pt x="257840" y="332207"/>
                  <a:pt x="166104" y="332207"/>
                </a:cubicBezTo>
                <a:lnTo>
                  <a:pt x="166104" y="332207"/>
                </a:lnTo>
                <a:cubicBezTo>
                  <a:pt x="74367" y="332207"/>
                  <a:pt x="0" y="257840"/>
                  <a:pt x="0" y="166104"/>
                </a:cubicBezTo>
                <a:lnTo>
                  <a:pt x="0" y="166104"/>
                </a:lnTo>
                <a:cubicBezTo>
                  <a:pt x="0" y="74367"/>
                  <a:pt x="74367" y="0"/>
                  <a:pt x="166104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6041627" y="1519847"/>
            <a:ext cx="149493" cy="149493"/>
          </a:xfrm>
          <a:custGeom>
            <a:avLst/>
            <a:gdLst/>
            <a:ahLst/>
            <a:cxnLst/>
            <a:rect l="l" t="t" r="r" b="b"/>
            <a:pathLst>
              <a:path w="149493" h="149493">
                <a:moveTo>
                  <a:pt x="9343" y="18687"/>
                </a:moveTo>
                <a:cubicBezTo>
                  <a:pt x="5577" y="18687"/>
                  <a:pt x="2161" y="20964"/>
                  <a:pt x="701" y="24468"/>
                </a:cubicBezTo>
                <a:cubicBezTo>
                  <a:pt x="-759" y="27972"/>
                  <a:pt x="58" y="31972"/>
                  <a:pt x="2745" y="34629"/>
                </a:cubicBezTo>
                <a:lnTo>
                  <a:pt x="56060" y="87973"/>
                </a:lnTo>
                <a:lnTo>
                  <a:pt x="56060" y="121463"/>
                </a:lnTo>
                <a:cubicBezTo>
                  <a:pt x="56060" y="123945"/>
                  <a:pt x="57053" y="126310"/>
                  <a:pt x="58805" y="128062"/>
                </a:cubicBezTo>
                <a:lnTo>
                  <a:pt x="77491" y="146749"/>
                </a:lnTo>
                <a:cubicBezTo>
                  <a:pt x="80177" y="149435"/>
                  <a:pt x="84178" y="150223"/>
                  <a:pt x="87681" y="148763"/>
                </a:cubicBezTo>
                <a:cubicBezTo>
                  <a:pt x="91185" y="147303"/>
                  <a:pt x="93433" y="143916"/>
                  <a:pt x="93433" y="140150"/>
                </a:cubicBezTo>
                <a:lnTo>
                  <a:pt x="93433" y="87973"/>
                </a:lnTo>
                <a:lnTo>
                  <a:pt x="146749" y="34658"/>
                </a:lnTo>
                <a:cubicBezTo>
                  <a:pt x="149435" y="31972"/>
                  <a:pt x="150223" y="27972"/>
                  <a:pt x="148763" y="24468"/>
                </a:cubicBezTo>
                <a:cubicBezTo>
                  <a:pt x="147303" y="20964"/>
                  <a:pt x="143916" y="18687"/>
                  <a:pt x="140150" y="18687"/>
                </a:cubicBezTo>
                <a:lnTo>
                  <a:pt x="9343" y="1868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5167248" y="1793918"/>
            <a:ext cx="1893580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46" b="1" dirty="0">
                <a:solidFill>
                  <a:srgbClr val="8B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Smoothing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167248" y="1993243"/>
            <a:ext cx="1893580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46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 Noise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198512" y="1727477"/>
            <a:ext cx="166104" cy="166104"/>
          </a:xfrm>
          <a:custGeom>
            <a:avLst/>
            <a:gdLst/>
            <a:ahLst/>
            <a:cxnLst/>
            <a:rect l="l" t="t" r="r" b="b"/>
            <a:pathLst>
              <a:path w="166104" h="166104">
                <a:moveTo>
                  <a:pt x="163054" y="90384"/>
                </a:moveTo>
                <a:cubicBezTo>
                  <a:pt x="167109" y="86328"/>
                  <a:pt x="167109" y="79743"/>
                  <a:pt x="163054" y="75687"/>
                </a:cubicBezTo>
                <a:lnTo>
                  <a:pt x="111147" y="23780"/>
                </a:lnTo>
                <a:cubicBezTo>
                  <a:pt x="107091" y="19725"/>
                  <a:pt x="100506" y="19725"/>
                  <a:pt x="96450" y="23780"/>
                </a:cubicBezTo>
                <a:cubicBezTo>
                  <a:pt x="92395" y="27835"/>
                  <a:pt x="92395" y="34421"/>
                  <a:pt x="96450" y="38476"/>
                </a:cubicBezTo>
                <a:lnTo>
                  <a:pt x="130644" y="72670"/>
                </a:lnTo>
                <a:lnTo>
                  <a:pt x="10381" y="72670"/>
                </a:lnTo>
                <a:cubicBezTo>
                  <a:pt x="4639" y="72670"/>
                  <a:pt x="0" y="77310"/>
                  <a:pt x="0" y="83052"/>
                </a:cubicBezTo>
                <a:cubicBezTo>
                  <a:pt x="0" y="88794"/>
                  <a:pt x="4639" y="93433"/>
                  <a:pt x="10381" y="93433"/>
                </a:cubicBezTo>
                <a:lnTo>
                  <a:pt x="130644" y="93433"/>
                </a:lnTo>
                <a:lnTo>
                  <a:pt x="96450" y="127627"/>
                </a:lnTo>
                <a:cubicBezTo>
                  <a:pt x="92395" y="131682"/>
                  <a:pt x="92395" y="138268"/>
                  <a:pt x="96450" y="142323"/>
                </a:cubicBezTo>
                <a:cubicBezTo>
                  <a:pt x="100506" y="146379"/>
                  <a:pt x="107091" y="146379"/>
                  <a:pt x="111147" y="142323"/>
                </a:cubicBezTo>
                <a:lnTo>
                  <a:pt x="163054" y="90416"/>
                </a:ln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26" name="Shape 24"/>
          <p:cNvSpPr/>
          <p:nvPr/>
        </p:nvSpPr>
        <p:spPr>
          <a:xfrm>
            <a:off x="7460125" y="1353744"/>
            <a:ext cx="1976632" cy="913569"/>
          </a:xfrm>
          <a:custGeom>
            <a:avLst/>
            <a:gdLst/>
            <a:ahLst/>
            <a:cxnLst/>
            <a:rect l="l" t="t" r="r" b="b"/>
            <a:pathLst>
              <a:path w="1976632" h="913569">
                <a:moveTo>
                  <a:pt x="99661" y="0"/>
                </a:moveTo>
                <a:lnTo>
                  <a:pt x="1876971" y="0"/>
                </a:lnTo>
                <a:cubicBezTo>
                  <a:pt x="1932012" y="0"/>
                  <a:pt x="1976632" y="44620"/>
                  <a:pt x="1976632" y="99661"/>
                </a:cubicBezTo>
                <a:lnTo>
                  <a:pt x="1976632" y="813908"/>
                </a:lnTo>
                <a:cubicBezTo>
                  <a:pt x="1976632" y="868950"/>
                  <a:pt x="1932012" y="913569"/>
                  <a:pt x="1876971" y="913569"/>
                </a:cubicBezTo>
                <a:lnTo>
                  <a:pt x="99661" y="913569"/>
                </a:lnTo>
                <a:cubicBezTo>
                  <a:pt x="44620" y="913569"/>
                  <a:pt x="0" y="868950"/>
                  <a:pt x="0" y="813908"/>
                </a:cubicBezTo>
                <a:lnTo>
                  <a:pt x="0" y="99661"/>
                </a:lnTo>
                <a:cubicBezTo>
                  <a:pt x="0" y="44657"/>
                  <a:pt x="44657" y="0"/>
                  <a:pt x="99661" y="0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82727" y="1428490"/>
            <a:ext cx="332207" cy="332207"/>
          </a:xfrm>
          <a:custGeom>
            <a:avLst/>
            <a:gdLst/>
            <a:ahLst/>
            <a:cxnLst/>
            <a:rect l="l" t="t" r="r" b="b"/>
            <a:pathLst>
              <a:path w="332207" h="332207">
                <a:moveTo>
                  <a:pt x="166104" y="0"/>
                </a:moveTo>
                <a:lnTo>
                  <a:pt x="166104" y="0"/>
                </a:lnTo>
                <a:cubicBezTo>
                  <a:pt x="257840" y="0"/>
                  <a:pt x="332207" y="74367"/>
                  <a:pt x="332207" y="166104"/>
                </a:cubicBezTo>
                <a:lnTo>
                  <a:pt x="332207" y="166104"/>
                </a:lnTo>
                <a:cubicBezTo>
                  <a:pt x="332207" y="257840"/>
                  <a:pt x="257840" y="332207"/>
                  <a:pt x="166104" y="332207"/>
                </a:cubicBezTo>
                <a:lnTo>
                  <a:pt x="166104" y="332207"/>
                </a:lnTo>
                <a:cubicBezTo>
                  <a:pt x="74367" y="332207"/>
                  <a:pt x="0" y="257840"/>
                  <a:pt x="0" y="166104"/>
                </a:cubicBezTo>
                <a:lnTo>
                  <a:pt x="0" y="166104"/>
                </a:lnTo>
                <a:cubicBezTo>
                  <a:pt x="0" y="74367"/>
                  <a:pt x="74367" y="0"/>
                  <a:pt x="166104" y="0"/>
                </a:cubicBez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28" name="Shape 26"/>
          <p:cNvSpPr/>
          <p:nvPr/>
        </p:nvSpPr>
        <p:spPr>
          <a:xfrm>
            <a:off x="8376160" y="1519847"/>
            <a:ext cx="149493" cy="149493"/>
          </a:xfrm>
          <a:custGeom>
            <a:avLst/>
            <a:gdLst/>
            <a:ahLst/>
            <a:cxnLst/>
            <a:rect l="l" t="t" r="r" b="b"/>
            <a:pathLst>
              <a:path w="149493" h="149493">
                <a:moveTo>
                  <a:pt x="35037" y="16351"/>
                </a:moveTo>
                <a:cubicBezTo>
                  <a:pt x="35037" y="7329"/>
                  <a:pt x="42366" y="0"/>
                  <a:pt x="51388" y="0"/>
                </a:cubicBezTo>
                <a:lnTo>
                  <a:pt x="58396" y="0"/>
                </a:lnTo>
                <a:cubicBezTo>
                  <a:pt x="63564" y="0"/>
                  <a:pt x="67739" y="4175"/>
                  <a:pt x="67739" y="9343"/>
                </a:cubicBezTo>
                <a:lnTo>
                  <a:pt x="67739" y="140150"/>
                </a:lnTo>
                <a:cubicBezTo>
                  <a:pt x="67739" y="145318"/>
                  <a:pt x="63564" y="149493"/>
                  <a:pt x="58396" y="149493"/>
                </a:cubicBezTo>
                <a:lnTo>
                  <a:pt x="49052" y="149493"/>
                </a:lnTo>
                <a:cubicBezTo>
                  <a:pt x="40351" y="149493"/>
                  <a:pt x="33023" y="143537"/>
                  <a:pt x="30950" y="135478"/>
                </a:cubicBezTo>
                <a:cubicBezTo>
                  <a:pt x="30745" y="135478"/>
                  <a:pt x="30570" y="135478"/>
                  <a:pt x="30366" y="135478"/>
                </a:cubicBezTo>
                <a:cubicBezTo>
                  <a:pt x="17460" y="135478"/>
                  <a:pt x="7007" y="125025"/>
                  <a:pt x="7007" y="112120"/>
                </a:cubicBezTo>
                <a:cubicBezTo>
                  <a:pt x="7007" y="106864"/>
                  <a:pt x="8759" y="102017"/>
                  <a:pt x="11679" y="98105"/>
                </a:cubicBezTo>
                <a:cubicBezTo>
                  <a:pt x="6015" y="93842"/>
                  <a:pt x="2336" y="87068"/>
                  <a:pt x="2336" y="79418"/>
                </a:cubicBezTo>
                <a:cubicBezTo>
                  <a:pt x="2336" y="70396"/>
                  <a:pt x="7475" y="62542"/>
                  <a:pt x="14949" y="58659"/>
                </a:cubicBezTo>
                <a:cubicBezTo>
                  <a:pt x="12876" y="55155"/>
                  <a:pt x="11679" y="51067"/>
                  <a:pt x="11679" y="46717"/>
                </a:cubicBezTo>
                <a:cubicBezTo>
                  <a:pt x="11679" y="33811"/>
                  <a:pt x="22132" y="23358"/>
                  <a:pt x="35037" y="23358"/>
                </a:cubicBezTo>
                <a:lnTo>
                  <a:pt x="35037" y="16351"/>
                </a:lnTo>
                <a:close/>
                <a:moveTo>
                  <a:pt x="114456" y="16351"/>
                </a:moveTo>
                <a:lnTo>
                  <a:pt x="114456" y="23358"/>
                </a:lnTo>
                <a:cubicBezTo>
                  <a:pt x="127361" y="23358"/>
                  <a:pt x="137814" y="33811"/>
                  <a:pt x="137814" y="46717"/>
                </a:cubicBezTo>
                <a:cubicBezTo>
                  <a:pt x="137814" y="51096"/>
                  <a:pt x="136617" y="55184"/>
                  <a:pt x="134544" y="58659"/>
                </a:cubicBezTo>
                <a:cubicBezTo>
                  <a:pt x="142048" y="62542"/>
                  <a:pt x="147157" y="70367"/>
                  <a:pt x="147157" y="79418"/>
                </a:cubicBezTo>
                <a:cubicBezTo>
                  <a:pt x="147157" y="87068"/>
                  <a:pt x="143478" y="93842"/>
                  <a:pt x="137814" y="98105"/>
                </a:cubicBezTo>
                <a:cubicBezTo>
                  <a:pt x="140734" y="102017"/>
                  <a:pt x="142486" y="106864"/>
                  <a:pt x="142486" y="112120"/>
                </a:cubicBezTo>
                <a:cubicBezTo>
                  <a:pt x="142486" y="125025"/>
                  <a:pt x="132033" y="135478"/>
                  <a:pt x="119127" y="135478"/>
                </a:cubicBezTo>
                <a:cubicBezTo>
                  <a:pt x="118923" y="135478"/>
                  <a:pt x="118748" y="135478"/>
                  <a:pt x="118543" y="135478"/>
                </a:cubicBezTo>
                <a:cubicBezTo>
                  <a:pt x="116470" y="143537"/>
                  <a:pt x="109142" y="149493"/>
                  <a:pt x="100441" y="149493"/>
                </a:cubicBezTo>
                <a:lnTo>
                  <a:pt x="91097" y="149493"/>
                </a:lnTo>
                <a:cubicBezTo>
                  <a:pt x="85929" y="149493"/>
                  <a:pt x="81754" y="145318"/>
                  <a:pt x="81754" y="140150"/>
                </a:cubicBezTo>
                <a:lnTo>
                  <a:pt x="81754" y="9343"/>
                </a:lnTo>
                <a:cubicBezTo>
                  <a:pt x="81754" y="4175"/>
                  <a:pt x="85929" y="0"/>
                  <a:pt x="91097" y="0"/>
                </a:cubicBezTo>
                <a:lnTo>
                  <a:pt x="98105" y="0"/>
                </a:lnTo>
                <a:cubicBezTo>
                  <a:pt x="107127" y="0"/>
                  <a:pt x="114456" y="7329"/>
                  <a:pt x="114456" y="1635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7501651" y="1793918"/>
            <a:ext cx="1893580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46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Inference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501651" y="1993243"/>
            <a:ext cx="1893580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46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RF/XGBoost .pkl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533046" y="1727477"/>
            <a:ext cx="166104" cy="166104"/>
          </a:xfrm>
          <a:custGeom>
            <a:avLst/>
            <a:gdLst/>
            <a:ahLst/>
            <a:cxnLst/>
            <a:rect l="l" t="t" r="r" b="b"/>
            <a:pathLst>
              <a:path w="166104" h="166104">
                <a:moveTo>
                  <a:pt x="163054" y="90384"/>
                </a:moveTo>
                <a:cubicBezTo>
                  <a:pt x="167109" y="86328"/>
                  <a:pt x="167109" y="79743"/>
                  <a:pt x="163054" y="75687"/>
                </a:cubicBezTo>
                <a:lnTo>
                  <a:pt x="111147" y="23780"/>
                </a:lnTo>
                <a:cubicBezTo>
                  <a:pt x="107091" y="19725"/>
                  <a:pt x="100506" y="19725"/>
                  <a:pt x="96450" y="23780"/>
                </a:cubicBezTo>
                <a:cubicBezTo>
                  <a:pt x="92395" y="27835"/>
                  <a:pt x="92395" y="34421"/>
                  <a:pt x="96450" y="38476"/>
                </a:cubicBezTo>
                <a:lnTo>
                  <a:pt x="130644" y="72670"/>
                </a:lnTo>
                <a:lnTo>
                  <a:pt x="10381" y="72670"/>
                </a:lnTo>
                <a:cubicBezTo>
                  <a:pt x="4639" y="72670"/>
                  <a:pt x="0" y="77310"/>
                  <a:pt x="0" y="83052"/>
                </a:cubicBezTo>
                <a:cubicBezTo>
                  <a:pt x="0" y="88794"/>
                  <a:pt x="4639" y="93433"/>
                  <a:pt x="10381" y="93433"/>
                </a:cubicBezTo>
                <a:lnTo>
                  <a:pt x="130644" y="93433"/>
                </a:lnTo>
                <a:lnTo>
                  <a:pt x="96450" y="127627"/>
                </a:lnTo>
                <a:cubicBezTo>
                  <a:pt x="92395" y="131682"/>
                  <a:pt x="92395" y="138268"/>
                  <a:pt x="96450" y="142323"/>
                </a:cubicBezTo>
                <a:cubicBezTo>
                  <a:pt x="100506" y="146379"/>
                  <a:pt x="107091" y="146379"/>
                  <a:pt x="111147" y="142323"/>
                </a:cubicBezTo>
                <a:lnTo>
                  <a:pt x="163054" y="90416"/>
                </a:ln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32" name="Shape 30"/>
          <p:cNvSpPr/>
          <p:nvPr/>
        </p:nvSpPr>
        <p:spPr>
          <a:xfrm>
            <a:off x="9786354" y="1362049"/>
            <a:ext cx="1960022" cy="896959"/>
          </a:xfrm>
          <a:custGeom>
            <a:avLst/>
            <a:gdLst/>
            <a:ahLst/>
            <a:cxnLst/>
            <a:rect l="l" t="t" r="r" b="b"/>
            <a:pathLst>
              <a:path w="1960022" h="896959">
                <a:moveTo>
                  <a:pt x="99661" y="0"/>
                </a:moveTo>
                <a:lnTo>
                  <a:pt x="1860361" y="0"/>
                </a:lnTo>
                <a:cubicBezTo>
                  <a:pt x="1915402" y="0"/>
                  <a:pt x="1960022" y="44620"/>
                  <a:pt x="1960022" y="99661"/>
                </a:cubicBezTo>
                <a:lnTo>
                  <a:pt x="1960022" y="797298"/>
                </a:lnTo>
                <a:cubicBezTo>
                  <a:pt x="1960022" y="852339"/>
                  <a:pt x="1915402" y="896959"/>
                  <a:pt x="1860361" y="896959"/>
                </a:cubicBezTo>
                <a:lnTo>
                  <a:pt x="99661" y="896959"/>
                </a:lnTo>
                <a:cubicBezTo>
                  <a:pt x="44620" y="896959"/>
                  <a:pt x="0" y="852339"/>
                  <a:pt x="0" y="797298"/>
                </a:cubicBezTo>
                <a:lnTo>
                  <a:pt x="0" y="99661"/>
                </a:lnTo>
                <a:cubicBezTo>
                  <a:pt x="0" y="44620"/>
                  <a:pt x="44620" y="0"/>
                  <a:pt x="99661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8A"/>
              </a:gs>
              <a:gs pos="100000">
                <a:srgbClr val="3B82F6"/>
              </a:gs>
            </a:gsLst>
            <a:lin ang="2700000" scaled="1"/>
          </a:gradFill>
          <a:ln/>
        </p:spPr>
      </p:sp>
      <p:sp>
        <p:nvSpPr>
          <p:cNvPr id="33" name="Shape 31"/>
          <p:cNvSpPr/>
          <p:nvPr/>
        </p:nvSpPr>
        <p:spPr>
          <a:xfrm>
            <a:off x="10600650" y="1428490"/>
            <a:ext cx="332207" cy="332207"/>
          </a:xfrm>
          <a:custGeom>
            <a:avLst/>
            <a:gdLst/>
            <a:ahLst/>
            <a:cxnLst/>
            <a:rect l="l" t="t" r="r" b="b"/>
            <a:pathLst>
              <a:path w="332207" h="332207">
                <a:moveTo>
                  <a:pt x="166104" y="0"/>
                </a:moveTo>
                <a:lnTo>
                  <a:pt x="166104" y="0"/>
                </a:lnTo>
                <a:cubicBezTo>
                  <a:pt x="257840" y="0"/>
                  <a:pt x="332207" y="74367"/>
                  <a:pt x="332207" y="166104"/>
                </a:cubicBezTo>
                <a:lnTo>
                  <a:pt x="332207" y="166104"/>
                </a:lnTo>
                <a:cubicBezTo>
                  <a:pt x="332207" y="257840"/>
                  <a:pt x="257840" y="332207"/>
                  <a:pt x="166104" y="332207"/>
                </a:cubicBezTo>
                <a:lnTo>
                  <a:pt x="166104" y="332207"/>
                </a:lnTo>
                <a:cubicBezTo>
                  <a:pt x="74367" y="332207"/>
                  <a:pt x="0" y="257840"/>
                  <a:pt x="0" y="166104"/>
                </a:cubicBezTo>
                <a:lnTo>
                  <a:pt x="0" y="166104"/>
                </a:lnTo>
                <a:cubicBezTo>
                  <a:pt x="0" y="74367"/>
                  <a:pt x="74367" y="0"/>
                  <a:pt x="166104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694083" y="1519847"/>
            <a:ext cx="149493" cy="149493"/>
          </a:xfrm>
          <a:custGeom>
            <a:avLst/>
            <a:gdLst/>
            <a:ahLst/>
            <a:cxnLst/>
            <a:rect l="l" t="t" r="r" b="b"/>
            <a:pathLst>
              <a:path w="149493" h="149493">
                <a:moveTo>
                  <a:pt x="9343" y="9343"/>
                </a:moveTo>
                <a:cubicBezTo>
                  <a:pt x="14511" y="9343"/>
                  <a:pt x="18687" y="13519"/>
                  <a:pt x="18687" y="18687"/>
                </a:cubicBezTo>
                <a:lnTo>
                  <a:pt x="18687" y="116792"/>
                </a:lnTo>
                <a:cubicBezTo>
                  <a:pt x="18687" y="119361"/>
                  <a:pt x="20789" y="121463"/>
                  <a:pt x="23358" y="121463"/>
                </a:cubicBezTo>
                <a:lnTo>
                  <a:pt x="140150" y="121463"/>
                </a:lnTo>
                <a:cubicBezTo>
                  <a:pt x="145318" y="121463"/>
                  <a:pt x="149493" y="125639"/>
                  <a:pt x="149493" y="130807"/>
                </a:cubicBezTo>
                <a:cubicBezTo>
                  <a:pt x="149493" y="135975"/>
                  <a:pt x="145318" y="140150"/>
                  <a:pt x="140150" y="140150"/>
                </a:cubicBezTo>
                <a:lnTo>
                  <a:pt x="23358" y="140150"/>
                </a:lnTo>
                <a:cubicBezTo>
                  <a:pt x="10453" y="140150"/>
                  <a:pt x="0" y="129697"/>
                  <a:pt x="0" y="116792"/>
                </a:cubicBezTo>
                <a:lnTo>
                  <a:pt x="0" y="18687"/>
                </a:lnTo>
                <a:cubicBezTo>
                  <a:pt x="0" y="13519"/>
                  <a:pt x="4175" y="9343"/>
                  <a:pt x="9343" y="9343"/>
                </a:cubicBezTo>
                <a:close/>
                <a:moveTo>
                  <a:pt x="37373" y="28030"/>
                </a:moveTo>
                <a:cubicBezTo>
                  <a:pt x="37373" y="22862"/>
                  <a:pt x="41549" y="18687"/>
                  <a:pt x="46717" y="18687"/>
                </a:cubicBezTo>
                <a:lnTo>
                  <a:pt x="102777" y="18687"/>
                </a:lnTo>
                <a:cubicBezTo>
                  <a:pt x="107945" y="18687"/>
                  <a:pt x="112120" y="22862"/>
                  <a:pt x="112120" y="28030"/>
                </a:cubicBezTo>
                <a:cubicBezTo>
                  <a:pt x="112120" y="33198"/>
                  <a:pt x="107945" y="37373"/>
                  <a:pt x="102777" y="37373"/>
                </a:cubicBezTo>
                <a:lnTo>
                  <a:pt x="46717" y="37373"/>
                </a:lnTo>
                <a:cubicBezTo>
                  <a:pt x="41549" y="37373"/>
                  <a:pt x="37373" y="33198"/>
                  <a:pt x="37373" y="28030"/>
                </a:cubicBezTo>
                <a:close/>
                <a:moveTo>
                  <a:pt x="46717" y="51388"/>
                </a:moveTo>
                <a:lnTo>
                  <a:pt x="84090" y="51388"/>
                </a:lnTo>
                <a:cubicBezTo>
                  <a:pt x="89258" y="51388"/>
                  <a:pt x="93433" y="55564"/>
                  <a:pt x="93433" y="60732"/>
                </a:cubicBezTo>
                <a:cubicBezTo>
                  <a:pt x="93433" y="65900"/>
                  <a:pt x="89258" y="70075"/>
                  <a:pt x="84090" y="70075"/>
                </a:cubicBezTo>
                <a:lnTo>
                  <a:pt x="46717" y="70075"/>
                </a:lnTo>
                <a:cubicBezTo>
                  <a:pt x="41549" y="70075"/>
                  <a:pt x="37373" y="65900"/>
                  <a:pt x="37373" y="60732"/>
                </a:cubicBezTo>
                <a:cubicBezTo>
                  <a:pt x="37373" y="55564"/>
                  <a:pt x="41549" y="51388"/>
                  <a:pt x="46717" y="51388"/>
                </a:cubicBezTo>
                <a:close/>
                <a:moveTo>
                  <a:pt x="46717" y="84090"/>
                </a:moveTo>
                <a:lnTo>
                  <a:pt x="121463" y="84090"/>
                </a:lnTo>
                <a:cubicBezTo>
                  <a:pt x="126631" y="84090"/>
                  <a:pt x="130807" y="88265"/>
                  <a:pt x="130807" y="93433"/>
                </a:cubicBezTo>
                <a:cubicBezTo>
                  <a:pt x="130807" y="98601"/>
                  <a:pt x="126631" y="102777"/>
                  <a:pt x="121463" y="102777"/>
                </a:cubicBezTo>
                <a:lnTo>
                  <a:pt x="46717" y="102777"/>
                </a:lnTo>
                <a:cubicBezTo>
                  <a:pt x="41549" y="102777"/>
                  <a:pt x="37373" y="98601"/>
                  <a:pt x="37373" y="93433"/>
                </a:cubicBezTo>
                <a:cubicBezTo>
                  <a:pt x="37373" y="88265"/>
                  <a:pt x="41549" y="84090"/>
                  <a:pt x="46717" y="8409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9819574" y="1793918"/>
            <a:ext cx="1893580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4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819574" y="1993243"/>
            <a:ext cx="1893580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46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Runs/Wickets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32207" y="2491553"/>
            <a:ext cx="5697351" cy="2840371"/>
          </a:xfrm>
          <a:custGeom>
            <a:avLst/>
            <a:gdLst/>
            <a:ahLst/>
            <a:cxnLst/>
            <a:rect l="l" t="t" r="r" b="b"/>
            <a:pathLst>
              <a:path w="5697351" h="2840371">
                <a:moveTo>
                  <a:pt x="132873" y="0"/>
                </a:moveTo>
                <a:lnTo>
                  <a:pt x="5564479" y="0"/>
                </a:lnTo>
                <a:cubicBezTo>
                  <a:pt x="5637862" y="0"/>
                  <a:pt x="5697351" y="59489"/>
                  <a:pt x="5697351" y="132873"/>
                </a:cubicBezTo>
                <a:lnTo>
                  <a:pt x="5697351" y="2707498"/>
                </a:lnTo>
                <a:cubicBezTo>
                  <a:pt x="5697351" y="2780882"/>
                  <a:pt x="5637862" y="2840371"/>
                  <a:pt x="5564479" y="2840371"/>
                </a:cubicBezTo>
                <a:lnTo>
                  <a:pt x="132873" y="2840371"/>
                </a:lnTo>
                <a:cubicBezTo>
                  <a:pt x="59489" y="2840371"/>
                  <a:pt x="0" y="2780882"/>
                  <a:pt x="0" y="2707498"/>
                </a:cubicBezTo>
                <a:lnTo>
                  <a:pt x="0" y="132873"/>
                </a:lnTo>
                <a:cubicBezTo>
                  <a:pt x="0" y="59538"/>
                  <a:pt x="59538" y="0"/>
                  <a:pt x="132873" y="0"/>
                </a:cubicBez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38" name="Shape 36"/>
          <p:cNvSpPr/>
          <p:nvPr/>
        </p:nvSpPr>
        <p:spPr>
          <a:xfrm>
            <a:off x="465090" y="2624436"/>
            <a:ext cx="398649" cy="398649"/>
          </a:xfrm>
          <a:custGeom>
            <a:avLst/>
            <a:gdLst/>
            <a:ahLst/>
            <a:cxnLst/>
            <a:rect l="l" t="t" r="r" b="b"/>
            <a:pathLst>
              <a:path w="398649" h="398649">
                <a:moveTo>
                  <a:pt x="99662" y="0"/>
                </a:moveTo>
                <a:lnTo>
                  <a:pt x="298986" y="0"/>
                </a:lnTo>
                <a:cubicBezTo>
                  <a:pt x="354028" y="0"/>
                  <a:pt x="398649" y="44620"/>
                  <a:pt x="398649" y="99662"/>
                </a:cubicBezTo>
                <a:lnTo>
                  <a:pt x="398649" y="298986"/>
                </a:lnTo>
                <a:cubicBezTo>
                  <a:pt x="398649" y="354028"/>
                  <a:pt x="354028" y="398649"/>
                  <a:pt x="298986" y="398649"/>
                </a:cubicBezTo>
                <a:lnTo>
                  <a:pt x="99662" y="398649"/>
                </a:lnTo>
                <a:cubicBezTo>
                  <a:pt x="44620" y="398649"/>
                  <a:pt x="0" y="354028"/>
                  <a:pt x="0" y="298986"/>
                </a:cubicBezTo>
                <a:lnTo>
                  <a:pt x="0" y="99662"/>
                </a:lnTo>
                <a:cubicBezTo>
                  <a:pt x="0" y="44620"/>
                  <a:pt x="44620" y="0"/>
                  <a:pt x="9966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91744" y="2740708"/>
            <a:ext cx="145341" cy="166104"/>
          </a:xfrm>
          <a:custGeom>
            <a:avLst/>
            <a:gdLst/>
            <a:ahLst/>
            <a:cxnLst/>
            <a:rect l="l" t="t" r="r" b="b"/>
            <a:pathLst>
              <a:path w="145341" h="166104">
                <a:moveTo>
                  <a:pt x="145341" y="66766"/>
                </a:moveTo>
                <a:cubicBezTo>
                  <a:pt x="140539" y="69945"/>
                  <a:pt x="135024" y="72508"/>
                  <a:pt x="129282" y="74552"/>
                </a:cubicBezTo>
                <a:cubicBezTo>
                  <a:pt x="114034" y="80002"/>
                  <a:pt x="94017" y="83052"/>
                  <a:pt x="72670" y="83052"/>
                </a:cubicBezTo>
                <a:cubicBezTo>
                  <a:pt x="51323" y="83052"/>
                  <a:pt x="31274" y="79970"/>
                  <a:pt x="16059" y="74552"/>
                </a:cubicBezTo>
                <a:cubicBezTo>
                  <a:pt x="10349" y="72508"/>
                  <a:pt x="4801" y="69945"/>
                  <a:pt x="0" y="66766"/>
                </a:cubicBezTo>
                <a:lnTo>
                  <a:pt x="0" y="93433"/>
                </a:lnTo>
                <a:cubicBezTo>
                  <a:pt x="0" y="107773"/>
                  <a:pt x="32539" y="119387"/>
                  <a:pt x="72670" y="119387"/>
                </a:cubicBezTo>
                <a:cubicBezTo>
                  <a:pt x="112801" y="119387"/>
                  <a:pt x="145341" y="107773"/>
                  <a:pt x="145341" y="93433"/>
                </a:cubicBezTo>
                <a:lnTo>
                  <a:pt x="145341" y="66766"/>
                </a:lnTo>
                <a:close/>
                <a:moveTo>
                  <a:pt x="145341" y="41526"/>
                </a:moveTo>
                <a:lnTo>
                  <a:pt x="145341" y="25954"/>
                </a:lnTo>
                <a:cubicBezTo>
                  <a:pt x="145341" y="11614"/>
                  <a:pt x="112801" y="0"/>
                  <a:pt x="72670" y="0"/>
                </a:cubicBezTo>
                <a:cubicBezTo>
                  <a:pt x="32539" y="0"/>
                  <a:pt x="0" y="11614"/>
                  <a:pt x="0" y="25954"/>
                </a:cubicBezTo>
                <a:lnTo>
                  <a:pt x="0" y="41526"/>
                </a:lnTo>
                <a:cubicBezTo>
                  <a:pt x="0" y="55865"/>
                  <a:pt x="32539" y="67480"/>
                  <a:pt x="72670" y="67480"/>
                </a:cubicBezTo>
                <a:cubicBezTo>
                  <a:pt x="112801" y="67480"/>
                  <a:pt x="145341" y="55865"/>
                  <a:pt x="145341" y="41526"/>
                </a:cubicBezTo>
                <a:close/>
                <a:moveTo>
                  <a:pt x="129282" y="126459"/>
                </a:moveTo>
                <a:cubicBezTo>
                  <a:pt x="114066" y="131877"/>
                  <a:pt x="94050" y="134959"/>
                  <a:pt x="72670" y="134959"/>
                </a:cubicBezTo>
                <a:cubicBezTo>
                  <a:pt x="51291" y="134959"/>
                  <a:pt x="31274" y="131877"/>
                  <a:pt x="16059" y="126459"/>
                </a:cubicBezTo>
                <a:cubicBezTo>
                  <a:pt x="10349" y="124415"/>
                  <a:pt x="4801" y="121853"/>
                  <a:pt x="0" y="118673"/>
                </a:cubicBezTo>
                <a:lnTo>
                  <a:pt x="0" y="140150"/>
                </a:lnTo>
                <a:cubicBezTo>
                  <a:pt x="0" y="154489"/>
                  <a:pt x="32539" y="166104"/>
                  <a:pt x="72670" y="166104"/>
                </a:cubicBezTo>
                <a:cubicBezTo>
                  <a:pt x="112801" y="166104"/>
                  <a:pt x="145341" y="154489"/>
                  <a:pt x="145341" y="140150"/>
                </a:cubicBezTo>
                <a:lnTo>
                  <a:pt x="145341" y="118673"/>
                </a:lnTo>
                <a:cubicBezTo>
                  <a:pt x="140539" y="121853"/>
                  <a:pt x="135024" y="124415"/>
                  <a:pt x="129282" y="12645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963401" y="2707488"/>
            <a:ext cx="1503237" cy="232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 Lookup CSV Files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69243" y="3126899"/>
            <a:ext cx="2674267" cy="539837"/>
          </a:xfrm>
          <a:custGeom>
            <a:avLst/>
            <a:gdLst/>
            <a:ahLst/>
            <a:cxnLst/>
            <a:rect l="l" t="t" r="r" b="b"/>
            <a:pathLst>
              <a:path w="2674267" h="539837">
                <a:moveTo>
                  <a:pt x="66443" y="0"/>
                </a:moveTo>
                <a:lnTo>
                  <a:pt x="2607824" y="0"/>
                </a:lnTo>
                <a:cubicBezTo>
                  <a:pt x="2644519" y="0"/>
                  <a:pt x="2674267" y="29748"/>
                  <a:pt x="2674267" y="66443"/>
                </a:cubicBezTo>
                <a:lnTo>
                  <a:pt x="2674267" y="473393"/>
                </a:lnTo>
                <a:cubicBezTo>
                  <a:pt x="2674267" y="510089"/>
                  <a:pt x="2644519" y="539837"/>
                  <a:pt x="2607824" y="539837"/>
                </a:cubicBezTo>
                <a:lnTo>
                  <a:pt x="66443" y="539837"/>
                </a:lnTo>
                <a:cubicBezTo>
                  <a:pt x="29748" y="539837"/>
                  <a:pt x="0" y="510089"/>
                  <a:pt x="0" y="473393"/>
                </a:cubicBezTo>
                <a:lnTo>
                  <a:pt x="0" y="66443"/>
                </a:lnTo>
                <a:cubicBezTo>
                  <a:pt x="0" y="29772"/>
                  <a:pt x="29772" y="0"/>
                  <a:pt x="6644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9837" y="3197493"/>
            <a:ext cx="2599520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Player Stats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39837" y="3396817"/>
            <a:ext cx="2599520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Career &amp; recent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219165" y="3126899"/>
            <a:ext cx="2674267" cy="539837"/>
          </a:xfrm>
          <a:custGeom>
            <a:avLst/>
            <a:gdLst/>
            <a:ahLst/>
            <a:cxnLst/>
            <a:rect l="l" t="t" r="r" b="b"/>
            <a:pathLst>
              <a:path w="2674267" h="539837">
                <a:moveTo>
                  <a:pt x="66443" y="0"/>
                </a:moveTo>
                <a:lnTo>
                  <a:pt x="2607824" y="0"/>
                </a:lnTo>
                <a:cubicBezTo>
                  <a:pt x="2644519" y="0"/>
                  <a:pt x="2674267" y="29748"/>
                  <a:pt x="2674267" y="66443"/>
                </a:cubicBezTo>
                <a:lnTo>
                  <a:pt x="2674267" y="473393"/>
                </a:lnTo>
                <a:cubicBezTo>
                  <a:pt x="2674267" y="510089"/>
                  <a:pt x="2644519" y="539837"/>
                  <a:pt x="2607824" y="539837"/>
                </a:cubicBezTo>
                <a:lnTo>
                  <a:pt x="66443" y="539837"/>
                </a:lnTo>
                <a:cubicBezTo>
                  <a:pt x="29748" y="539837"/>
                  <a:pt x="0" y="510089"/>
                  <a:pt x="0" y="473393"/>
                </a:cubicBezTo>
                <a:lnTo>
                  <a:pt x="0" y="66443"/>
                </a:lnTo>
                <a:cubicBezTo>
                  <a:pt x="0" y="29772"/>
                  <a:pt x="29772" y="0"/>
                  <a:pt x="6644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89759" y="3197493"/>
            <a:ext cx="2599520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Opponent Stats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3289759" y="3396817"/>
            <a:ext cx="2599520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vs specific teams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69243" y="3741482"/>
            <a:ext cx="2674267" cy="539837"/>
          </a:xfrm>
          <a:custGeom>
            <a:avLst/>
            <a:gdLst/>
            <a:ahLst/>
            <a:cxnLst/>
            <a:rect l="l" t="t" r="r" b="b"/>
            <a:pathLst>
              <a:path w="2674267" h="539837">
                <a:moveTo>
                  <a:pt x="66443" y="0"/>
                </a:moveTo>
                <a:lnTo>
                  <a:pt x="2607824" y="0"/>
                </a:lnTo>
                <a:cubicBezTo>
                  <a:pt x="2644519" y="0"/>
                  <a:pt x="2674267" y="29748"/>
                  <a:pt x="2674267" y="66443"/>
                </a:cubicBezTo>
                <a:lnTo>
                  <a:pt x="2674267" y="473393"/>
                </a:lnTo>
                <a:cubicBezTo>
                  <a:pt x="2674267" y="510089"/>
                  <a:pt x="2644519" y="539837"/>
                  <a:pt x="2607824" y="539837"/>
                </a:cubicBezTo>
                <a:lnTo>
                  <a:pt x="66443" y="539837"/>
                </a:lnTo>
                <a:cubicBezTo>
                  <a:pt x="29748" y="539837"/>
                  <a:pt x="0" y="510089"/>
                  <a:pt x="0" y="473393"/>
                </a:cubicBezTo>
                <a:lnTo>
                  <a:pt x="0" y="66443"/>
                </a:lnTo>
                <a:cubicBezTo>
                  <a:pt x="0" y="29772"/>
                  <a:pt x="29772" y="0"/>
                  <a:pt x="6644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9837" y="3812076"/>
            <a:ext cx="2599520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Venue Stats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39837" y="4011401"/>
            <a:ext cx="2599520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 specific grounds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219165" y="3741482"/>
            <a:ext cx="2674267" cy="539837"/>
          </a:xfrm>
          <a:custGeom>
            <a:avLst/>
            <a:gdLst/>
            <a:ahLst/>
            <a:cxnLst/>
            <a:rect l="l" t="t" r="r" b="b"/>
            <a:pathLst>
              <a:path w="2674267" h="539837">
                <a:moveTo>
                  <a:pt x="66443" y="0"/>
                </a:moveTo>
                <a:lnTo>
                  <a:pt x="2607824" y="0"/>
                </a:lnTo>
                <a:cubicBezTo>
                  <a:pt x="2644519" y="0"/>
                  <a:pt x="2674267" y="29748"/>
                  <a:pt x="2674267" y="66443"/>
                </a:cubicBezTo>
                <a:lnTo>
                  <a:pt x="2674267" y="473393"/>
                </a:lnTo>
                <a:cubicBezTo>
                  <a:pt x="2674267" y="510089"/>
                  <a:pt x="2644519" y="539837"/>
                  <a:pt x="2607824" y="539837"/>
                </a:cubicBezTo>
                <a:lnTo>
                  <a:pt x="66443" y="539837"/>
                </a:lnTo>
                <a:cubicBezTo>
                  <a:pt x="29748" y="539837"/>
                  <a:pt x="0" y="510089"/>
                  <a:pt x="0" y="473393"/>
                </a:cubicBezTo>
                <a:lnTo>
                  <a:pt x="0" y="66443"/>
                </a:lnTo>
                <a:cubicBezTo>
                  <a:pt x="0" y="29772"/>
                  <a:pt x="29772" y="0"/>
                  <a:pt x="6644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89759" y="3812076"/>
            <a:ext cx="2599520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Rolling Averages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3289759" y="4011401"/>
            <a:ext cx="2599520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3, 5, 10 match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69243" y="4356065"/>
            <a:ext cx="5423281" cy="539837"/>
          </a:xfrm>
          <a:custGeom>
            <a:avLst/>
            <a:gdLst/>
            <a:ahLst/>
            <a:cxnLst/>
            <a:rect l="l" t="t" r="r" b="b"/>
            <a:pathLst>
              <a:path w="5423281" h="539837">
                <a:moveTo>
                  <a:pt x="66443" y="0"/>
                </a:moveTo>
                <a:lnTo>
                  <a:pt x="5356838" y="0"/>
                </a:lnTo>
                <a:cubicBezTo>
                  <a:pt x="5393533" y="0"/>
                  <a:pt x="5423281" y="29748"/>
                  <a:pt x="5423281" y="66443"/>
                </a:cubicBezTo>
                <a:lnTo>
                  <a:pt x="5423281" y="473393"/>
                </a:lnTo>
                <a:cubicBezTo>
                  <a:pt x="5423281" y="510089"/>
                  <a:pt x="5393533" y="539837"/>
                  <a:pt x="5356838" y="539837"/>
                </a:cubicBezTo>
                <a:lnTo>
                  <a:pt x="66443" y="539837"/>
                </a:lnTo>
                <a:cubicBezTo>
                  <a:pt x="29748" y="539837"/>
                  <a:pt x="0" y="510089"/>
                  <a:pt x="0" y="473393"/>
                </a:cubicBezTo>
                <a:lnTo>
                  <a:pt x="0" y="66443"/>
                </a:lnTo>
                <a:cubicBezTo>
                  <a:pt x="0" y="29772"/>
                  <a:pt x="29772" y="0"/>
                  <a:pt x="6644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9837" y="4426659"/>
            <a:ext cx="5348534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Momentum &amp; Consistency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539837" y="4625984"/>
            <a:ext cx="5348534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 indicators &amp; variance metrics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168411" y="2495706"/>
            <a:ext cx="5689046" cy="1503237"/>
          </a:xfrm>
          <a:custGeom>
            <a:avLst/>
            <a:gdLst/>
            <a:ahLst/>
            <a:cxnLst/>
            <a:rect l="l" t="t" r="r" b="b"/>
            <a:pathLst>
              <a:path w="5689046" h="1503237">
                <a:moveTo>
                  <a:pt x="132886" y="0"/>
                </a:moveTo>
                <a:lnTo>
                  <a:pt x="5556160" y="0"/>
                </a:lnTo>
                <a:cubicBezTo>
                  <a:pt x="5629551" y="0"/>
                  <a:pt x="5689046" y="59495"/>
                  <a:pt x="5689046" y="132886"/>
                </a:cubicBezTo>
                <a:lnTo>
                  <a:pt x="5689046" y="1370351"/>
                </a:lnTo>
                <a:cubicBezTo>
                  <a:pt x="5689046" y="1443742"/>
                  <a:pt x="5629551" y="1503237"/>
                  <a:pt x="5556160" y="1503237"/>
                </a:cubicBezTo>
                <a:lnTo>
                  <a:pt x="132886" y="1503237"/>
                </a:lnTo>
                <a:cubicBezTo>
                  <a:pt x="59495" y="1503237"/>
                  <a:pt x="0" y="1443742"/>
                  <a:pt x="0" y="1370351"/>
                </a:cubicBezTo>
                <a:lnTo>
                  <a:pt x="0" y="132886"/>
                </a:lnTo>
                <a:cubicBezTo>
                  <a:pt x="0" y="59544"/>
                  <a:pt x="59544" y="0"/>
                  <a:pt x="132886" y="0"/>
                </a:cubicBezTo>
                <a:close/>
              </a:path>
            </a:pathLst>
          </a:cu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305446" y="2632741"/>
            <a:ext cx="332207" cy="332207"/>
          </a:xfrm>
          <a:custGeom>
            <a:avLst/>
            <a:gdLst/>
            <a:ahLst/>
            <a:cxnLst/>
            <a:rect l="l" t="t" r="r" b="b"/>
            <a:pathLst>
              <a:path w="332207" h="332207">
                <a:moveTo>
                  <a:pt x="66441" y="0"/>
                </a:moveTo>
                <a:lnTo>
                  <a:pt x="265766" y="0"/>
                </a:lnTo>
                <a:cubicBezTo>
                  <a:pt x="302436" y="0"/>
                  <a:pt x="332207" y="29771"/>
                  <a:pt x="332207" y="66441"/>
                </a:cubicBezTo>
                <a:lnTo>
                  <a:pt x="332207" y="265766"/>
                </a:lnTo>
                <a:cubicBezTo>
                  <a:pt x="332207" y="302436"/>
                  <a:pt x="302436" y="332207"/>
                  <a:pt x="265766" y="332207"/>
                </a:cubicBezTo>
                <a:lnTo>
                  <a:pt x="66441" y="332207"/>
                </a:lnTo>
                <a:cubicBezTo>
                  <a:pt x="29771" y="332207"/>
                  <a:pt x="0" y="302436"/>
                  <a:pt x="0" y="265766"/>
                </a:cubicBezTo>
                <a:lnTo>
                  <a:pt x="0" y="66441"/>
                </a:lnTo>
                <a:cubicBezTo>
                  <a:pt x="0" y="29771"/>
                  <a:pt x="29771" y="0"/>
                  <a:pt x="66441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8" name="Shape 56"/>
          <p:cNvSpPr/>
          <p:nvPr/>
        </p:nvSpPr>
        <p:spPr>
          <a:xfrm>
            <a:off x="6398879" y="2724098"/>
            <a:ext cx="149493" cy="149493"/>
          </a:xfrm>
          <a:custGeom>
            <a:avLst/>
            <a:gdLst/>
            <a:ahLst/>
            <a:cxnLst/>
            <a:rect l="l" t="t" r="r" b="b"/>
            <a:pathLst>
              <a:path w="149493" h="149493">
                <a:moveTo>
                  <a:pt x="18687" y="28030"/>
                </a:moveTo>
                <a:cubicBezTo>
                  <a:pt x="18687" y="22862"/>
                  <a:pt x="22862" y="18687"/>
                  <a:pt x="28030" y="18687"/>
                </a:cubicBezTo>
                <a:lnTo>
                  <a:pt x="74747" y="18687"/>
                </a:lnTo>
                <a:cubicBezTo>
                  <a:pt x="79915" y="18687"/>
                  <a:pt x="84090" y="22862"/>
                  <a:pt x="84090" y="28030"/>
                </a:cubicBezTo>
                <a:lnTo>
                  <a:pt x="84090" y="112120"/>
                </a:lnTo>
                <a:lnTo>
                  <a:pt x="112120" y="112120"/>
                </a:lnTo>
                <a:lnTo>
                  <a:pt x="112120" y="74747"/>
                </a:lnTo>
                <a:cubicBezTo>
                  <a:pt x="112120" y="69579"/>
                  <a:pt x="116295" y="65403"/>
                  <a:pt x="121463" y="65403"/>
                </a:cubicBezTo>
                <a:lnTo>
                  <a:pt x="140150" y="65403"/>
                </a:lnTo>
                <a:cubicBezTo>
                  <a:pt x="145318" y="65403"/>
                  <a:pt x="149493" y="69579"/>
                  <a:pt x="149493" y="74747"/>
                </a:cubicBezTo>
                <a:cubicBezTo>
                  <a:pt x="149493" y="79915"/>
                  <a:pt x="145318" y="84090"/>
                  <a:pt x="140150" y="84090"/>
                </a:cubicBezTo>
                <a:lnTo>
                  <a:pt x="130807" y="84090"/>
                </a:lnTo>
                <a:lnTo>
                  <a:pt x="130807" y="121463"/>
                </a:lnTo>
                <a:cubicBezTo>
                  <a:pt x="130807" y="126631"/>
                  <a:pt x="126631" y="130807"/>
                  <a:pt x="121463" y="130807"/>
                </a:cubicBezTo>
                <a:lnTo>
                  <a:pt x="74747" y="130807"/>
                </a:lnTo>
                <a:cubicBezTo>
                  <a:pt x="69579" y="130807"/>
                  <a:pt x="65403" y="126631"/>
                  <a:pt x="65403" y="121463"/>
                </a:cubicBezTo>
                <a:lnTo>
                  <a:pt x="65403" y="37373"/>
                </a:lnTo>
                <a:lnTo>
                  <a:pt x="37373" y="37373"/>
                </a:lnTo>
                <a:lnTo>
                  <a:pt x="37373" y="74747"/>
                </a:lnTo>
                <a:cubicBezTo>
                  <a:pt x="37373" y="79915"/>
                  <a:pt x="33198" y="84090"/>
                  <a:pt x="28030" y="84090"/>
                </a:cubicBezTo>
                <a:lnTo>
                  <a:pt x="9343" y="84090"/>
                </a:lnTo>
                <a:cubicBezTo>
                  <a:pt x="4175" y="84090"/>
                  <a:pt x="0" y="79915"/>
                  <a:pt x="0" y="74747"/>
                </a:cubicBezTo>
                <a:cubicBezTo>
                  <a:pt x="0" y="69579"/>
                  <a:pt x="4175" y="65403"/>
                  <a:pt x="9343" y="65403"/>
                </a:cubicBezTo>
                <a:lnTo>
                  <a:pt x="18687" y="65403"/>
                </a:lnTo>
                <a:lnTo>
                  <a:pt x="18687" y="2803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6737315" y="2682572"/>
            <a:ext cx="1860360" cy="232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8B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Volatile Feature Smoothing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305446" y="3031390"/>
            <a:ext cx="5481417" cy="43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6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Applied smoothing to highly variable features to </a:t>
            </a:r>
            <a:pPr>
              <a:lnSpc>
                <a:spcPct val="140000"/>
              </a:lnSpc>
            </a:pPr>
            <a:r>
              <a:rPr lang="en-US" sz="1046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prevent single-match noise</a:t>
            </a:r>
            <a:pPr>
              <a:lnSpc>
                <a:spcPct val="140000"/>
              </a:lnSpc>
            </a:pPr>
            <a:r>
              <a:rPr lang="en-US" sz="1046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skewing predictions.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322057" y="3529700"/>
            <a:ext cx="5398365" cy="332207"/>
          </a:xfrm>
          <a:custGeom>
            <a:avLst/>
            <a:gdLst/>
            <a:ahLst/>
            <a:cxnLst/>
            <a:rect l="l" t="t" r="r" b="b"/>
            <a:pathLst>
              <a:path w="5398365" h="332207">
                <a:moveTo>
                  <a:pt x="33221" y="0"/>
                </a:moveTo>
                <a:lnTo>
                  <a:pt x="5331924" y="0"/>
                </a:lnTo>
                <a:cubicBezTo>
                  <a:pt x="5368618" y="0"/>
                  <a:pt x="5398365" y="29747"/>
                  <a:pt x="5398365" y="66441"/>
                </a:cubicBezTo>
                <a:lnTo>
                  <a:pt x="5398365" y="265766"/>
                </a:lnTo>
                <a:cubicBezTo>
                  <a:pt x="5398365" y="302460"/>
                  <a:pt x="5368618" y="332207"/>
                  <a:pt x="5331924" y="332207"/>
                </a:cubicBezTo>
                <a:lnTo>
                  <a:pt x="33221" y="332207"/>
                </a:lnTo>
                <a:cubicBezTo>
                  <a:pt x="14886" y="332207"/>
                  <a:pt x="0" y="317321"/>
                  <a:pt x="0" y="298986"/>
                </a:cubicBez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6322057" y="3529700"/>
            <a:ext cx="33221" cy="332207"/>
          </a:xfrm>
          <a:custGeom>
            <a:avLst/>
            <a:gdLst/>
            <a:ahLst/>
            <a:cxnLst/>
            <a:rect l="l" t="t" r="r" b="b"/>
            <a:pathLst>
              <a:path w="33221" h="332207">
                <a:moveTo>
                  <a:pt x="33221" y="0"/>
                </a:moveTo>
                <a:lnTo>
                  <a:pt x="33221" y="0"/>
                </a:lnTo>
                <a:lnTo>
                  <a:pt x="33221" y="332207"/>
                </a:lnTo>
                <a:lnTo>
                  <a:pt x="33221" y="332207"/>
                </a:lnTo>
                <a:cubicBezTo>
                  <a:pt x="14886" y="332207"/>
                  <a:pt x="0" y="317321"/>
                  <a:pt x="0" y="298986"/>
                </a:cubicBez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3" name="Shape 61"/>
          <p:cNvSpPr/>
          <p:nvPr/>
        </p:nvSpPr>
        <p:spPr>
          <a:xfrm>
            <a:off x="6421719" y="3629362"/>
            <a:ext cx="132883" cy="132883"/>
          </a:xfrm>
          <a:custGeom>
            <a:avLst/>
            <a:gdLst/>
            <a:ahLst/>
            <a:cxnLst/>
            <a:rect l="l" t="t" r="r" b="b"/>
            <a:pathLst>
              <a:path w="132883" h="132883">
                <a:moveTo>
                  <a:pt x="66441" y="132883"/>
                </a:moveTo>
                <a:cubicBezTo>
                  <a:pt x="103111" y="132883"/>
                  <a:pt x="132883" y="103111"/>
                  <a:pt x="132883" y="66441"/>
                </a:cubicBezTo>
                <a:cubicBezTo>
                  <a:pt x="132883" y="29771"/>
                  <a:pt x="103111" y="0"/>
                  <a:pt x="66441" y="0"/>
                </a:cubicBezTo>
                <a:cubicBezTo>
                  <a:pt x="29771" y="0"/>
                  <a:pt x="0" y="29771"/>
                  <a:pt x="0" y="66441"/>
                </a:cubicBezTo>
                <a:cubicBezTo>
                  <a:pt x="0" y="103111"/>
                  <a:pt x="29771" y="132883"/>
                  <a:pt x="66441" y="132883"/>
                </a:cubicBezTo>
                <a:close/>
                <a:moveTo>
                  <a:pt x="88346" y="55203"/>
                </a:moveTo>
                <a:lnTo>
                  <a:pt x="67583" y="88424"/>
                </a:lnTo>
                <a:cubicBezTo>
                  <a:pt x="66493" y="90163"/>
                  <a:pt x="64625" y="91253"/>
                  <a:pt x="62574" y="91357"/>
                </a:cubicBezTo>
                <a:cubicBezTo>
                  <a:pt x="60524" y="91461"/>
                  <a:pt x="58551" y="90526"/>
                  <a:pt x="57332" y="88865"/>
                </a:cubicBezTo>
                <a:lnTo>
                  <a:pt x="44874" y="72255"/>
                </a:lnTo>
                <a:cubicBezTo>
                  <a:pt x="42798" y="69504"/>
                  <a:pt x="43369" y="65611"/>
                  <a:pt x="46120" y="63535"/>
                </a:cubicBezTo>
                <a:cubicBezTo>
                  <a:pt x="48871" y="61458"/>
                  <a:pt x="52764" y="62029"/>
                  <a:pt x="54840" y="64780"/>
                </a:cubicBezTo>
                <a:lnTo>
                  <a:pt x="61848" y="74124"/>
                </a:lnTo>
                <a:lnTo>
                  <a:pt x="77783" y="48611"/>
                </a:lnTo>
                <a:cubicBezTo>
                  <a:pt x="79600" y="45704"/>
                  <a:pt x="83441" y="44796"/>
                  <a:pt x="86374" y="46639"/>
                </a:cubicBezTo>
                <a:cubicBezTo>
                  <a:pt x="89307" y="48481"/>
                  <a:pt x="90189" y="52297"/>
                  <a:pt x="88346" y="55229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4" name="Text 62"/>
          <p:cNvSpPr/>
          <p:nvPr/>
        </p:nvSpPr>
        <p:spPr>
          <a:xfrm>
            <a:off x="6614661" y="3596142"/>
            <a:ext cx="5105760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6" b="1" dirty="0">
                <a:solidFill>
                  <a:srgbClr val="8B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Stabilized predictions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168411" y="4106910"/>
            <a:ext cx="5689046" cy="1220861"/>
          </a:xfrm>
          <a:custGeom>
            <a:avLst/>
            <a:gdLst/>
            <a:ahLst/>
            <a:cxnLst/>
            <a:rect l="l" t="t" r="r" b="b"/>
            <a:pathLst>
              <a:path w="5689046" h="1220861">
                <a:moveTo>
                  <a:pt x="132879" y="0"/>
                </a:moveTo>
                <a:lnTo>
                  <a:pt x="5556168" y="0"/>
                </a:lnTo>
                <a:cubicBezTo>
                  <a:pt x="5629555" y="0"/>
                  <a:pt x="5689046" y="59492"/>
                  <a:pt x="5689046" y="132879"/>
                </a:cubicBezTo>
                <a:lnTo>
                  <a:pt x="5689046" y="1087983"/>
                </a:lnTo>
                <a:cubicBezTo>
                  <a:pt x="5689046" y="1161369"/>
                  <a:pt x="5629555" y="1220861"/>
                  <a:pt x="5556168" y="1220861"/>
                </a:cubicBezTo>
                <a:lnTo>
                  <a:pt x="132879" y="1220861"/>
                </a:lnTo>
                <a:cubicBezTo>
                  <a:pt x="59492" y="1220861"/>
                  <a:pt x="0" y="1161369"/>
                  <a:pt x="0" y="1087983"/>
                </a:cubicBezTo>
                <a:lnTo>
                  <a:pt x="0" y="132879"/>
                </a:lnTo>
                <a:cubicBezTo>
                  <a:pt x="0" y="59492"/>
                  <a:pt x="59492" y="0"/>
                  <a:pt x="132879" y="0"/>
                </a:cubicBezTo>
                <a:close/>
              </a:path>
            </a:pathLst>
          </a:cu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305446" y="4243946"/>
            <a:ext cx="332207" cy="332207"/>
          </a:xfrm>
          <a:custGeom>
            <a:avLst/>
            <a:gdLst/>
            <a:ahLst/>
            <a:cxnLst/>
            <a:rect l="l" t="t" r="r" b="b"/>
            <a:pathLst>
              <a:path w="332207" h="332207">
                <a:moveTo>
                  <a:pt x="66441" y="0"/>
                </a:moveTo>
                <a:lnTo>
                  <a:pt x="265766" y="0"/>
                </a:lnTo>
                <a:cubicBezTo>
                  <a:pt x="302436" y="0"/>
                  <a:pt x="332207" y="29771"/>
                  <a:pt x="332207" y="66441"/>
                </a:cubicBezTo>
                <a:lnTo>
                  <a:pt x="332207" y="265766"/>
                </a:lnTo>
                <a:cubicBezTo>
                  <a:pt x="332207" y="302436"/>
                  <a:pt x="302436" y="332207"/>
                  <a:pt x="265766" y="332207"/>
                </a:cubicBezTo>
                <a:lnTo>
                  <a:pt x="66441" y="332207"/>
                </a:lnTo>
                <a:cubicBezTo>
                  <a:pt x="29771" y="332207"/>
                  <a:pt x="0" y="302436"/>
                  <a:pt x="0" y="265766"/>
                </a:cubicBezTo>
                <a:lnTo>
                  <a:pt x="0" y="66441"/>
                </a:lnTo>
                <a:cubicBezTo>
                  <a:pt x="0" y="29771"/>
                  <a:pt x="29771" y="0"/>
                  <a:pt x="66441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7" name="Shape 65"/>
          <p:cNvSpPr/>
          <p:nvPr/>
        </p:nvSpPr>
        <p:spPr>
          <a:xfrm>
            <a:off x="6408223" y="4335302"/>
            <a:ext cx="130807" cy="149493"/>
          </a:xfrm>
          <a:custGeom>
            <a:avLst/>
            <a:gdLst/>
            <a:ahLst/>
            <a:cxnLst/>
            <a:rect l="l" t="t" r="r" b="b"/>
            <a:pathLst>
              <a:path w="130807" h="149493">
                <a:moveTo>
                  <a:pt x="98922" y="-2891"/>
                </a:moveTo>
                <a:cubicBezTo>
                  <a:pt x="102397" y="-380"/>
                  <a:pt x="103682" y="4175"/>
                  <a:pt x="102105" y="8146"/>
                </a:cubicBezTo>
                <a:lnTo>
                  <a:pt x="79214" y="65403"/>
                </a:lnTo>
                <a:lnTo>
                  <a:pt x="121463" y="65403"/>
                </a:lnTo>
                <a:cubicBezTo>
                  <a:pt x="125405" y="65403"/>
                  <a:pt x="128909" y="67856"/>
                  <a:pt x="130252" y="71564"/>
                </a:cubicBezTo>
                <a:cubicBezTo>
                  <a:pt x="131595" y="75272"/>
                  <a:pt x="130456" y="79418"/>
                  <a:pt x="127449" y="81929"/>
                </a:cubicBezTo>
                <a:lnTo>
                  <a:pt x="43359" y="152004"/>
                </a:lnTo>
                <a:cubicBezTo>
                  <a:pt x="40060" y="154749"/>
                  <a:pt x="35359" y="154895"/>
                  <a:pt x="31884" y="152384"/>
                </a:cubicBezTo>
                <a:cubicBezTo>
                  <a:pt x="28410" y="149873"/>
                  <a:pt x="27125" y="145318"/>
                  <a:pt x="28702" y="141347"/>
                </a:cubicBezTo>
                <a:lnTo>
                  <a:pt x="51593" y="84090"/>
                </a:lnTo>
                <a:lnTo>
                  <a:pt x="9343" y="84090"/>
                </a:lnTo>
                <a:cubicBezTo>
                  <a:pt x="5402" y="84090"/>
                  <a:pt x="1898" y="81637"/>
                  <a:pt x="555" y="77929"/>
                </a:cubicBezTo>
                <a:cubicBezTo>
                  <a:pt x="-788" y="74221"/>
                  <a:pt x="350" y="70075"/>
                  <a:pt x="3358" y="67564"/>
                </a:cubicBezTo>
                <a:lnTo>
                  <a:pt x="87448" y="-2511"/>
                </a:lnTo>
                <a:cubicBezTo>
                  <a:pt x="90747" y="-5256"/>
                  <a:pt x="95448" y="-5402"/>
                  <a:pt x="98922" y="-289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8" name="Text 66"/>
          <p:cNvSpPr/>
          <p:nvPr/>
        </p:nvSpPr>
        <p:spPr>
          <a:xfrm>
            <a:off x="6737315" y="4293777"/>
            <a:ext cx="1212556" cy="232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Caching Strategy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6305446" y="4642594"/>
            <a:ext cx="5481417" cy="21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6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Used </a:t>
            </a:r>
            <a:pPr>
              <a:lnSpc>
                <a:spcPct val="140000"/>
              </a:lnSpc>
            </a:pPr>
            <a:r>
              <a:rPr lang="en-US" sz="1046" dirty="0">
                <a:solidFill>
                  <a:srgbClr val="3B82F6"/>
                </a:solidFill>
                <a:highlight>
                  <a:srgbClr val="3B82F6">
                    <a:alpha val="1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@st.cache_resource </a:t>
            </a:r>
            <a:pPr>
              <a:lnSpc>
                <a:spcPct val="140000"/>
              </a:lnSpc>
            </a:pPr>
            <a:r>
              <a:rPr lang="en-US" sz="1046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cache lookup tables and models for fast inference.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6305446" y="4924970"/>
            <a:ext cx="913569" cy="265766"/>
          </a:xfrm>
          <a:custGeom>
            <a:avLst/>
            <a:gdLst/>
            <a:ahLst/>
            <a:cxnLst/>
            <a:rect l="l" t="t" r="r" b="b"/>
            <a:pathLst>
              <a:path w="913569" h="265766">
                <a:moveTo>
                  <a:pt x="33221" y="0"/>
                </a:moveTo>
                <a:lnTo>
                  <a:pt x="880349" y="0"/>
                </a:lnTo>
                <a:cubicBezTo>
                  <a:pt x="898696" y="0"/>
                  <a:pt x="913569" y="14873"/>
                  <a:pt x="913569" y="33221"/>
                </a:cubicBezTo>
                <a:lnTo>
                  <a:pt x="913569" y="232545"/>
                </a:lnTo>
                <a:cubicBezTo>
                  <a:pt x="913569" y="250892"/>
                  <a:pt x="898696" y="265766"/>
                  <a:pt x="880349" y="265766"/>
                </a:cubicBezTo>
                <a:lnTo>
                  <a:pt x="33221" y="265766"/>
                </a:lnTo>
                <a:cubicBezTo>
                  <a:pt x="14886" y="265766"/>
                  <a:pt x="0" y="250880"/>
                  <a:pt x="0" y="232545"/>
                </a:cubicBez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6305446" y="4924970"/>
            <a:ext cx="980011" cy="265766"/>
          </a:xfrm>
          <a:prstGeom prst="rect">
            <a:avLst/>
          </a:prstGeom>
          <a:noFill/>
          <a:ln/>
        </p:spPr>
        <p:txBody>
          <a:bodyPr wrap="square" lIns="99662" tIns="33221" rIns="99662" bIns="33221" rtlCol="0" anchor="ctr"/>
          <a:lstStyle/>
          <a:p>
            <a:pPr>
              <a:lnSpc>
                <a:spcPct val="130000"/>
              </a:lnSpc>
            </a:pPr>
            <a:r>
              <a:rPr lang="en-US" sz="1046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 Loading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7285717" y="4924970"/>
            <a:ext cx="930180" cy="265766"/>
          </a:xfrm>
          <a:custGeom>
            <a:avLst/>
            <a:gdLst/>
            <a:ahLst/>
            <a:cxnLst/>
            <a:rect l="l" t="t" r="r" b="b"/>
            <a:pathLst>
              <a:path w="930180" h="265766">
                <a:moveTo>
                  <a:pt x="33221" y="0"/>
                </a:moveTo>
                <a:lnTo>
                  <a:pt x="896959" y="0"/>
                </a:lnTo>
                <a:cubicBezTo>
                  <a:pt x="915306" y="0"/>
                  <a:pt x="930180" y="14873"/>
                  <a:pt x="930180" y="33221"/>
                </a:cubicBezTo>
                <a:lnTo>
                  <a:pt x="930180" y="232545"/>
                </a:lnTo>
                <a:cubicBezTo>
                  <a:pt x="930180" y="250892"/>
                  <a:pt x="915306" y="265766"/>
                  <a:pt x="896959" y="265766"/>
                </a:cubicBezTo>
                <a:lnTo>
                  <a:pt x="33221" y="265766"/>
                </a:lnTo>
                <a:cubicBezTo>
                  <a:pt x="14886" y="265766"/>
                  <a:pt x="0" y="250880"/>
                  <a:pt x="0" y="232545"/>
                </a:cubicBezTo>
                <a:lnTo>
                  <a:pt x="0" y="33221"/>
                </a:lnTo>
                <a:cubicBezTo>
                  <a:pt x="0" y="14886"/>
                  <a:pt x="14886" y="0"/>
                  <a:pt x="33221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7285717" y="4924970"/>
            <a:ext cx="996621" cy="265766"/>
          </a:xfrm>
          <a:prstGeom prst="rect">
            <a:avLst/>
          </a:prstGeom>
          <a:noFill/>
          <a:ln/>
        </p:spPr>
        <p:txBody>
          <a:bodyPr wrap="square" lIns="99662" tIns="33221" rIns="99662" bIns="33221" rtlCol="0" anchor="ctr"/>
          <a:lstStyle/>
          <a:p>
            <a:pPr>
              <a:lnSpc>
                <a:spcPct val="130000"/>
              </a:lnSpc>
            </a:pPr>
            <a:r>
              <a:rPr lang="en-US" sz="1046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Latency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336360" y="5435738"/>
            <a:ext cx="3745635" cy="872044"/>
          </a:xfrm>
          <a:custGeom>
            <a:avLst/>
            <a:gdLst/>
            <a:ahLst/>
            <a:cxnLst/>
            <a:rect l="l" t="t" r="r" b="b"/>
            <a:pathLst>
              <a:path w="3745635" h="872044">
                <a:moveTo>
                  <a:pt x="99666" y="0"/>
                </a:moveTo>
                <a:lnTo>
                  <a:pt x="3645969" y="0"/>
                </a:lnTo>
                <a:cubicBezTo>
                  <a:pt x="3701013" y="0"/>
                  <a:pt x="3745635" y="44622"/>
                  <a:pt x="3745635" y="99666"/>
                </a:cubicBezTo>
                <a:lnTo>
                  <a:pt x="3745635" y="772378"/>
                </a:lnTo>
                <a:cubicBezTo>
                  <a:pt x="3745635" y="827422"/>
                  <a:pt x="3701013" y="872044"/>
                  <a:pt x="3645969" y="872044"/>
                </a:cubicBezTo>
                <a:lnTo>
                  <a:pt x="99666" y="872044"/>
                </a:lnTo>
                <a:cubicBezTo>
                  <a:pt x="44622" y="872044"/>
                  <a:pt x="0" y="827422"/>
                  <a:pt x="0" y="772378"/>
                </a:cubicBezTo>
                <a:lnTo>
                  <a:pt x="0" y="99666"/>
                </a:lnTo>
                <a:cubicBezTo>
                  <a:pt x="0" y="44622"/>
                  <a:pt x="44622" y="0"/>
                  <a:pt x="99666" y="0"/>
                </a:cubicBezTo>
                <a:close/>
              </a:path>
            </a:pathLst>
          </a:custGeom>
          <a:solidFill>
            <a:srgbClr val="1E3A8A">
              <a:alpha val="5098"/>
            </a:srgbClr>
          </a:solidFill>
          <a:ln w="12700">
            <a:solidFill>
              <a:srgbClr val="1E3A8A">
                <a:alpha val="2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097576" y="5539553"/>
            <a:ext cx="224240" cy="199324"/>
          </a:xfrm>
          <a:custGeom>
            <a:avLst/>
            <a:gdLst/>
            <a:ahLst/>
            <a:cxnLst/>
            <a:rect l="l" t="t" r="r" b="b"/>
            <a:pathLst>
              <a:path w="224240" h="199324">
                <a:moveTo>
                  <a:pt x="37373" y="0"/>
                </a:moveTo>
                <a:cubicBezTo>
                  <a:pt x="23631" y="0"/>
                  <a:pt x="12458" y="11173"/>
                  <a:pt x="12458" y="24916"/>
                </a:cubicBezTo>
                <a:lnTo>
                  <a:pt x="12458" y="174409"/>
                </a:lnTo>
                <a:cubicBezTo>
                  <a:pt x="12458" y="188151"/>
                  <a:pt x="23631" y="199324"/>
                  <a:pt x="37373" y="199324"/>
                </a:cubicBezTo>
                <a:lnTo>
                  <a:pt x="68518" y="199324"/>
                </a:lnTo>
                <a:lnTo>
                  <a:pt x="68518" y="155722"/>
                </a:lnTo>
                <a:cubicBezTo>
                  <a:pt x="68518" y="141980"/>
                  <a:pt x="79691" y="130807"/>
                  <a:pt x="93433" y="130807"/>
                </a:cubicBezTo>
                <a:lnTo>
                  <a:pt x="161951" y="130807"/>
                </a:lnTo>
                <a:lnTo>
                  <a:pt x="161951" y="66377"/>
                </a:lnTo>
                <a:cubicBezTo>
                  <a:pt x="161951" y="59758"/>
                  <a:pt x="159343" y="53413"/>
                  <a:pt x="154671" y="48741"/>
                </a:cubicBezTo>
                <a:lnTo>
                  <a:pt x="113171" y="7280"/>
                </a:lnTo>
                <a:cubicBezTo>
                  <a:pt x="108499" y="2608"/>
                  <a:pt x="102193" y="0"/>
                  <a:pt x="95574" y="0"/>
                </a:cubicBezTo>
                <a:lnTo>
                  <a:pt x="37373" y="0"/>
                </a:lnTo>
                <a:close/>
                <a:moveTo>
                  <a:pt x="139177" y="68518"/>
                </a:moveTo>
                <a:lnTo>
                  <a:pt x="102777" y="68518"/>
                </a:lnTo>
                <a:cubicBezTo>
                  <a:pt x="97599" y="68518"/>
                  <a:pt x="93433" y="64352"/>
                  <a:pt x="93433" y="59174"/>
                </a:cubicBezTo>
                <a:lnTo>
                  <a:pt x="93433" y="22774"/>
                </a:lnTo>
                <a:lnTo>
                  <a:pt x="139177" y="68518"/>
                </a:lnTo>
                <a:close/>
                <a:moveTo>
                  <a:pt x="102777" y="147936"/>
                </a:moveTo>
                <a:cubicBezTo>
                  <a:pt x="93316" y="147936"/>
                  <a:pt x="85647" y="155605"/>
                  <a:pt x="85647" y="165065"/>
                </a:cubicBezTo>
                <a:lnTo>
                  <a:pt x="85647" y="196210"/>
                </a:lnTo>
                <a:cubicBezTo>
                  <a:pt x="85647" y="205670"/>
                  <a:pt x="93316" y="213339"/>
                  <a:pt x="102777" y="213339"/>
                </a:cubicBezTo>
                <a:lnTo>
                  <a:pt x="109005" y="213339"/>
                </a:lnTo>
                <a:cubicBezTo>
                  <a:pt x="118466" y="213339"/>
                  <a:pt x="126135" y="205670"/>
                  <a:pt x="126135" y="196210"/>
                </a:cubicBezTo>
                <a:lnTo>
                  <a:pt x="126135" y="193095"/>
                </a:lnTo>
                <a:cubicBezTo>
                  <a:pt x="126135" y="188813"/>
                  <a:pt x="122631" y="185309"/>
                  <a:pt x="118349" y="185309"/>
                </a:cubicBezTo>
                <a:cubicBezTo>
                  <a:pt x="114066" y="185309"/>
                  <a:pt x="110563" y="188813"/>
                  <a:pt x="110563" y="193095"/>
                </a:cubicBezTo>
                <a:lnTo>
                  <a:pt x="110563" y="196210"/>
                </a:lnTo>
                <a:cubicBezTo>
                  <a:pt x="110563" y="197066"/>
                  <a:pt x="109862" y="197767"/>
                  <a:pt x="109005" y="197767"/>
                </a:cubicBezTo>
                <a:lnTo>
                  <a:pt x="102777" y="197767"/>
                </a:lnTo>
                <a:cubicBezTo>
                  <a:pt x="101920" y="197767"/>
                  <a:pt x="101219" y="197066"/>
                  <a:pt x="101219" y="196210"/>
                </a:cubicBezTo>
                <a:lnTo>
                  <a:pt x="101219" y="165065"/>
                </a:lnTo>
                <a:cubicBezTo>
                  <a:pt x="101219" y="164209"/>
                  <a:pt x="101920" y="163508"/>
                  <a:pt x="102777" y="163508"/>
                </a:cubicBezTo>
                <a:lnTo>
                  <a:pt x="109005" y="163508"/>
                </a:lnTo>
                <a:cubicBezTo>
                  <a:pt x="109862" y="163508"/>
                  <a:pt x="110563" y="164209"/>
                  <a:pt x="110563" y="165065"/>
                </a:cubicBezTo>
                <a:lnTo>
                  <a:pt x="110563" y="168180"/>
                </a:lnTo>
                <a:cubicBezTo>
                  <a:pt x="110563" y="172462"/>
                  <a:pt x="114066" y="175966"/>
                  <a:pt x="118349" y="175966"/>
                </a:cubicBezTo>
                <a:cubicBezTo>
                  <a:pt x="122631" y="175966"/>
                  <a:pt x="126135" y="172462"/>
                  <a:pt x="126135" y="168180"/>
                </a:cubicBezTo>
                <a:lnTo>
                  <a:pt x="126135" y="165065"/>
                </a:lnTo>
                <a:cubicBezTo>
                  <a:pt x="126135" y="155605"/>
                  <a:pt x="118466" y="147936"/>
                  <a:pt x="109005" y="147936"/>
                </a:cubicBezTo>
                <a:lnTo>
                  <a:pt x="102777" y="147936"/>
                </a:lnTo>
                <a:close/>
                <a:moveTo>
                  <a:pt x="155722" y="147936"/>
                </a:moveTo>
                <a:cubicBezTo>
                  <a:pt x="144549" y="147936"/>
                  <a:pt x="135478" y="157007"/>
                  <a:pt x="135478" y="168180"/>
                </a:cubicBezTo>
                <a:cubicBezTo>
                  <a:pt x="135478" y="179353"/>
                  <a:pt x="144549" y="188424"/>
                  <a:pt x="155722" y="188424"/>
                </a:cubicBezTo>
                <a:cubicBezTo>
                  <a:pt x="158291" y="188424"/>
                  <a:pt x="160394" y="190526"/>
                  <a:pt x="160394" y="193095"/>
                </a:cubicBezTo>
                <a:cubicBezTo>
                  <a:pt x="160394" y="195665"/>
                  <a:pt x="158291" y="197767"/>
                  <a:pt x="155722" y="197767"/>
                </a:cubicBezTo>
                <a:lnTo>
                  <a:pt x="143264" y="197767"/>
                </a:lnTo>
                <a:cubicBezTo>
                  <a:pt x="138982" y="197767"/>
                  <a:pt x="135478" y="201271"/>
                  <a:pt x="135478" y="205553"/>
                </a:cubicBezTo>
                <a:cubicBezTo>
                  <a:pt x="135478" y="209835"/>
                  <a:pt x="138982" y="213339"/>
                  <a:pt x="143264" y="213339"/>
                </a:cubicBezTo>
                <a:lnTo>
                  <a:pt x="155722" y="213339"/>
                </a:lnTo>
                <a:cubicBezTo>
                  <a:pt x="166895" y="213339"/>
                  <a:pt x="175966" y="204268"/>
                  <a:pt x="175966" y="193095"/>
                </a:cubicBezTo>
                <a:cubicBezTo>
                  <a:pt x="175966" y="181922"/>
                  <a:pt x="166895" y="172851"/>
                  <a:pt x="155722" y="172851"/>
                </a:cubicBezTo>
                <a:cubicBezTo>
                  <a:pt x="153153" y="172851"/>
                  <a:pt x="151050" y="170749"/>
                  <a:pt x="151050" y="168180"/>
                </a:cubicBezTo>
                <a:cubicBezTo>
                  <a:pt x="151050" y="165610"/>
                  <a:pt x="153153" y="163508"/>
                  <a:pt x="155722" y="163508"/>
                </a:cubicBezTo>
                <a:lnTo>
                  <a:pt x="165065" y="163508"/>
                </a:lnTo>
                <a:cubicBezTo>
                  <a:pt x="169348" y="163508"/>
                  <a:pt x="172851" y="160004"/>
                  <a:pt x="172851" y="155722"/>
                </a:cubicBezTo>
                <a:cubicBezTo>
                  <a:pt x="172851" y="151440"/>
                  <a:pt x="169348" y="147936"/>
                  <a:pt x="165065" y="147936"/>
                </a:cubicBezTo>
                <a:lnTo>
                  <a:pt x="155722" y="147936"/>
                </a:lnTo>
                <a:close/>
                <a:moveTo>
                  <a:pt x="193095" y="147936"/>
                </a:moveTo>
                <a:cubicBezTo>
                  <a:pt x="188813" y="147936"/>
                  <a:pt x="185309" y="151440"/>
                  <a:pt x="185309" y="155722"/>
                </a:cubicBezTo>
                <a:lnTo>
                  <a:pt x="185309" y="168024"/>
                </a:lnTo>
                <a:cubicBezTo>
                  <a:pt x="185309" y="181844"/>
                  <a:pt x="189397" y="195392"/>
                  <a:pt x="197066" y="206877"/>
                </a:cubicBezTo>
                <a:lnTo>
                  <a:pt x="199052" y="209874"/>
                </a:lnTo>
                <a:cubicBezTo>
                  <a:pt x="200492" y="212055"/>
                  <a:pt x="202945" y="213339"/>
                  <a:pt x="205514" y="213339"/>
                </a:cubicBezTo>
                <a:cubicBezTo>
                  <a:pt x="208084" y="213339"/>
                  <a:pt x="210536" y="212055"/>
                  <a:pt x="211977" y="209874"/>
                </a:cubicBezTo>
                <a:lnTo>
                  <a:pt x="213962" y="206877"/>
                </a:lnTo>
                <a:cubicBezTo>
                  <a:pt x="221631" y="195353"/>
                  <a:pt x="225719" y="181844"/>
                  <a:pt x="225719" y="168024"/>
                </a:cubicBezTo>
                <a:lnTo>
                  <a:pt x="225719" y="155722"/>
                </a:lnTo>
                <a:cubicBezTo>
                  <a:pt x="225719" y="151440"/>
                  <a:pt x="222215" y="147936"/>
                  <a:pt x="217933" y="147936"/>
                </a:cubicBezTo>
                <a:cubicBezTo>
                  <a:pt x="213651" y="147936"/>
                  <a:pt x="210147" y="151440"/>
                  <a:pt x="210147" y="155722"/>
                </a:cubicBezTo>
                <a:lnTo>
                  <a:pt x="210147" y="168024"/>
                </a:lnTo>
                <a:cubicBezTo>
                  <a:pt x="210147" y="175654"/>
                  <a:pt x="208551" y="183168"/>
                  <a:pt x="205475" y="190098"/>
                </a:cubicBezTo>
                <a:cubicBezTo>
                  <a:pt x="202400" y="183168"/>
                  <a:pt x="200804" y="175654"/>
                  <a:pt x="200804" y="168024"/>
                </a:cubicBezTo>
                <a:lnTo>
                  <a:pt x="200804" y="155722"/>
                </a:lnTo>
                <a:cubicBezTo>
                  <a:pt x="200804" y="151440"/>
                  <a:pt x="197300" y="147936"/>
                  <a:pt x="193018" y="147936"/>
                </a:cubicBez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76" name="Text 74"/>
          <p:cNvSpPr/>
          <p:nvPr/>
        </p:nvSpPr>
        <p:spPr>
          <a:xfrm>
            <a:off x="406954" y="5772098"/>
            <a:ext cx="3604447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46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Lookup Files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398649" y="5971422"/>
            <a:ext cx="3621057" cy="232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8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 CSVs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4224350" y="5435738"/>
            <a:ext cx="3745635" cy="872044"/>
          </a:xfrm>
          <a:custGeom>
            <a:avLst/>
            <a:gdLst/>
            <a:ahLst/>
            <a:cxnLst/>
            <a:rect l="l" t="t" r="r" b="b"/>
            <a:pathLst>
              <a:path w="3745635" h="872044">
                <a:moveTo>
                  <a:pt x="99666" y="0"/>
                </a:moveTo>
                <a:lnTo>
                  <a:pt x="3645969" y="0"/>
                </a:lnTo>
                <a:cubicBezTo>
                  <a:pt x="3701013" y="0"/>
                  <a:pt x="3745635" y="44622"/>
                  <a:pt x="3745635" y="99666"/>
                </a:cubicBezTo>
                <a:lnTo>
                  <a:pt x="3745635" y="772378"/>
                </a:lnTo>
                <a:cubicBezTo>
                  <a:pt x="3745635" y="827422"/>
                  <a:pt x="3701013" y="872044"/>
                  <a:pt x="3645969" y="872044"/>
                </a:cubicBezTo>
                <a:lnTo>
                  <a:pt x="99666" y="872044"/>
                </a:lnTo>
                <a:cubicBezTo>
                  <a:pt x="44622" y="872044"/>
                  <a:pt x="0" y="827422"/>
                  <a:pt x="0" y="772378"/>
                </a:cubicBezTo>
                <a:lnTo>
                  <a:pt x="0" y="99666"/>
                </a:lnTo>
                <a:cubicBezTo>
                  <a:pt x="0" y="44622"/>
                  <a:pt x="44622" y="0"/>
                  <a:pt x="99666" y="0"/>
                </a:cubicBezTo>
                <a:close/>
              </a:path>
            </a:pathLst>
          </a:custGeom>
          <a:solidFill>
            <a:srgbClr val="8B0000">
              <a:alpha val="5098"/>
            </a:srgbClr>
          </a:solidFill>
          <a:ln w="12700">
            <a:solidFill>
              <a:srgbClr val="8B0000">
                <a:alpha val="2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998025" y="5539553"/>
            <a:ext cx="199324" cy="199324"/>
          </a:xfrm>
          <a:custGeom>
            <a:avLst/>
            <a:gdLst/>
            <a:ahLst/>
            <a:cxnLst/>
            <a:rect l="l" t="t" r="r" b="b"/>
            <a:pathLst>
              <a:path w="199324" h="199324">
                <a:moveTo>
                  <a:pt x="177523" y="87204"/>
                </a:moveTo>
                <a:lnTo>
                  <a:pt x="121463" y="87204"/>
                </a:lnTo>
                <a:cubicBezTo>
                  <a:pt x="116285" y="87204"/>
                  <a:pt x="112120" y="83039"/>
                  <a:pt x="112120" y="77861"/>
                </a:cubicBezTo>
                <a:lnTo>
                  <a:pt x="112120" y="21801"/>
                </a:lnTo>
                <a:cubicBezTo>
                  <a:pt x="112120" y="18025"/>
                  <a:pt x="114378" y="14599"/>
                  <a:pt x="117882" y="13159"/>
                </a:cubicBezTo>
                <a:cubicBezTo>
                  <a:pt x="121385" y="11718"/>
                  <a:pt x="125395" y="12536"/>
                  <a:pt x="128081" y="15183"/>
                </a:cubicBezTo>
                <a:lnTo>
                  <a:pt x="143654" y="30755"/>
                </a:lnTo>
                <a:lnTo>
                  <a:pt x="172229" y="2180"/>
                </a:lnTo>
                <a:cubicBezTo>
                  <a:pt x="173630" y="779"/>
                  <a:pt x="175538" y="0"/>
                  <a:pt x="177523" y="0"/>
                </a:cubicBezTo>
                <a:cubicBezTo>
                  <a:pt x="179509" y="0"/>
                  <a:pt x="181416" y="779"/>
                  <a:pt x="182857" y="2219"/>
                </a:cubicBezTo>
                <a:lnTo>
                  <a:pt x="197144" y="16507"/>
                </a:lnTo>
                <a:cubicBezTo>
                  <a:pt x="198546" y="17908"/>
                  <a:pt x="199324" y="19816"/>
                  <a:pt x="199324" y="21801"/>
                </a:cubicBezTo>
                <a:cubicBezTo>
                  <a:pt x="199324" y="23787"/>
                  <a:pt x="198546" y="25694"/>
                  <a:pt x="197105" y="27135"/>
                </a:cubicBezTo>
                <a:lnTo>
                  <a:pt x="168569" y="55671"/>
                </a:lnTo>
                <a:lnTo>
                  <a:pt x="184141" y="71243"/>
                </a:lnTo>
                <a:cubicBezTo>
                  <a:pt x="186828" y="73929"/>
                  <a:pt x="187606" y="77939"/>
                  <a:pt x="186166" y="81443"/>
                </a:cubicBezTo>
                <a:cubicBezTo>
                  <a:pt x="184725" y="84946"/>
                  <a:pt x="181299" y="87204"/>
                  <a:pt x="177523" y="87204"/>
                </a:cubicBezTo>
                <a:close/>
                <a:moveTo>
                  <a:pt x="177523" y="112120"/>
                </a:moveTo>
                <a:cubicBezTo>
                  <a:pt x="181299" y="112120"/>
                  <a:pt x="184725" y="114378"/>
                  <a:pt x="186166" y="117882"/>
                </a:cubicBezTo>
                <a:cubicBezTo>
                  <a:pt x="187606" y="121385"/>
                  <a:pt x="186828" y="125395"/>
                  <a:pt x="184141" y="128081"/>
                </a:cubicBezTo>
                <a:lnTo>
                  <a:pt x="168569" y="143654"/>
                </a:lnTo>
                <a:lnTo>
                  <a:pt x="197144" y="172229"/>
                </a:lnTo>
                <a:cubicBezTo>
                  <a:pt x="198546" y="173630"/>
                  <a:pt x="199363" y="175538"/>
                  <a:pt x="199363" y="177562"/>
                </a:cubicBezTo>
                <a:cubicBezTo>
                  <a:pt x="199363" y="179586"/>
                  <a:pt x="198585" y="181455"/>
                  <a:pt x="197144" y="182896"/>
                </a:cubicBezTo>
                <a:lnTo>
                  <a:pt x="182857" y="197183"/>
                </a:lnTo>
                <a:cubicBezTo>
                  <a:pt x="181416" y="198546"/>
                  <a:pt x="179509" y="199324"/>
                  <a:pt x="177523" y="199324"/>
                </a:cubicBezTo>
                <a:cubicBezTo>
                  <a:pt x="175538" y="199324"/>
                  <a:pt x="173630" y="198546"/>
                  <a:pt x="172190" y="197105"/>
                </a:cubicBezTo>
                <a:lnTo>
                  <a:pt x="143654" y="168569"/>
                </a:lnTo>
                <a:lnTo>
                  <a:pt x="128081" y="184141"/>
                </a:lnTo>
                <a:cubicBezTo>
                  <a:pt x="125395" y="186828"/>
                  <a:pt x="121385" y="187606"/>
                  <a:pt x="117882" y="186166"/>
                </a:cubicBezTo>
                <a:cubicBezTo>
                  <a:pt x="114378" y="184725"/>
                  <a:pt x="112120" y="181299"/>
                  <a:pt x="112120" y="177523"/>
                </a:cubicBezTo>
                <a:lnTo>
                  <a:pt x="112120" y="121463"/>
                </a:lnTo>
                <a:cubicBezTo>
                  <a:pt x="112120" y="116285"/>
                  <a:pt x="116285" y="112120"/>
                  <a:pt x="121463" y="112120"/>
                </a:cubicBezTo>
                <a:lnTo>
                  <a:pt x="177523" y="112120"/>
                </a:lnTo>
                <a:close/>
                <a:moveTo>
                  <a:pt x="77861" y="112120"/>
                </a:moveTo>
                <a:cubicBezTo>
                  <a:pt x="83039" y="112120"/>
                  <a:pt x="87204" y="116285"/>
                  <a:pt x="87204" y="121463"/>
                </a:cubicBezTo>
                <a:lnTo>
                  <a:pt x="87204" y="177523"/>
                </a:lnTo>
                <a:cubicBezTo>
                  <a:pt x="87204" y="181299"/>
                  <a:pt x="84946" y="184725"/>
                  <a:pt x="81443" y="186166"/>
                </a:cubicBezTo>
                <a:cubicBezTo>
                  <a:pt x="77939" y="187606"/>
                  <a:pt x="73929" y="186828"/>
                  <a:pt x="71243" y="184141"/>
                </a:cubicBezTo>
                <a:lnTo>
                  <a:pt x="55671" y="168569"/>
                </a:lnTo>
                <a:lnTo>
                  <a:pt x="27096" y="197144"/>
                </a:lnTo>
                <a:cubicBezTo>
                  <a:pt x="25694" y="198546"/>
                  <a:pt x="23787" y="199324"/>
                  <a:pt x="21801" y="199324"/>
                </a:cubicBezTo>
                <a:cubicBezTo>
                  <a:pt x="19816" y="199324"/>
                  <a:pt x="17908" y="198546"/>
                  <a:pt x="16468" y="197105"/>
                </a:cubicBezTo>
                <a:lnTo>
                  <a:pt x="2219" y="182857"/>
                </a:lnTo>
                <a:cubicBezTo>
                  <a:pt x="779" y="181416"/>
                  <a:pt x="0" y="179509"/>
                  <a:pt x="0" y="177523"/>
                </a:cubicBezTo>
                <a:cubicBezTo>
                  <a:pt x="0" y="175538"/>
                  <a:pt x="779" y="173630"/>
                  <a:pt x="2219" y="172190"/>
                </a:cubicBezTo>
                <a:lnTo>
                  <a:pt x="30755" y="143654"/>
                </a:lnTo>
                <a:lnTo>
                  <a:pt x="15183" y="128081"/>
                </a:lnTo>
                <a:cubicBezTo>
                  <a:pt x="12497" y="125395"/>
                  <a:pt x="11718" y="121385"/>
                  <a:pt x="13159" y="117882"/>
                </a:cubicBezTo>
                <a:cubicBezTo>
                  <a:pt x="14599" y="114378"/>
                  <a:pt x="18025" y="112120"/>
                  <a:pt x="21801" y="112120"/>
                </a:cubicBezTo>
                <a:lnTo>
                  <a:pt x="77861" y="112120"/>
                </a:lnTo>
                <a:close/>
                <a:moveTo>
                  <a:pt x="21801" y="87204"/>
                </a:moveTo>
                <a:cubicBezTo>
                  <a:pt x="18025" y="87204"/>
                  <a:pt x="14599" y="84946"/>
                  <a:pt x="13159" y="81443"/>
                </a:cubicBezTo>
                <a:cubicBezTo>
                  <a:pt x="11718" y="77939"/>
                  <a:pt x="12536" y="73929"/>
                  <a:pt x="15183" y="71243"/>
                </a:cubicBezTo>
                <a:lnTo>
                  <a:pt x="30755" y="55671"/>
                </a:lnTo>
                <a:lnTo>
                  <a:pt x="2219" y="27135"/>
                </a:lnTo>
                <a:cubicBezTo>
                  <a:pt x="779" y="25694"/>
                  <a:pt x="0" y="23787"/>
                  <a:pt x="0" y="21801"/>
                </a:cubicBezTo>
                <a:cubicBezTo>
                  <a:pt x="0" y="19816"/>
                  <a:pt x="779" y="17908"/>
                  <a:pt x="2219" y="16468"/>
                </a:cubicBezTo>
                <a:lnTo>
                  <a:pt x="16468" y="2219"/>
                </a:lnTo>
                <a:cubicBezTo>
                  <a:pt x="17908" y="779"/>
                  <a:pt x="19816" y="0"/>
                  <a:pt x="21801" y="0"/>
                </a:cubicBezTo>
                <a:cubicBezTo>
                  <a:pt x="23787" y="0"/>
                  <a:pt x="25694" y="779"/>
                  <a:pt x="27135" y="2219"/>
                </a:cubicBezTo>
                <a:lnTo>
                  <a:pt x="55671" y="30755"/>
                </a:lnTo>
                <a:lnTo>
                  <a:pt x="71243" y="15183"/>
                </a:lnTo>
                <a:cubicBezTo>
                  <a:pt x="73929" y="12497"/>
                  <a:pt x="77939" y="11718"/>
                  <a:pt x="81443" y="13159"/>
                </a:cubicBezTo>
                <a:cubicBezTo>
                  <a:pt x="84946" y="14599"/>
                  <a:pt x="87204" y="18025"/>
                  <a:pt x="87204" y="21801"/>
                </a:cubicBezTo>
                <a:lnTo>
                  <a:pt x="87204" y="77861"/>
                </a:lnTo>
                <a:cubicBezTo>
                  <a:pt x="87204" y="83039"/>
                  <a:pt x="83039" y="87204"/>
                  <a:pt x="77861" y="87204"/>
                </a:cubicBezTo>
                <a:lnTo>
                  <a:pt x="21801" y="87204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0" name="Text 78"/>
          <p:cNvSpPr/>
          <p:nvPr/>
        </p:nvSpPr>
        <p:spPr>
          <a:xfrm>
            <a:off x="4294944" y="5772098"/>
            <a:ext cx="3604447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46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Noise Reduction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4286639" y="5971422"/>
            <a:ext cx="3621057" cy="232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8" b="1" dirty="0">
                <a:solidFill>
                  <a:srgbClr val="8B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Smoothed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8112341" y="5435738"/>
            <a:ext cx="3745635" cy="872044"/>
          </a:xfrm>
          <a:custGeom>
            <a:avLst/>
            <a:gdLst/>
            <a:ahLst/>
            <a:cxnLst/>
            <a:rect l="l" t="t" r="r" b="b"/>
            <a:pathLst>
              <a:path w="3745635" h="872044">
                <a:moveTo>
                  <a:pt x="99666" y="0"/>
                </a:moveTo>
                <a:lnTo>
                  <a:pt x="3645969" y="0"/>
                </a:lnTo>
                <a:cubicBezTo>
                  <a:pt x="3701013" y="0"/>
                  <a:pt x="3745635" y="44622"/>
                  <a:pt x="3745635" y="99666"/>
                </a:cubicBezTo>
                <a:lnTo>
                  <a:pt x="3745635" y="772378"/>
                </a:lnTo>
                <a:cubicBezTo>
                  <a:pt x="3745635" y="827422"/>
                  <a:pt x="3701013" y="872044"/>
                  <a:pt x="3645969" y="872044"/>
                </a:cubicBezTo>
                <a:lnTo>
                  <a:pt x="99666" y="872044"/>
                </a:lnTo>
                <a:cubicBezTo>
                  <a:pt x="44622" y="872044"/>
                  <a:pt x="0" y="827422"/>
                  <a:pt x="0" y="772378"/>
                </a:cubicBezTo>
                <a:lnTo>
                  <a:pt x="0" y="99666"/>
                </a:lnTo>
                <a:cubicBezTo>
                  <a:pt x="0" y="44622"/>
                  <a:pt x="44622" y="0"/>
                  <a:pt x="99666" y="0"/>
                </a:cubicBezTo>
                <a:close/>
              </a:path>
            </a:pathLst>
          </a:custGeom>
          <a:solidFill>
            <a:srgbClr val="3B82F6">
              <a:alpha val="5098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886145" y="5539553"/>
            <a:ext cx="199324" cy="199324"/>
          </a:xfrm>
          <a:custGeom>
            <a:avLst/>
            <a:gdLst/>
            <a:ahLst/>
            <a:cxnLst/>
            <a:rect l="l" t="t" r="r" b="b"/>
            <a:pathLst>
              <a:path w="199324" h="199324">
                <a:moveTo>
                  <a:pt x="0" y="99662"/>
                </a:moveTo>
                <a:cubicBezTo>
                  <a:pt x="0" y="44657"/>
                  <a:pt x="44657" y="0"/>
                  <a:pt x="99662" y="0"/>
                </a:cubicBezTo>
                <a:cubicBezTo>
                  <a:pt x="154667" y="0"/>
                  <a:pt x="199324" y="44657"/>
                  <a:pt x="199324" y="99662"/>
                </a:cubicBezTo>
                <a:cubicBezTo>
                  <a:pt x="199324" y="154667"/>
                  <a:pt x="154667" y="199324"/>
                  <a:pt x="99662" y="199324"/>
                </a:cubicBezTo>
                <a:cubicBezTo>
                  <a:pt x="44657" y="199324"/>
                  <a:pt x="0" y="154667"/>
                  <a:pt x="0" y="99662"/>
                </a:cubicBezTo>
                <a:close/>
                <a:moveTo>
                  <a:pt x="112120" y="37373"/>
                </a:moveTo>
                <a:cubicBezTo>
                  <a:pt x="112120" y="30498"/>
                  <a:pt x="106538" y="24916"/>
                  <a:pt x="99662" y="24916"/>
                </a:cubicBezTo>
                <a:cubicBezTo>
                  <a:pt x="92786" y="24916"/>
                  <a:pt x="87204" y="30498"/>
                  <a:pt x="87204" y="37373"/>
                </a:cubicBezTo>
                <a:cubicBezTo>
                  <a:pt x="87204" y="44249"/>
                  <a:pt x="92786" y="49831"/>
                  <a:pt x="99662" y="49831"/>
                </a:cubicBezTo>
                <a:cubicBezTo>
                  <a:pt x="106538" y="49831"/>
                  <a:pt x="112120" y="44249"/>
                  <a:pt x="112120" y="37373"/>
                </a:cubicBezTo>
                <a:close/>
                <a:moveTo>
                  <a:pt x="99662" y="161951"/>
                </a:moveTo>
                <a:cubicBezTo>
                  <a:pt x="113405" y="161951"/>
                  <a:pt x="124578" y="150778"/>
                  <a:pt x="124578" y="137035"/>
                </a:cubicBezTo>
                <a:cubicBezTo>
                  <a:pt x="124578" y="130729"/>
                  <a:pt x="122242" y="124928"/>
                  <a:pt x="118349" y="120568"/>
                </a:cubicBezTo>
                <a:lnTo>
                  <a:pt x="145405" y="66493"/>
                </a:lnTo>
                <a:cubicBezTo>
                  <a:pt x="147702" y="61861"/>
                  <a:pt x="145834" y="56255"/>
                  <a:pt x="141240" y="53958"/>
                </a:cubicBezTo>
                <a:cubicBezTo>
                  <a:pt x="136646" y="51661"/>
                  <a:pt x="131001" y="53529"/>
                  <a:pt x="128704" y="58123"/>
                </a:cubicBezTo>
                <a:lnTo>
                  <a:pt x="101648" y="112198"/>
                </a:lnTo>
                <a:cubicBezTo>
                  <a:pt x="100986" y="112159"/>
                  <a:pt x="100324" y="112120"/>
                  <a:pt x="99662" y="112120"/>
                </a:cubicBezTo>
                <a:cubicBezTo>
                  <a:pt x="85920" y="112120"/>
                  <a:pt x="74747" y="123293"/>
                  <a:pt x="74747" y="137035"/>
                </a:cubicBezTo>
                <a:cubicBezTo>
                  <a:pt x="74747" y="150778"/>
                  <a:pt x="85920" y="161951"/>
                  <a:pt x="99662" y="161951"/>
                </a:cubicBezTo>
                <a:close/>
                <a:moveTo>
                  <a:pt x="68518" y="56060"/>
                </a:moveTo>
                <a:cubicBezTo>
                  <a:pt x="68518" y="49184"/>
                  <a:pt x="62936" y="43602"/>
                  <a:pt x="56060" y="43602"/>
                </a:cubicBezTo>
                <a:cubicBezTo>
                  <a:pt x="49184" y="43602"/>
                  <a:pt x="43602" y="49184"/>
                  <a:pt x="43602" y="56060"/>
                </a:cubicBezTo>
                <a:cubicBezTo>
                  <a:pt x="43602" y="62936"/>
                  <a:pt x="49184" y="68518"/>
                  <a:pt x="56060" y="68518"/>
                </a:cubicBezTo>
                <a:cubicBezTo>
                  <a:pt x="62936" y="68518"/>
                  <a:pt x="68518" y="62936"/>
                  <a:pt x="68518" y="56060"/>
                </a:cubicBezTo>
                <a:close/>
                <a:moveTo>
                  <a:pt x="37373" y="112120"/>
                </a:moveTo>
                <a:cubicBezTo>
                  <a:pt x="44249" y="112120"/>
                  <a:pt x="49831" y="106538"/>
                  <a:pt x="49831" y="99662"/>
                </a:cubicBezTo>
                <a:cubicBezTo>
                  <a:pt x="49831" y="92786"/>
                  <a:pt x="44249" y="87204"/>
                  <a:pt x="37373" y="87204"/>
                </a:cubicBezTo>
                <a:cubicBezTo>
                  <a:pt x="30498" y="87204"/>
                  <a:pt x="24916" y="92786"/>
                  <a:pt x="24916" y="99662"/>
                </a:cubicBezTo>
                <a:cubicBezTo>
                  <a:pt x="24916" y="106538"/>
                  <a:pt x="30498" y="112120"/>
                  <a:pt x="37373" y="112120"/>
                </a:cubicBezTo>
                <a:close/>
                <a:moveTo>
                  <a:pt x="174409" y="99662"/>
                </a:moveTo>
                <a:cubicBezTo>
                  <a:pt x="174409" y="92786"/>
                  <a:pt x="168827" y="87204"/>
                  <a:pt x="161951" y="87204"/>
                </a:cubicBezTo>
                <a:cubicBezTo>
                  <a:pt x="155075" y="87204"/>
                  <a:pt x="149493" y="92786"/>
                  <a:pt x="149493" y="99662"/>
                </a:cubicBezTo>
                <a:cubicBezTo>
                  <a:pt x="149493" y="106538"/>
                  <a:pt x="155075" y="112120"/>
                  <a:pt x="161951" y="112120"/>
                </a:cubicBezTo>
                <a:cubicBezTo>
                  <a:pt x="168827" y="112120"/>
                  <a:pt x="174409" y="106538"/>
                  <a:pt x="174409" y="99662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84" name="Text 82"/>
          <p:cNvSpPr/>
          <p:nvPr/>
        </p:nvSpPr>
        <p:spPr>
          <a:xfrm>
            <a:off x="8182935" y="5772098"/>
            <a:ext cx="3604447" cy="19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46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8174630" y="5971422"/>
            <a:ext cx="3621057" cy="232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8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Cached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4850" y="449820"/>
            <a:ext cx="449820" cy="449820"/>
          </a:xfrm>
          <a:custGeom>
            <a:avLst/>
            <a:gdLst/>
            <a:ahLst/>
            <a:cxnLst/>
            <a:rect l="l" t="t" r="r" b="b"/>
            <a:pathLst>
              <a:path w="449820" h="449820">
                <a:moveTo>
                  <a:pt x="74972" y="0"/>
                </a:moveTo>
                <a:lnTo>
                  <a:pt x="374849" y="0"/>
                </a:lnTo>
                <a:cubicBezTo>
                  <a:pt x="416227" y="0"/>
                  <a:pt x="449820" y="33594"/>
                  <a:pt x="449820" y="74972"/>
                </a:cubicBezTo>
                <a:lnTo>
                  <a:pt x="449820" y="374849"/>
                </a:lnTo>
                <a:cubicBezTo>
                  <a:pt x="449820" y="416254"/>
                  <a:pt x="416254" y="449820"/>
                  <a:pt x="374849" y="449820"/>
                </a:cubicBezTo>
                <a:lnTo>
                  <a:pt x="74972" y="449820"/>
                </a:lnTo>
                <a:cubicBezTo>
                  <a:pt x="33594" y="449820"/>
                  <a:pt x="0" y="416227"/>
                  <a:pt x="0" y="374849"/>
                </a:cubicBezTo>
                <a:lnTo>
                  <a:pt x="0" y="74972"/>
                </a:lnTo>
                <a:cubicBezTo>
                  <a:pt x="0" y="33566"/>
                  <a:pt x="33566" y="0"/>
                  <a:pt x="74972" y="0"/>
                </a:cubicBez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506048" y="581018"/>
            <a:ext cx="187425" cy="187425"/>
          </a:xfrm>
          <a:custGeom>
            <a:avLst/>
            <a:gdLst/>
            <a:ahLst/>
            <a:cxnLst/>
            <a:rect l="l" t="t" r="r" b="b"/>
            <a:pathLst>
              <a:path w="187425" h="187425">
                <a:moveTo>
                  <a:pt x="23428" y="11714"/>
                </a:moveTo>
                <a:cubicBezTo>
                  <a:pt x="10506" y="11714"/>
                  <a:pt x="0" y="22220"/>
                  <a:pt x="0" y="35142"/>
                </a:cubicBezTo>
                <a:lnTo>
                  <a:pt x="0" y="128855"/>
                </a:lnTo>
                <a:cubicBezTo>
                  <a:pt x="0" y="141777"/>
                  <a:pt x="10506" y="152283"/>
                  <a:pt x="23428" y="152283"/>
                </a:cubicBezTo>
                <a:lnTo>
                  <a:pt x="76141" y="152283"/>
                </a:lnTo>
                <a:lnTo>
                  <a:pt x="70284" y="169854"/>
                </a:lnTo>
                <a:lnTo>
                  <a:pt x="43928" y="169854"/>
                </a:lnTo>
                <a:cubicBezTo>
                  <a:pt x="39059" y="169854"/>
                  <a:pt x="35142" y="173771"/>
                  <a:pt x="35142" y="178640"/>
                </a:cubicBezTo>
                <a:cubicBezTo>
                  <a:pt x="35142" y="183508"/>
                  <a:pt x="39059" y="187425"/>
                  <a:pt x="43928" y="187425"/>
                </a:cubicBezTo>
                <a:lnTo>
                  <a:pt x="143497" y="187425"/>
                </a:lnTo>
                <a:cubicBezTo>
                  <a:pt x="148366" y="187425"/>
                  <a:pt x="152283" y="183508"/>
                  <a:pt x="152283" y="178640"/>
                </a:cubicBezTo>
                <a:cubicBezTo>
                  <a:pt x="152283" y="173771"/>
                  <a:pt x="148366" y="169854"/>
                  <a:pt x="143497" y="169854"/>
                </a:cubicBezTo>
                <a:lnTo>
                  <a:pt x="117141" y="169854"/>
                </a:lnTo>
                <a:lnTo>
                  <a:pt x="111284" y="152283"/>
                </a:lnTo>
                <a:lnTo>
                  <a:pt x="163997" y="152283"/>
                </a:lnTo>
                <a:cubicBezTo>
                  <a:pt x="176919" y="152283"/>
                  <a:pt x="187425" y="141777"/>
                  <a:pt x="187425" y="128855"/>
                </a:cubicBezTo>
                <a:lnTo>
                  <a:pt x="187425" y="35142"/>
                </a:lnTo>
                <a:cubicBezTo>
                  <a:pt x="187425" y="22220"/>
                  <a:pt x="176919" y="11714"/>
                  <a:pt x="163997" y="11714"/>
                </a:cubicBezTo>
                <a:lnTo>
                  <a:pt x="23428" y="11714"/>
                </a:lnTo>
                <a:close/>
                <a:moveTo>
                  <a:pt x="35142" y="35142"/>
                </a:moveTo>
                <a:lnTo>
                  <a:pt x="152283" y="35142"/>
                </a:lnTo>
                <a:cubicBezTo>
                  <a:pt x="158762" y="35142"/>
                  <a:pt x="163997" y="40377"/>
                  <a:pt x="163997" y="46856"/>
                </a:cubicBezTo>
                <a:lnTo>
                  <a:pt x="163997" y="105427"/>
                </a:lnTo>
                <a:cubicBezTo>
                  <a:pt x="163997" y="111906"/>
                  <a:pt x="158762" y="117141"/>
                  <a:pt x="152283" y="117141"/>
                </a:cubicBezTo>
                <a:lnTo>
                  <a:pt x="35142" y="117141"/>
                </a:lnTo>
                <a:cubicBezTo>
                  <a:pt x="28663" y="117141"/>
                  <a:pt x="23428" y="111906"/>
                  <a:pt x="23428" y="105427"/>
                </a:cubicBezTo>
                <a:lnTo>
                  <a:pt x="23428" y="46856"/>
                </a:lnTo>
                <a:cubicBezTo>
                  <a:pt x="23428" y="40377"/>
                  <a:pt x="28663" y="35142"/>
                  <a:pt x="35142" y="3514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937125" y="374850"/>
            <a:ext cx="3120627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spc="59" kern="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Interface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37125" y="599760"/>
            <a:ext cx="3214340" cy="37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56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Streamlit Dashboard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221" y="1058952"/>
            <a:ext cx="7562601" cy="4273291"/>
          </a:xfrm>
          <a:custGeom>
            <a:avLst/>
            <a:gdLst/>
            <a:ahLst/>
            <a:cxnLst/>
            <a:rect l="l" t="t" r="r" b="b"/>
            <a:pathLst>
              <a:path w="7562601" h="4273291">
                <a:moveTo>
                  <a:pt x="149950" y="0"/>
                </a:moveTo>
                <a:lnTo>
                  <a:pt x="7412651" y="0"/>
                </a:lnTo>
                <a:cubicBezTo>
                  <a:pt x="7495466" y="0"/>
                  <a:pt x="7562601" y="67135"/>
                  <a:pt x="7562601" y="149950"/>
                </a:cubicBezTo>
                <a:lnTo>
                  <a:pt x="7562601" y="4123342"/>
                </a:lnTo>
                <a:cubicBezTo>
                  <a:pt x="7562601" y="4206157"/>
                  <a:pt x="7495466" y="4273291"/>
                  <a:pt x="7412651" y="4273291"/>
                </a:cubicBezTo>
                <a:lnTo>
                  <a:pt x="149950" y="4273291"/>
                </a:lnTo>
                <a:cubicBezTo>
                  <a:pt x="67190" y="4273291"/>
                  <a:pt x="0" y="4206101"/>
                  <a:pt x="0" y="4123342"/>
                </a:cubicBezTo>
                <a:lnTo>
                  <a:pt x="0" y="149950"/>
                </a:lnTo>
                <a:cubicBezTo>
                  <a:pt x="0" y="67135"/>
                  <a:pt x="67135" y="0"/>
                  <a:pt x="149950" y="0"/>
                </a:cubicBezTo>
                <a:close/>
              </a:path>
            </a:pathLst>
          </a:custGeom>
          <a:solidFill>
            <a:srgbClr val="F9FAFB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191" y="1180778"/>
            <a:ext cx="7412661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76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Layout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10733" y="1560314"/>
            <a:ext cx="3589190" cy="834042"/>
          </a:xfrm>
          <a:custGeom>
            <a:avLst/>
            <a:gdLst/>
            <a:ahLst/>
            <a:cxnLst/>
            <a:rect l="l" t="t" r="r" b="b"/>
            <a:pathLst>
              <a:path w="3589190" h="834042">
                <a:moveTo>
                  <a:pt x="112454" y="0"/>
                </a:moveTo>
                <a:lnTo>
                  <a:pt x="3476736" y="0"/>
                </a:lnTo>
                <a:cubicBezTo>
                  <a:pt x="3538843" y="0"/>
                  <a:pt x="3589190" y="50347"/>
                  <a:pt x="3589190" y="112454"/>
                </a:cubicBezTo>
                <a:lnTo>
                  <a:pt x="3589190" y="721588"/>
                </a:lnTo>
                <a:cubicBezTo>
                  <a:pt x="3589190" y="783694"/>
                  <a:pt x="3538843" y="834042"/>
                  <a:pt x="3476736" y="834042"/>
                </a:cubicBezTo>
                <a:lnTo>
                  <a:pt x="112454" y="834042"/>
                </a:lnTo>
                <a:cubicBezTo>
                  <a:pt x="50389" y="834042"/>
                  <a:pt x="0" y="783653"/>
                  <a:pt x="0" y="721588"/>
                </a:cubicBezTo>
                <a:lnTo>
                  <a:pt x="0" y="112454"/>
                </a:lnTo>
                <a:cubicBezTo>
                  <a:pt x="0" y="50347"/>
                  <a:pt x="50347" y="0"/>
                  <a:pt x="112454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7874" y="1677454"/>
            <a:ext cx="299880" cy="299880"/>
          </a:xfrm>
          <a:custGeom>
            <a:avLst/>
            <a:gdLst/>
            <a:ahLst/>
            <a:cxnLst/>
            <a:rect l="l" t="t" r="r" b="b"/>
            <a:pathLst>
              <a:path w="299880" h="299880">
                <a:moveTo>
                  <a:pt x="74970" y="0"/>
                </a:moveTo>
                <a:lnTo>
                  <a:pt x="224910" y="0"/>
                </a:lnTo>
                <a:cubicBezTo>
                  <a:pt x="266315" y="0"/>
                  <a:pt x="299880" y="33565"/>
                  <a:pt x="299880" y="74970"/>
                </a:cubicBezTo>
                <a:lnTo>
                  <a:pt x="299880" y="224910"/>
                </a:lnTo>
                <a:cubicBezTo>
                  <a:pt x="299880" y="266315"/>
                  <a:pt x="266315" y="299880"/>
                  <a:pt x="224910" y="299880"/>
                </a:cubicBezTo>
                <a:lnTo>
                  <a:pt x="74970" y="299880"/>
                </a:lnTo>
                <a:cubicBezTo>
                  <a:pt x="33565" y="299880"/>
                  <a:pt x="0" y="266315"/>
                  <a:pt x="0" y="224910"/>
                </a:cubicBezTo>
                <a:lnTo>
                  <a:pt x="0" y="74970"/>
                </a:lnTo>
                <a:cubicBezTo>
                  <a:pt x="0" y="33565"/>
                  <a:pt x="33565" y="0"/>
                  <a:pt x="74970" y="0"/>
                </a:cubicBez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10" name="Shape 8"/>
          <p:cNvSpPr/>
          <p:nvPr/>
        </p:nvSpPr>
        <p:spPr>
          <a:xfrm>
            <a:off x="714558" y="1761796"/>
            <a:ext cx="131198" cy="131198"/>
          </a:xfrm>
          <a:custGeom>
            <a:avLst/>
            <a:gdLst/>
            <a:ahLst/>
            <a:cxnLst/>
            <a:rect l="l" t="t" r="r" b="b"/>
            <a:pathLst>
              <a:path w="131198" h="131198">
                <a:moveTo>
                  <a:pt x="102242" y="98449"/>
                </a:moveTo>
                <a:cubicBezTo>
                  <a:pt x="96579" y="88610"/>
                  <a:pt x="85945" y="81998"/>
                  <a:pt x="73799" y="81998"/>
                </a:cubicBezTo>
                <a:lnTo>
                  <a:pt x="57399" y="81998"/>
                </a:lnTo>
                <a:cubicBezTo>
                  <a:pt x="45253" y="81998"/>
                  <a:pt x="34619" y="88610"/>
                  <a:pt x="28956" y="98449"/>
                </a:cubicBezTo>
                <a:cubicBezTo>
                  <a:pt x="37976" y="108494"/>
                  <a:pt x="51044" y="114798"/>
                  <a:pt x="65599" y="114798"/>
                </a:cubicBezTo>
                <a:cubicBezTo>
                  <a:pt x="80153" y="114798"/>
                  <a:pt x="93222" y="108469"/>
                  <a:pt x="102242" y="98449"/>
                </a:cubicBezTo>
                <a:close/>
                <a:moveTo>
                  <a:pt x="0" y="65599"/>
                </a:moveTo>
                <a:cubicBezTo>
                  <a:pt x="0" y="29394"/>
                  <a:pt x="29394" y="0"/>
                  <a:pt x="65599" y="0"/>
                </a:cubicBezTo>
                <a:cubicBezTo>
                  <a:pt x="101804" y="0"/>
                  <a:pt x="131198" y="29394"/>
                  <a:pt x="131198" y="65599"/>
                </a:cubicBezTo>
                <a:cubicBezTo>
                  <a:pt x="131198" y="101804"/>
                  <a:pt x="101804" y="131198"/>
                  <a:pt x="65599" y="131198"/>
                </a:cubicBezTo>
                <a:cubicBezTo>
                  <a:pt x="29394" y="131198"/>
                  <a:pt x="0" y="101804"/>
                  <a:pt x="0" y="65599"/>
                </a:cubicBezTo>
                <a:close/>
                <a:moveTo>
                  <a:pt x="65599" y="69699"/>
                </a:moveTo>
                <a:cubicBezTo>
                  <a:pt x="75781" y="69699"/>
                  <a:pt x="84048" y="61432"/>
                  <a:pt x="84048" y="51249"/>
                </a:cubicBezTo>
                <a:cubicBezTo>
                  <a:pt x="84048" y="41066"/>
                  <a:pt x="75781" y="32799"/>
                  <a:pt x="65599" y="32799"/>
                </a:cubicBezTo>
                <a:cubicBezTo>
                  <a:pt x="55416" y="32799"/>
                  <a:pt x="47149" y="41066"/>
                  <a:pt x="47149" y="51249"/>
                </a:cubicBezTo>
                <a:cubicBezTo>
                  <a:pt x="47149" y="61432"/>
                  <a:pt x="55416" y="69699"/>
                  <a:pt x="65599" y="6969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002724" y="1714939"/>
            <a:ext cx="1133922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Player Selection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7874" y="2052304"/>
            <a:ext cx="3429879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Dropdown to select batsman or bowler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25849" y="1560314"/>
            <a:ext cx="3589190" cy="834042"/>
          </a:xfrm>
          <a:custGeom>
            <a:avLst/>
            <a:gdLst/>
            <a:ahLst/>
            <a:cxnLst/>
            <a:rect l="l" t="t" r="r" b="b"/>
            <a:pathLst>
              <a:path w="3589190" h="834042">
                <a:moveTo>
                  <a:pt x="112454" y="0"/>
                </a:moveTo>
                <a:lnTo>
                  <a:pt x="3476736" y="0"/>
                </a:lnTo>
                <a:cubicBezTo>
                  <a:pt x="3538843" y="0"/>
                  <a:pt x="3589190" y="50347"/>
                  <a:pt x="3589190" y="112454"/>
                </a:cubicBezTo>
                <a:lnTo>
                  <a:pt x="3589190" y="721588"/>
                </a:lnTo>
                <a:cubicBezTo>
                  <a:pt x="3589190" y="783694"/>
                  <a:pt x="3538843" y="834042"/>
                  <a:pt x="3476736" y="834042"/>
                </a:cubicBezTo>
                <a:lnTo>
                  <a:pt x="112454" y="834042"/>
                </a:lnTo>
                <a:cubicBezTo>
                  <a:pt x="50389" y="834042"/>
                  <a:pt x="0" y="783653"/>
                  <a:pt x="0" y="721588"/>
                </a:cubicBezTo>
                <a:lnTo>
                  <a:pt x="0" y="112454"/>
                </a:lnTo>
                <a:cubicBezTo>
                  <a:pt x="0" y="50347"/>
                  <a:pt x="50347" y="0"/>
                  <a:pt x="112454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2990" y="1677454"/>
            <a:ext cx="299880" cy="299880"/>
          </a:xfrm>
          <a:custGeom>
            <a:avLst/>
            <a:gdLst/>
            <a:ahLst/>
            <a:cxnLst/>
            <a:rect l="l" t="t" r="r" b="b"/>
            <a:pathLst>
              <a:path w="299880" h="299880">
                <a:moveTo>
                  <a:pt x="74970" y="0"/>
                </a:moveTo>
                <a:lnTo>
                  <a:pt x="224910" y="0"/>
                </a:lnTo>
                <a:cubicBezTo>
                  <a:pt x="266315" y="0"/>
                  <a:pt x="299880" y="33565"/>
                  <a:pt x="299880" y="74970"/>
                </a:cubicBezTo>
                <a:lnTo>
                  <a:pt x="299880" y="224910"/>
                </a:lnTo>
                <a:cubicBezTo>
                  <a:pt x="299880" y="266315"/>
                  <a:pt x="266315" y="299880"/>
                  <a:pt x="224910" y="299880"/>
                </a:cubicBezTo>
                <a:lnTo>
                  <a:pt x="74970" y="299880"/>
                </a:lnTo>
                <a:cubicBezTo>
                  <a:pt x="33565" y="299880"/>
                  <a:pt x="0" y="266315"/>
                  <a:pt x="0" y="224910"/>
                </a:cubicBezTo>
                <a:lnTo>
                  <a:pt x="0" y="74970"/>
                </a:lnTo>
                <a:cubicBezTo>
                  <a:pt x="0" y="33565"/>
                  <a:pt x="33565" y="0"/>
                  <a:pt x="7497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429674" y="1761796"/>
            <a:ext cx="131198" cy="131198"/>
          </a:xfrm>
          <a:custGeom>
            <a:avLst/>
            <a:gdLst/>
            <a:ahLst/>
            <a:cxnLst/>
            <a:rect l="l" t="t" r="r" b="b"/>
            <a:pathLst>
              <a:path w="131198" h="131198">
                <a:moveTo>
                  <a:pt x="65599" y="0"/>
                </a:moveTo>
                <a:cubicBezTo>
                  <a:pt x="66777" y="0"/>
                  <a:pt x="67956" y="256"/>
                  <a:pt x="69032" y="743"/>
                </a:cubicBezTo>
                <a:lnTo>
                  <a:pt x="117309" y="21217"/>
                </a:lnTo>
                <a:cubicBezTo>
                  <a:pt x="122946" y="23600"/>
                  <a:pt x="127149" y="29161"/>
                  <a:pt x="127123" y="35874"/>
                </a:cubicBezTo>
                <a:cubicBezTo>
                  <a:pt x="126995" y="61294"/>
                  <a:pt x="116540" y="107802"/>
                  <a:pt x="72389" y="128943"/>
                </a:cubicBezTo>
                <a:cubicBezTo>
                  <a:pt x="68110" y="130993"/>
                  <a:pt x="63139" y="130993"/>
                  <a:pt x="58860" y="128943"/>
                </a:cubicBezTo>
                <a:cubicBezTo>
                  <a:pt x="14683" y="107802"/>
                  <a:pt x="4254" y="61294"/>
                  <a:pt x="4126" y="35874"/>
                </a:cubicBezTo>
                <a:cubicBezTo>
                  <a:pt x="4100" y="29161"/>
                  <a:pt x="8302" y="23600"/>
                  <a:pt x="13940" y="21217"/>
                </a:cubicBezTo>
                <a:lnTo>
                  <a:pt x="62191" y="743"/>
                </a:lnTo>
                <a:cubicBezTo>
                  <a:pt x="63267" y="256"/>
                  <a:pt x="64420" y="0"/>
                  <a:pt x="65599" y="0"/>
                </a:cubicBezTo>
                <a:close/>
                <a:moveTo>
                  <a:pt x="65599" y="17117"/>
                </a:moveTo>
                <a:lnTo>
                  <a:pt x="65599" y="114003"/>
                </a:lnTo>
                <a:cubicBezTo>
                  <a:pt x="100961" y="96886"/>
                  <a:pt x="110467" y="58962"/>
                  <a:pt x="110698" y="36259"/>
                </a:cubicBezTo>
                <a:lnTo>
                  <a:pt x="65599" y="17143"/>
                </a:lnTo>
                <a:lnTo>
                  <a:pt x="65599" y="1714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4717840" y="1714939"/>
            <a:ext cx="1330718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Opponent &amp; Venue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342990" y="2052304"/>
            <a:ext cx="3429879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 opposing team and ground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6048" y="2511496"/>
            <a:ext cx="3598561" cy="843413"/>
          </a:xfrm>
          <a:custGeom>
            <a:avLst/>
            <a:gdLst/>
            <a:ahLst/>
            <a:cxnLst/>
            <a:rect l="l" t="t" r="r" b="b"/>
            <a:pathLst>
              <a:path w="3598561" h="843413">
                <a:moveTo>
                  <a:pt x="112452" y="0"/>
                </a:moveTo>
                <a:lnTo>
                  <a:pt x="3486109" y="0"/>
                </a:lnTo>
                <a:cubicBezTo>
                  <a:pt x="3548215" y="0"/>
                  <a:pt x="3598561" y="50347"/>
                  <a:pt x="3598561" y="112452"/>
                </a:cubicBezTo>
                <a:lnTo>
                  <a:pt x="3598561" y="730961"/>
                </a:lnTo>
                <a:cubicBezTo>
                  <a:pt x="3598561" y="793066"/>
                  <a:pt x="3548215" y="843413"/>
                  <a:pt x="3486109" y="843413"/>
                </a:cubicBezTo>
                <a:lnTo>
                  <a:pt x="112452" y="843413"/>
                </a:lnTo>
                <a:cubicBezTo>
                  <a:pt x="50388" y="843413"/>
                  <a:pt x="0" y="793025"/>
                  <a:pt x="0" y="730961"/>
                </a:cubicBezTo>
                <a:lnTo>
                  <a:pt x="0" y="112452"/>
                </a:lnTo>
                <a:cubicBezTo>
                  <a:pt x="0" y="50388"/>
                  <a:pt x="50388" y="0"/>
                  <a:pt x="112452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8A"/>
              </a:gs>
              <a:gs pos="100000">
                <a:srgbClr val="3B82F6"/>
              </a:gs>
            </a:gsLst>
            <a:lin ang="2700000" scaled="1"/>
          </a:gradFill>
          <a:ln/>
        </p:spPr>
      </p:sp>
      <p:sp>
        <p:nvSpPr>
          <p:cNvPr id="19" name="Shape 17"/>
          <p:cNvSpPr/>
          <p:nvPr/>
        </p:nvSpPr>
        <p:spPr>
          <a:xfrm>
            <a:off x="618503" y="2623951"/>
            <a:ext cx="299880" cy="299880"/>
          </a:xfrm>
          <a:custGeom>
            <a:avLst/>
            <a:gdLst/>
            <a:ahLst/>
            <a:cxnLst/>
            <a:rect l="l" t="t" r="r" b="b"/>
            <a:pathLst>
              <a:path w="299880" h="299880">
                <a:moveTo>
                  <a:pt x="74970" y="0"/>
                </a:moveTo>
                <a:lnTo>
                  <a:pt x="224910" y="0"/>
                </a:lnTo>
                <a:cubicBezTo>
                  <a:pt x="266315" y="0"/>
                  <a:pt x="299880" y="33565"/>
                  <a:pt x="299880" y="74970"/>
                </a:cubicBezTo>
                <a:lnTo>
                  <a:pt x="299880" y="224910"/>
                </a:lnTo>
                <a:cubicBezTo>
                  <a:pt x="299880" y="266315"/>
                  <a:pt x="266315" y="299880"/>
                  <a:pt x="224910" y="299880"/>
                </a:cubicBezTo>
                <a:lnTo>
                  <a:pt x="74970" y="299880"/>
                </a:lnTo>
                <a:cubicBezTo>
                  <a:pt x="33565" y="299880"/>
                  <a:pt x="0" y="266315"/>
                  <a:pt x="0" y="224910"/>
                </a:cubicBezTo>
                <a:lnTo>
                  <a:pt x="0" y="74970"/>
                </a:lnTo>
                <a:cubicBezTo>
                  <a:pt x="0" y="33565"/>
                  <a:pt x="33565" y="0"/>
                  <a:pt x="7497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05187" y="2708292"/>
            <a:ext cx="131198" cy="131198"/>
          </a:xfrm>
          <a:custGeom>
            <a:avLst/>
            <a:gdLst/>
            <a:ahLst/>
            <a:cxnLst/>
            <a:rect l="l" t="t" r="r" b="b"/>
            <a:pathLst>
              <a:path w="131198" h="131198">
                <a:moveTo>
                  <a:pt x="16400" y="16400"/>
                </a:moveTo>
                <a:cubicBezTo>
                  <a:pt x="16400" y="11864"/>
                  <a:pt x="12735" y="8200"/>
                  <a:pt x="8200" y="8200"/>
                </a:cubicBezTo>
                <a:cubicBezTo>
                  <a:pt x="3664" y="8200"/>
                  <a:pt x="0" y="11864"/>
                  <a:pt x="0" y="16400"/>
                </a:cubicBezTo>
                <a:lnTo>
                  <a:pt x="0" y="102498"/>
                </a:lnTo>
                <a:cubicBezTo>
                  <a:pt x="0" y="113824"/>
                  <a:pt x="9174" y="122998"/>
                  <a:pt x="20500" y="122998"/>
                </a:cubicBezTo>
                <a:lnTo>
                  <a:pt x="122998" y="122998"/>
                </a:lnTo>
                <a:cubicBezTo>
                  <a:pt x="127533" y="122998"/>
                  <a:pt x="131198" y="119333"/>
                  <a:pt x="131198" y="114798"/>
                </a:cubicBezTo>
                <a:cubicBezTo>
                  <a:pt x="131198" y="110262"/>
                  <a:pt x="127533" y="106598"/>
                  <a:pt x="122998" y="106598"/>
                </a:cubicBezTo>
                <a:lnTo>
                  <a:pt x="20500" y="106598"/>
                </a:lnTo>
                <a:cubicBezTo>
                  <a:pt x="18245" y="106598"/>
                  <a:pt x="16400" y="104753"/>
                  <a:pt x="16400" y="102498"/>
                </a:cubicBezTo>
                <a:lnTo>
                  <a:pt x="16400" y="16400"/>
                </a:lnTo>
                <a:close/>
                <a:moveTo>
                  <a:pt x="120589" y="38591"/>
                </a:moveTo>
                <a:cubicBezTo>
                  <a:pt x="123792" y="35387"/>
                  <a:pt x="123792" y="30186"/>
                  <a:pt x="120589" y="26983"/>
                </a:cubicBezTo>
                <a:cubicBezTo>
                  <a:pt x="117386" y="23780"/>
                  <a:pt x="112184" y="23780"/>
                  <a:pt x="108981" y="26983"/>
                </a:cubicBezTo>
                <a:lnTo>
                  <a:pt x="81998" y="53991"/>
                </a:lnTo>
                <a:lnTo>
                  <a:pt x="67290" y="39308"/>
                </a:lnTo>
                <a:cubicBezTo>
                  <a:pt x="64087" y="36105"/>
                  <a:pt x="58885" y="36105"/>
                  <a:pt x="55682" y="39308"/>
                </a:cubicBezTo>
                <a:lnTo>
                  <a:pt x="31083" y="63908"/>
                </a:lnTo>
                <a:cubicBezTo>
                  <a:pt x="27879" y="67111"/>
                  <a:pt x="27879" y="72312"/>
                  <a:pt x="31083" y="75515"/>
                </a:cubicBezTo>
                <a:cubicBezTo>
                  <a:pt x="34286" y="78719"/>
                  <a:pt x="39487" y="78719"/>
                  <a:pt x="42690" y="75515"/>
                </a:cubicBezTo>
                <a:lnTo>
                  <a:pt x="61499" y="56707"/>
                </a:lnTo>
                <a:lnTo>
                  <a:pt x="76207" y="71416"/>
                </a:lnTo>
                <a:cubicBezTo>
                  <a:pt x="79410" y="74619"/>
                  <a:pt x="84612" y="74619"/>
                  <a:pt x="87815" y="71416"/>
                </a:cubicBezTo>
                <a:lnTo>
                  <a:pt x="120615" y="3861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993353" y="2661436"/>
            <a:ext cx="1171407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Prediction Cards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8503" y="2998801"/>
            <a:ext cx="3448621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Display predicted runs/wickets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25849" y="2516181"/>
            <a:ext cx="3589190" cy="834042"/>
          </a:xfrm>
          <a:custGeom>
            <a:avLst/>
            <a:gdLst/>
            <a:ahLst/>
            <a:cxnLst/>
            <a:rect l="l" t="t" r="r" b="b"/>
            <a:pathLst>
              <a:path w="3589190" h="834042">
                <a:moveTo>
                  <a:pt x="112454" y="0"/>
                </a:moveTo>
                <a:lnTo>
                  <a:pt x="3476736" y="0"/>
                </a:lnTo>
                <a:cubicBezTo>
                  <a:pt x="3538843" y="0"/>
                  <a:pt x="3589190" y="50347"/>
                  <a:pt x="3589190" y="112454"/>
                </a:cubicBezTo>
                <a:lnTo>
                  <a:pt x="3589190" y="721588"/>
                </a:lnTo>
                <a:cubicBezTo>
                  <a:pt x="3589190" y="783694"/>
                  <a:pt x="3538843" y="834042"/>
                  <a:pt x="3476736" y="834042"/>
                </a:cubicBezTo>
                <a:lnTo>
                  <a:pt x="112454" y="834042"/>
                </a:lnTo>
                <a:cubicBezTo>
                  <a:pt x="50389" y="834042"/>
                  <a:pt x="0" y="783653"/>
                  <a:pt x="0" y="721588"/>
                </a:cubicBezTo>
                <a:lnTo>
                  <a:pt x="0" y="112454"/>
                </a:lnTo>
                <a:cubicBezTo>
                  <a:pt x="0" y="50347"/>
                  <a:pt x="50347" y="0"/>
                  <a:pt x="112454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42990" y="2633322"/>
            <a:ext cx="299880" cy="299880"/>
          </a:xfrm>
          <a:custGeom>
            <a:avLst/>
            <a:gdLst/>
            <a:ahLst/>
            <a:cxnLst/>
            <a:rect l="l" t="t" r="r" b="b"/>
            <a:pathLst>
              <a:path w="299880" h="299880">
                <a:moveTo>
                  <a:pt x="74970" y="0"/>
                </a:moveTo>
                <a:lnTo>
                  <a:pt x="224910" y="0"/>
                </a:lnTo>
                <a:cubicBezTo>
                  <a:pt x="266315" y="0"/>
                  <a:pt x="299880" y="33565"/>
                  <a:pt x="299880" y="74970"/>
                </a:cubicBezTo>
                <a:lnTo>
                  <a:pt x="299880" y="224910"/>
                </a:lnTo>
                <a:cubicBezTo>
                  <a:pt x="299880" y="266315"/>
                  <a:pt x="266315" y="299880"/>
                  <a:pt x="224910" y="299880"/>
                </a:cubicBezTo>
                <a:lnTo>
                  <a:pt x="74970" y="299880"/>
                </a:lnTo>
                <a:cubicBezTo>
                  <a:pt x="33565" y="299880"/>
                  <a:pt x="0" y="266315"/>
                  <a:pt x="0" y="224910"/>
                </a:cubicBezTo>
                <a:lnTo>
                  <a:pt x="0" y="74970"/>
                </a:lnTo>
                <a:cubicBezTo>
                  <a:pt x="0" y="33565"/>
                  <a:pt x="33565" y="0"/>
                  <a:pt x="7497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4421474" y="2717663"/>
            <a:ext cx="147597" cy="131198"/>
          </a:xfrm>
          <a:custGeom>
            <a:avLst/>
            <a:gdLst/>
            <a:ahLst/>
            <a:cxnLst/>
            <a:rect l="l" t="t" r="r" b="b"/>
            <a:pathLst>
              <a:path w="147597" h="131198">
                <a:moveTo>
                  <a:pt x="73799" y="16400"/>
                </a:moveTo>
                <a:cubicBezTo>
                  <a:pt x="100961" y="16400"/>
                  <a:pt x="122998" y="38437"/>
                  <a:pt x="122998" y="65599"/>
                </a:cubicBezTo>
                <a:cubicBezTo>
                  <a:pt x="122998" y="92761"/>
                  <a:pt x="100961" y="114798"/>
                  <a:pt x="73799" y="114798"/>
                </a:cubicBezTo>
                <a:cubicBezTo>
                  <a:pt x="57091" y="114798"/>
                  <a:pt x="42306" y="106470"/>
                  <a:pt x="33414" y="93709"/>
                </a:cubicBezTo>
                <a:cubicBezTo>
                  <a:pt x="30826" y="89993"/>
                  <a:pt x="25701" y="89096"/>
                  <a:pt x="21986" y="91685"/>
                </a:cubicBezTo>
                <a:cubicBezTo>
                  <a:pt x="18270" y="94273"/>
                  <a:pt x="17373" y="99398"/>
                  <a:pt x="19962" y="103113"/>
                </a:cubicBezTo>
                <a:cubicBezTo>
                  <a:pt x="31800" y="120076"/>
                  <a:pt x="51505" y="131198"/>
                  <a:pt x="73799" y="131198"/>
                </a:cubicBezTo>
                <a:cubicBezTo>
                  <a:pt x="110032" y="131198"/>
                  <a:pt x="139397" y="101832"/>
                  <a:pt x="139397" y="65599"/>
                </a:cubicBezTo>
                <a:cubicBezTo>
                  <a:pt x="139397" y="29366"/>
                  <a:pt x="110032" y="0"/>
                  <a:pt x="73799" y="0"/>
                </a:cubicBezTo>
                <a:cubicBezTo>
                  <a:pt x="51838" y="0"/>
                  <a:pt x="32415" y="10788"/>
                  <a:pt x="20500" y="27341"/>
                </a:cubicBezTo>
                <a:lnTo>
                  <a:pt x="20500" y="20500"/>
                </a:lnTo>
                <a:cubicBezTo>
                  <a:pt x="20500" y="15964"/>
                  <a:pt x="16835" y="12300"/>
                  <a:pt x="12300" y="12300"/>
                </a:cubicBezTo>
                <a:cubicBezTo>
                  <a:pt x="7764" y="12300"/>
                  <a:pt x="4100" y="15964"/>
                  <a:pt x="4100" y="20500"/>
                </a:cubicBezTo>
                <a:lnTo>
                  <a:pt x="4100" y="49199"/>
                </a:lnTo>
                <a:cubicBezTo>
                  <a:pt x="4100" y="53735"/>
                  <a:pt x="7764" y="57399"/>
                  <a:pt x="12300" y="57399"/>
                </a:cubicBezTo>
                <a:lnTo>
                  <a:pt x="18603" y="57399"/>
                </a:lnTo>
                <a:cubicBezTo>
                  <a:pt x="18732" y="57399"/>
                  <a:pt x="18860" y="57399"/>
                  <a:pt x="18988" y="57399"/>
                </a:cubicBezTo>
                <a:lnTo>
                  <a:pt x="41025" y="57399"/>
                </a:lnTo>
                <a:cubicBezTo>
                  <a:pt x="45560" y="57399"/>
                  <a:pt x="49225" y="53735"/>
                  <a:pt x="49225" y="49199"/>
                </a:cubicBezTo>
                <a:cubicBezTo>
                  <a:pt x="49225" y="44664"/>
                  <a:pt x="45560" y="40999"/>
                  <a:pt x="41025" y="40999"/>
                </a:cubicBezTo>
                <a:lnTo>
                  <a:pt x="31211" y="40999"/>
                </a:lnTo>
                <a:cubicBezTo>
                  <a:pt x="39692" y="26291"/>
                  <a:pt x="55605" y="16400"/>
                  <a:pt x="73799" y="16400"/>
                </a:cubicBezTo>
                <a:close/>
                <a:moveTo>
                  <a:pt x="79949" y="38949"/>
                </a:moveTo>
                <a:cubicBezTo>
                  <a:pt x="79949" y="35541"/>
                  <a:pt x="77207" y="32799"/>
                  <a:pt x="73799" y="32799"/>
                </a:cubicBezTo>
                <a:cubicBezTo>
                  <a:pt x="70391" y="32799"/>
                  <a:pt x="67649" y="35541"/>
                  <a:pt x="67649" y="38949"/>
                </a:cubicBezTo>
                <a:lnTo>
                  <a:pt x="67649" y="65599"/>
                </a:lnTo>
                <a:cubicBezTo>
                  <a:pt x="67649" y="67239"/>
                  <a:pt x="68289" y="68802"/>
                  <a:pt x="69442" y="69955"/>
                </a:cubicBezTo>
                <a:lnTo>
                  <a:pt x="87892" y="88405"/>
                </a:lnTo>
                <a:cubicBezTo>
                  <a:pt x="90301" y="90813"/>
                  <a:pt x="94196" y="90813"/>
                  <a:pt x="96579" y="88405"/>
                </a:cubicBezTo>
                <a:cubicBezTo>
                  <a:pt x="98962" y="85996"/>
                  <a:pt x="98988" y="82101"/>
                  <a:pt x="96579" y="79718"/>
                </a:cubicBezTo>
                <a:lnTo>
                  <a:pt x="79923" y="63062"/>
                </a:lnTo>
                <a:lnTo>
                  <a:pt x="79923" y="3894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4717840" y="2670807"/>
            <a:ext cx="862155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8B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Trend Chart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342990" y="3008172"/>
            <a:ext cx="3429879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Last 20 matches performance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10733" y="3472049"/>
            <a:ext cx="3589190" cy="834042"/>
          </a:xfrm>
          <a:custGeom>
            <a:avLst/>
            <a:gdLst/>
            <a:ahLst/>
            <a:cxnLst/>
            <a:rect l="l" t="t" r="r" b="b"/>
            <a:pathLst>
              <a:path w="3589190" h="834042">
                <a:moveTo>
                  <a:pt x="112454" y="0"/>
                </a:moveTo>
                <a:lnTo>
                  <a:pt x="3476736" y="0"/>
                </a:lnTo>
                <a:cubicBezTo>
                  <a:pt x="3538843" y="0"/>
                  <a:pt x="3589190" y="50347"/>
                  <a:pt x="3589190" y="112454"/>
                </a:cubicBezTo>
                <a:lnTo>
                  <a:pt x="3589190" y="721588"/>
                </a:lnTo>
                <a:cubicBezTo>
                  <a:pt x="3589190" y="783694"/>
                  <a:pt x="3538843" y="834042"/>
                  <a:pt x="3476736" y="834042"/>
                </a:cubicBezTo>
                <a:lnTo>
                  <a:pt x="112454" y="834042"/>
                </a:lnTo>
                <a:cubicBezTo>
                  <a:pt x="50389" y="834042"/>
                  <a:pt x="0" y="783653"/>
                  <a:pt x="0" y="721588"/>
                </a:cubicBezTo>
                <a:lnTo>
                  <a:pt x="0" y="112454"/>
                </a:lnTo>
                <a:cubicBezTo>
                  <a:pt x="0" y="50347"/>
                  <a:pt x="50347" y="0"/>
                  <a:pt x="112454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7874" y="3589190"/>
            <a:ext cx="299880" cy="299880"/>
          </a:xfrm>
          <a:custGeom>
            <a:avLst/>
            <a:gdLst/>
            <a:ahLst/>
            <a:cxnLst/>
            <a:rect l="l" t="t" r="r" b="b"/>
            <a:pathLst>
              <a:path w="299880" h="299880">
                <a:moveTo>
                  <a:pt x="74970" y="0"/>
                </a:moveTo>
                <a:lnTo>
                  <a:pt x="224910" y="0"/>
                </a:lnTo>
                <a:cubicBezTo>
                  <a:pt x="266315" y="0"/>
                  <a:pt x="299880" y="33565"/>
                  <a:pt x="299880" y="74970"/>
                </a:cubicBezTo>
                <a:lnTo>
                  <a:pt x="299880" y="224910"/>
                </a:lnTo>
                <a:cubicBezTo>
                  <a:pt x="299880" y="266315"/>
                  <a:pt x="266315" y="299880"/>
                  <a:pt x="224910" y="299880"/>
                </a:cubicBezTo>
                <a:lnTo>
                  <a:pt x="74970" y="299880"/>
                </a:lnTo>
                <a:cubicBezTo>
                  <a:pt x="33565" y="299880"/>
                  <a:pt x="0" y="266315"/>
                  <a:pt x="0" y="224910"/>
                </a:cubicBezTo>
                <a:lnTo>
                  <a:pt x="0" y="74970"/>
                </a:lnTo>
                <a:cubicBezTo>
                  <a:pt x="0" y="33565"/>
                  <a:pt x="33565" y="0"/>
                  <a:pt x="74970" y="0"/>
                </a:cubicBez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30" name="Shape 28"/>
          <p:cNvSpPr/>
          <p:nvPr/>
        </p:nvSpPr>
        <p:spPr>
          <a:xfrm>
            <a:off x="714558" y="3673531"/>
            <a:ext cx="131198" cy="131198"/>
          </a:xfrm>
          <a:custGeom>
            <a:avLst/>
            <a:gdLst/>
            <a:ahLst/>
            <a:cxnLst/>
            <a:rect l="l" t="t" r="r" b="b"/>
            <a:pathLst>
              <a:path w="131198" h="131198">
                <a:moveTo>
                  <a:pt x="30749" y="14350"/>
                </a:moveTo>
                <a:cubicBezTo>
                  <a:pt x="30749" y="6432"/>
                  <a:pt x="37181" y="0"/>
                  <a:pt x="45099" y="0"/>
                </a:cubicBezTo>
                <a:lnTo>
                  <a:pt x="51249" y="0"/>
                </a:lnTo>
                <a:cubicBezTo>
                  <a:pt x="55785" y="0"/>
                  <a:pt x="59449" y="3664"/>
                  <a:pt x="59449" y="8200"/>
                </a:cubicBezTo>
                <a:lnTo>
                  <a:pt x="59449" y="122998"/>
                </a:lnTo>
                <a:cubicBezTo>
                  <a:pt x="59449" y="127533"/>
                  <a:pt x="55785" y="131198"/>
                  <a:pt x="51249" y="131198"/>
                </a:cubicBezTo>
                <a:lnTo>
                  <a:pt x="43049" y="131198"/>
                </a:lnTo>
                <a:cubicBezTo>
                  <a:pt x="35413" y="131198"/>
                  <a:pt x="28981" y="125970"/>
                  <a:pt x="27162" y="118898"/>
                </a:cubicBezTo>
                <a:cubicBezTo>
                  <a:pt x="26983" y="118898"/>
                  <a:pt x="26829" y="118898"/>
                  <a:pt x="26650" y="118898"/>
                </a:cubicBezTo>
                <a:cubicBezTo>
                  <a:pt x="15323" y="118898"/>
                  <a:pt x="6150" y="109724"/>
                  <a:pt x="6150" y="98398"/>
                </a:cubicBezTo>
                <a:cubicBezTo>
                  <a:pt x="6150" y="93786"/>
                  <a:pt x="7687" y="89532"/>
                  <a:pt x="10250" y="86098"/>
                </a:cubicBezTo>
                <a:cubicBezTo>
                  <a:pt x="5279" y="82357"/>
                  <a:pt x="2050" y="76412"/>
                  <a:pt x="2050" y="69699"/>
                </a:cubicBezTo>
                <a:cubicBezTo>
                  <a:pt x="2050" y="61781"/>
                  <a:pt x="6560" y="54888"/>
                  <a:pt x="13120" y="51480"/>
                </a:cubicBezTo>
                <a:cubicBezTo>
                  <a:pt x="11300" y="48405"/>
                  <a:pt x="10250" y="44817"/>
                  <a:pt x="10250" y="40999"/>
                </a:cubicBezTo>
                <a:cubicBezTo>
                  <a:pt x="10250" y="29673"/>
                  <a:pt x="19423" y="20500"/>
                  <a:pt x="30749" y="20500"/>
                </a:cubicBezTo>
                <a:lnTo>
                  <a:pt x="30749" y="14350"/>
                </a:lnTo>
                <a:close/>
                <a:moveTo>
                  <a:pt x="100448" y="14350"/>
                </a:moveTo>
                <a:lnTo>
                  <a:pt x="100448" y="20500"/>
                </a:lnTo>
                <a:cubicBezTo>
                  <a:pt x="111774" y="20500"/>
                  <a:pt x="120948" y="29673"/>
                  <a:pt x="120948" y="40999"/>
                </a:cubicBezTo>
                <a:cubicBezTo>
                  <a:pt x="120948" y="44843"/>
                  <a:pt x="119897" y="48430"/>
                  <a:pt x="118078" y="51480"/>
                </a:cubicBezTo>
                <a:cubicBezTo>
                  <a:pt x="124663" y="54888"/>
                  <a:pt x="129148" y="61755"/>
                  <a:pt x="129148" y="69699"/>
                </a:cubicBezTo>
                <a:cubicBezTo>
                  <a:pt x="129148" y="76412"/>
                  <a:pt x="125919" y="82357"/>
                  <a:pt x="120948" y="86098"/>
                </a:cubicBezTo>
                <a:cubicBezTo>
                  <a:pt x="123510" y="89532"/>
                  <a:pt x="125048" y="93786"/>
                  <a:pt x="125048" y="98398"/>
                </a:cubicBezTo>
                <a:cubicBezTo>
                  <a:pt x="125048" y="109724"/>
                  <a:pt x="115874" y="118898"/>
                  <a:pt x="104548" y="118898"/>
                </a:cubicBezTo>
                <a:cubicBezTo>
                  <a:pt x="104369" y="118898"/>
                  <a:pt x="104215" y="118898"/>
                  <a:pt x="104036" y="118898"/>
                </a:cubicBezTo>
                <a:cubicBezTo>
                  <a:pt x="102216" y="125970"/>
                  <a:pt x="95784" y="131198"/>
                  <a:pt x="88148" y="131198"/>
                </a:cubicBezTo>
                <a:lnTo>
                  <a:pt x="79949" y="131198"/>
                </a:lnTo>
                <a:cubicBezTo>
                  <a:pt x="75413" y="131198"/>
                  <a:pt x="71749" y="127533"/>
                  <a:pt x="71749" y="122998"/>
                </a:cubicBezTo>
                <a:lnTo>
                  <a:pt x="71749" y="8200"/>
                </a:lnTo>
                <a:cubicBezTo>
                  <a:pt x="71749" y="3664"/>
                  <a:pt x="75413" y="0"/>
                  <a:pt x="79949" y="0"/>
                </a:cubicBezTo>
                <a:lnTo>
                  <a:pt x="86098" y="0"/>
                </a:lnTo>
                <a:cubicBezTo>
                  <a:pt x="94016" y="0"/>
                  <a:pt x="100448" y="6432"/>
                  <a:pt x="100448" y="143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1002724" y="3626675"/>
            <a:ext cx="1255748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SHAP Importance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27874" y="3964040"/>
            <a:ext cx="3429879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contribution visualization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225849" y="3472049"/>
            <a:ext cx="3589190" cy="834042"/>
          </a:xfrm>
          <a:custGeom>
            <a:avLst/>
            <a:gdLst/>
            <a:ahLst/>
            <a:cxnLst/>
            <a:rect l="l" t="t" r="r" b="b"/>
            <a:pathLst>
              <a:path w="3589190" h="834042">
                <a:moveTo>
                  <a:pt x="112454" y="0"/>
                </a:moveTo>
                <a:lnTo>
                  <a:pt x="3476736" y="0"/>
                </a:lnTo>
                <a:cubicBezTo>
                  <a:pt x="3538843" y="0"/>
                  <a:pt x="3589190" y="50347"/>
                  <a:pt x="3589190" y="112454"/>
                </a:cubicBezTo>
                <a:lnTo>
                  <a:pt x="3589190" y="721588"/>
                </a:lnTo>
                <a:cubicBezTo>
                  <a:pt x="3589190" y="783694"/>
                  <a:pt x="3538843" y="834042"/>
                  <a:pt x="3476736" y="834042"/>
                </a:cubicBezTo>
                <a:lnTo>
                  <a:pt x="112454" y="834042"/>
                </a:lnTo>
                <a:cubicBezTo>
                  <a:pt x="50389" y="834042"/>
                  <a:pt x="0" y="783653"/>
                  <a:pt x="0" y="721588"/>
                </a:cubicBezTo>
                <a:lnTo>
                  <a:pt x="0" y="112454"/>
                </a:lnTo>
                <a:cubicBezTo>
                  <a:pt x="0" y="50347"/>
                  <a:pt x="50347" y="0"/>
                  <a:pt x="112454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42990" y="3589190"/>
            <a:ext cx="299880" cy="299880"/>
          </a:xfrm>
          <a:custGeom>
            <a:avLst/>
            <a:gdLst/>
            <a:ahLst/>
            <a:cxnLst/>
            <a:rect l="l" t="t" r="r" b="b"/>
            <a:pathLst>
              <a:path w="299880" h="299880">
                <a:moveTo>
                  <a:pt x="74970" y="0"/>
                </a:moveTo>
                <a:lnTo>
                  <a:pt x="224910" y="0"/>
                </a:lnTo>
                <a:cubicBezTo>
                  <a:pt x="266315" y="0"/>
                  <a:pt x="299880" y="33565"/>
                  <a:pt x="299880" y="74970"/>
                </a:cubicBezTo>
                <a:lnTo>
                  <a:pt x="299880" y="224910"/>
                </a:lnTo>
                <a:cubicBezTo>
                  <a:pt x="299880" y="266315"/>
                  <a:pt x="266315" y="299880"/>
                  <a:pt x="224910" y="299880"/>
                </a:cubicBezTo>
                <a:lnTo>
                  <a:pt x="74970" y="299880"/>
                </a:lnTo>
                <a:cubicBezTo>
                  <a:pt x="33565" y="299880"/>
                  <a:pt x="0" y="266315"/>
                  <a:pt x="0" y="224910"/>
                </a:cubicBezTo>
                <a:lnTo>
                  <a:pt x="0" y="74970"/>
                </a:lnTo>
                <a:cubicBezTo>
                  <a:pt x="0" y="33565"/>
                  <a:pt x="33565" y="0"/>
                  <a:pt x="7497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5" name="Shape 33"/>
          <p:cNvSpPr/>
          <p:nvPr/>
        </p:nvSpPr>
        <p:spPr>
          <a:xfrm>
            <a:off x="4421474" y="3673531"/>
            <a:ext cx="147597" cy="131198"/>
          </a:xfrm>
          <a:custGeom>
            <a:avLst/>
            <a:gdLst/>
            <a:ahLst/>
            <a:cxnLst/>
            <a:rect l="l" t="t" r="r" b="b"/>
            <a:pathLst>
              <a:path w="147597" h="131198">
                <a:moveTo>
                  <a:pt x="0" y="24600"/>
                </a:moveTo>
                <a:cubicBezTo>
                  <a:pt x="0" y="15554"/>
                  <a:pt x="7354" y="8200"/>
                  <a:pt x="16400" y="8200"/>
                </a:cubicBezTo>
                <a:lnTo>
                  <a:pt x="131198" y="8200"/>
                </a:lnTo>
                <a:cubicBezTo>
                  <a:pt x="140243" y="8200"/>
                  <a:pt x="147597" y="15554"/>
                  <a:pt x="147597" y="24600"/>
                </a:cubicBezTo>
                <a:lnTo>
                  <a:pt x="0" y="24600"/>
                </a:lnTo>
                <a:close/>
                <a:moveTo>
                  <a:pt x="0" y="36899"/>
                </a:moveTo>
                <a:lnTo>
                  <a:pt x="147597" y="36899"/>
                </a:lnTo>
                <a:lnTo>
                  <a:pt x="147597" y="106598"/>
                </a:lnTo>
                <a:cubicBezTo>
                  <a:pt x="147597" y="115643"/>
                  <a:pt x="140243" y="122998"/>
                  <a:pt x="131198" y="122998"/>
                </a:cubicBezTo>
                <a:lnTo>
                  <a:pt x="16400" y="122998"/>
                </a:lnTo>
                <a:cubicBezTo>
                  <a:pt x="7354" y="122998"/>
                  <a:pt x="0" y="115643"/>
                  <a:pt x="0" y="106598"/>
                </a:cubicBezTo>
                <a:lnTo>
                  <a:pt x="0" y="36899"/>
                </a:lnTo>
                <a:close/>
                <a:moveTo>
                  <a:pt x="63369" y="106598"/>
                </a:moveTo>
                <a:cubicBezTo>
                  <a:pt x="68546" y="106598"/>
                  <a:pt x="72415" y="101627"/>
                  <a:pt x="69109" y="97629"/>
                </a:cubicBezTo>
                <a:cubicBezTo>
                  <a:pt x="65343" y="93094"/>
                  <a:pt x="59654" y="90198"/>
                  <a:pt x="53299" y="90198"/>
                </a:cubicBezTo>
                <a:lnTo>
                  <a:pt x="36899" y="90198"/>
                </a:lnTo>
                <a:cubicBezTo>
                  <a:pt x="30544" y="90198"/>
                  <a:pt x="24856" y="93094"/>
                  <a:pt x="21089" y="97629"/>
                </a:cubicBezTo>
                <a:cubicBezTo>
                  <a:pt x="17783" y="101627"/>
                  <a:pt x="21653" y="106598"/>
                  <a:pt x="26829" y="106598"/>
                </a:cubicBezTo>
                <a:lnTo>
                  <a:pt x="63344" y="106598"/>
                </a:lnTo>
                <a:close/>
                <a:moveTo>
                  <a:pt x="45099" y="79949"/>
                </a:moveTo>
                <a:cubicBezTo>
                  <a:pt x="53019" y="79949"/>
                  <a:pt x="59449" y="73519"/>
                  <a:pt x="59449" y="65599"/>
                </a:cubicBezTo>
                <a:cubicBezTo>
                  <a:pt x="59449" y="57679"/>
                  <a:pt x="53019" y="51249"/>
                  <a:pt x="45099" y="51249"/>
                </a:cubicBezTo>
                <a:cubicBezTo>
                  <a:pt x="37179" y="51249"/>
                  <a:pt x="30749" y="57679"/>
                  <a:pt x="30749" y="65599"/>
                </a:cubicBezTo>
                <a:cubicBezTo>
                  <a:pt x="30749" y="73519"/>
                  <a:pt x="37179" y="79949"/>
                  <a:pt x="45099" y="79949"/>
                </a:cubicBezTo>
                <a:close/>
                <a:moveTo>
                  <a:pt x="92248" y="53299"/>
                </a:moveTo>
                <a:cubicBezTo>
                  <a:pt x="88840" y="53299"/>
                  <a:pt x="86098" y="56041"/>
                  <a:pt x="86098" y="59449"/>
                </a:cubicBezTo>
                <a:cubicBezTo>
                  <a:pt x="86098" y="62857"/>
                  <a:pt x="88840" y="65599"/>
                  <a:pt x="92248" y="65599"/>
                </a:cubicBezTo>
                <a:lnTo>
                  <a:pt x="120948" y="65599"/>
                </a:lnTo>
                <a:cubicBezTo>
                  <a:pt x="124356" y="65599"/>
                  <a:pt x="127098" y="62857"/>
                  <a:pt x="127098" y="59449"/>
                </a:cubicBezTo>
                <a:cubicBezTo>
                  <a:pt x="127098" y="56041"/>
                  <a:pt x="124356" y="53299"/>
                  <a:pt x="120948" y="53299"/>
                </a:cubicBezTo>
                <a:lnTo>
                  <a:pt x="92248" y="53299"/>
                </a:lnTo>
                <a:close/>
                <a:moveTo>
                  <a:pt x="92248" y="77899"/>
                </a:moveTo>
                <a:cubicBezTo>
                  <a:pt x="88840" y="77899"/>
                  <a:pt x="86098" y="80640"/>
                  <a:pt x="86098" y="84048"/>
                </a:cubicBezTo>
                <a:cubicBezTo>
                  <a:pt x="86098" y="87456"/>
                  <a:pt x="88840" y="90198"/>
                  <a:pt x="92248" y="90198"/>
                </a:cubicBezTo>
                <a:lnTo>
                  <a:pt x="120948" y="90198"/>
                </a:lnTo>
                <a:cubicBezTo>
                  <a:pt x="124356" y="90198"/>
                  <a:pt x="127098" y="87456"/>
                  <a:pt x="127098" y="84048"/>
                </a:cubicBezTo>
                <a:cubicBezTo>
                  <a:pt x="127098" y="80640"/>
                  <a:pt x="124356" y="77899"/>
                  <a:pt x="120948" y="77899"/>
                </a:cubicBezTo>
                <a:lnTo>
                  <a:pt x="92248" y="7789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4717840" y="3626675"/>
            <a:ext cx="946497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Player Profile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342990" y="3964040"/>
            <a:ext cx="3429879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Career stats &amp; key metrics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104962" y="1049580"/>
            <a:ext cx="3711016" cy="1986706"/>
          </a:xfrm>
          <a:custGeom>
            <a:avLst/>
            <a:gdLst/>
            <a:ahLst/>
            <a:cxnLst/>
            <a:rect l="l" t="t" r="r" b="b"/>
            <a:pathLst>
              <a:path w="3711016" h="1986706">
                <a:moveTo>
                  <a:pt x="149937" y="0"/>
                </a:moveTo>
                <a:lnTo>
                  <a:pt x="3561079" y="0"/>
                </a:lnTo>
                <a:cubicBezTo>
                  <a:pt x="3643887" y="0"/>
                  <a:pt x="3711016" y="67129"/>
                  <a:pt x="3711016" y="149937"/>
                </a:cubicBezTo>
                <a:lnTo>
                  <a:pt x="3711016" y="1836769"/>
                </a:lnTo>
                <a:cubicBezTo>
                  <a:pt x="3711016" y="1919577"/>
                  <a:pt x="3643887" y="1986706"/>
                  <a:pt x="3561079" y="1986706"/>
                </a:cubicBezTo>
                <a:lnTo>
                  <a:pt x="149937" y="1986706"/>
                </a:lnTo>
                <a:cubicBezTo>
                  <a:pt x="67129" y="1986706"/>
                  <a:pt x="0" y="1919577"/>
                  <a:pt x="0" y="1836769"/>
                </a:cubicBezTo>
                <a:lnTo>
                  <a:pt x="0" y="149937"/>
                </a:lnTo>
                <a:cubicBezTo>
                  <a:pt x="0" y="67184"/>
                  <a:pt x="67184" y="0"/>
                  <a:pt x="149937" y="0"/>
                </a:cubicBez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39" name="Shape 37"/>
          <p:cNvSpPr/>
          <p:nvPr/>
        </p:nvSpPr>
        <p:spPr>
          <a:xfrm>
            <a:off x="8254902" y="1199520"/>
            <a:ext cx="449820" cy="449820"/>
          </a:xfrm>
          <a:custGeom>
            <a:avLst/>
            <a:gdLst/>
            <a:ahLst/>
            <a:cxnLst/>
            <a:rect l="l" t="t" r="r" b="b"/>
            <a:pathLst>
              <a:path w="449820" h="449820">
                <a:moveTo>
                  <a:pt x="112455" y="0"/>
                </a:moveTo>
                <a:lnTo>
                  <a:pt x="337365" y="0"/>
                </a:lnTo>
                <a:cubicBezTo>
                  <a:pt x="399472" y="0"/>
                  <a:pt x="449820" y="50348"/>
                  <a:pt x="449820" y="112455"/>
                </a:cubicBezTo>
                <a:lnTo>
                  <a:pt x="449820" y="337365"/>
                </a:lnTo>
                <a:cubicBezTo>
                  <a:pt x="449820" y="399472"/>
                  <a:pt x="399472" y="449820"/>
                  <a:pt x="337365" y="449820"/>
                </a:cubicBezTo>
                <a:lnTo>
                  <a:pt x="112455" y="449820"/>
                </a:lnTo>
                <a:cubicBezTo>
                  <a:pt x="50348" y="449820"/>
                  <a:pt x="0" y="399472"/>
                  <a:pt x="0" y="337365"/>
                </a:cubicBezTo>
                <a:lnTo>
                  <a:pt x="0" y="112455"/>
                </a:lnTo>
                <a:cubicBezTo>
                  <a:pt x="0" y="50348"/>
                  <a:pt x="50348" y="0"/>
                  <a:pt x="112455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397814" y="1330718"/>
            <a:ext cx="163997" cy="187425"/>
          </a:xfrm>
          <a:custGeom>
            <a:avLst/>
            <a:gdLst/>
            <a:ahLst/>
            <a:cxnLst/>
            <a:rect l="l" t="t" r="r" b="b"/>
            <a:pathLst>
              <a:path w="163997" h="187425">
                <a:moveTo>
                  <a:pt x="28297" y="915"/>
                </a:moveTo>
                <a:cubicBezTo>
                  <a:pt x="31262" y="-586"/>
                  <a:pt x="34849" y="-256"/>
                  <a:pt x="37485" y="1757"/>
                </a:cubicBezTo>
                <a:lnTo>
                  <a:pt x="154626" y="89576"/>
                </a:lnTo>
                <a:cubicBezTo>
                  <a:pt x="157664" y="91846"/>
                  <a:pt x="158872" y="95799"/>
                  <a:pt x="157701" y="99387"/>
                </a:cubicBezTo>
                <a:cubicBezTo>
                  <a:pt x="156529" y="102974"/>
                  <a:pt x="153161" y="105390"/>
                  <a:pt x="149354" y="105390"/>
                </a:cubicBezTo>
                <a:lnTo>
                  <a:pt x="93603" y="105390"/>
                </a:lnTo>
                <a:lnTo>
                  <a:pt x="126146" y="170440"/>
                </a:lnTo>
                <a:cubicBezTo>
                  <a:pt x="129038" y="176223"/>
                  <a:pt x="126695" y="183252"/>
                  <a:pt x="120911" y="186144"/>
                </a:cubicBezTo>
                <a:cubicBezTo>
                  <a:pt x="115127" y="189036"/>
                  <a:pt x="108099" y="186693"/>
                  <a:pt x="105207" y="180909"/>
                </a:cubicBezTo>
                <a:lnTo>
                  <a:pt x="72664" y="115859"/>
                </a:lnTo>
                <a:lnTo>
                  <a:pt x="39242" y="160446"/>
                </a:lnTo>
                <a:cubicBezTo>
                  <a:pt x="36973" y="163484"/>
                  <a:pt x="33019" y="164692"/>
                  <a:pt x="29432" y="163521"/>
                </a:cubicBezTo>
                <a:cubicBezTo>
                  <a:pt x="25844" y="162350"/>
                  <a:pt x="23428" y="158982"/>
                  <a:pt x="23428" y="155211"/>
                </a:cubicBezTo>
                <a:lnTo>
                  <a:pt x="23428" y="8786"/>
                </a:lnTo>
                <a:cubicBezTo>
                  <a:pt x="23428" y="5454"/>
                  <a:pt x="25295" y="2416"/>
                  <a:pt x="28297" y="91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8817178" y="1293233"/>
            <a:ext cx="1733682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Features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273645" y="1799281"/>
            <a:ext cx="149940" cy="149940"/>
          </a:xfrm>
          <a:custGeom>
            <a:avLst/>
            <a:gdLst/>
            <a:ahLst/>
            <a:cxnLst/>
            <a:rect l="l" t="t" r="r" b="b"/>
            <a:pathLst>
              <a:path w="149940" h="149940">
                <a:moveTo>
                  <a:pt x="74970" y="149940"/>
                </a:moveTo>
                <a:cubicBezTo>
                  <a:pt x="116347" y="149940"/>
                  <a:pt x="149940" y="116347"/>
                  <a:pt x="149940" y="74970"/>
                </a:cubicBezTo>
                <a:cubicBezTo>
                  <a:pt x="149940" y="33593"/>
                  <a:pt x="116347" y="0"/>
                  <a:pt x="74970" y="0"/>
                </a:cubicBezTo>
                <a:cubicBezTo>
                  <a:pt x="33593" y="0"/>
                  <a:pt x="0" y="33593"/>
                  <a:pt x="0" y="74970"/>
                </a:cubicBezTo>
                <a:cubicBezTo>
                  <a:pt x="0" y="116347"/>
                  <a:pt x="33593" y="149940"/>
                  <a:pt x="74970" y="149940"/>
                </a:cubicBezTo>
                <a:close/>
                <a:moveTo>
                  <a:pt x="99687" y="62290"/>
                </a:moveTo>
                <a:lnTo>
                  <a:pt x="76259" y="99775"/>
                </a:lnTo>
                <a:cubicBezTo>
                  <a:pt x="75029" y="101737"/>
                  <a:pt x="72920" y="102967"/>
                  <a:pt x="70607" y="103084"/>
                </a:cubicBezTo>
                <a:cubicBezTo>
                  <a:pt x="68293" y="103201"/>
                  <a:pt x="66067" y="102147"/>
                  <a:pt x="64691" y="100272"/>
                </a:cubicBezTo>
                <a:lnTo>
                  <a:pt x="50634" y="81530"/>
                </a:lnTo>
                <a:cubicBezTo>
                  <a:pt x="48291" y="78426"/>
                  <a:pt x="48936" y="74033"/>
                  <a:pt x="52040" y="71690"/>
                </a:cubicBezTo>
                <a:cubicBezTo>
                  <a:pt x="55144" y="69347"/>
                  <a:pt x="59537" y="69992"/>
                  <a:pt x="61880" y="73096"/>
                </a:cubicBezTo>
                <a:lnTo>
                  <a:pt x="69787" y="83638"/>
                </a:lnTo>
                <a:lnTo>
                  <a:pt x="87768" y="54851"/>
                </a:lnTo>
                <a:cubicBezTo>
                  <a:pt x="89818" y="51571"/>
                  <a:pt x="94152" y="50546"/>
                  <a:pt x="97461" y="52625"/>
                </a:cubicBezTo>
                <a:cubicBezTo>
                  <a:pt x="100770" y="54705"/>
                  <a:pt x="101766" y="59010"/>
                  <a:pt x="99687" y="62319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3" name="Text 41"/>
          <p:cNvSpPr/>
          <p:nvPr/>
        </p:nvSpPr>
        <p:spPr>
          <a:xfrm>
            <a:off x="8517297" y="1761796"/>
            <a:ext cx="1471287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predictions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273645" y="2099161"/>
            <a:ext cx="149940" cy="149940"/>
          </a:xfrm>
          <a:custGeom>
            <a:avLst/>
            <a:gdLst/>
            <a:ahLst/>
            <a:cxnLst/>
            <a:rect l="l" t="t" r="r" b="b"/>
            <a:pathLst>
              <a:path w="149940" h="149940">
                <a:moveTo>
                  <a:pt x="74970" y="149940"/>
                </a:moveTo>
                <a:cubicBezTo>
                  <a:pt x="116347" y="149940"/>
                  <a:pt x="149940" y="116347"/>
                  <a:pt x="149940" y="74970"/>
                </a:cubicBezTo>
                <a:cubicBezTo>
                  <a:pt x="149940" y="33593"/>
                  <a:pt x="116347" y="0"/>
                  <a:pt x="74970" y="0"/>
                </a:cubicBezTo>
                <a:cubicBezTo>
                  <a:pt x="33593" y="0"/>
                  <a:pt x="0" y="33593"/>
                  <a:pt x="0" y="74970"/>
                </a:cubicBezTo>
                <a:cubicBezTo>
                  <a:pt x="0" y="116347"/>
                  <a:pt x="33593" y="149940"/>
                  <a:pt x="74970" y="149940"/>
                </a:cubicBezTo>
                <a:close/>
                <a:moveTo>
                  <a:pt x="99687" y="62290"/>
                </a:moveTo>
                <a:lnTo>
                  <a:pt x="76259" y="99775"/>
                </a:lnTo>
                <a:cubicBezTo>
                  <a:pt x="75029" y="101737"/>
                  <a:pt x="72920" y="102967"/>
                  <a:pt x="70607" y="103084"/>
                </a:cubicBezTo>
                <a:cubicBezTo>
                  <a:pt x="68293" y="103201"/>
                  <a:pt x="66067" y="102147"/>
                  <a:pt x="64691" y="100272"/>
                </a:cubicBezTo>
                <a:lnTo>
                  <a:pt x="50634" y="81530"/>
                </a:lnTo>
                <a:cubicBezTo>
                  <a:pt x="48291" y="78426"/>
                  <a:pt x="48936" y="74033"/>
                  <a:pt x="52040" y="71690"/>
                </a:cubicBezTo>
                <a:cubicBezTo>
                  <a:pt x="55144" y="69347"/>
                  <a:pt x="59537" y="69992"/>
                  <a:pt x="61880" y="73096"/>
                </a:cubicBezTo>
                <a:lnTo>
                  <a:pt x="69787" y="83638"/>
                </a:lnTo>
                <a:lnTo>
                  <a:pt x="87768" y="54851"/>
                </a:lnTo>
                <a:cubicBezTo>
                  <a:pt x="89818" y="51571"/>
                  <a:pt x="94152" y="50546"/>
                  <a:pt x="97461" y="52625"/>
                </a:cubicBezTo>
                <a:cubicBezTo>
                  <a:pt x="100770" y="54705"/>
                  <a:pt x="101766" y="59010"/>
                  <a:pt x="99687" y="62319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5" name="Text 43"/>
          <p:cNvSpPr/>
          <p:nvPr/>
        </p:nvSpPr>
        <p:spPr>
          <a:xfrm>
            <a:off x="8517297" y="2061676"/>
            <a:ext cx="1546257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visualizations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273645" y="2399041"/>
            <a:ext cx="149940" cy="149940"/>
          </a:xfrm>
          <a:custGeom>
            <a:avLst/>
            <a:gdLst/>
            <a:ahLst/>
            <a:cxnLst/>
            <a:rect l="l" t="t" r="r" b="b"/>
            <a:pathLst>
              <a:path w="149940" h="149940">
                <a:moveTo>
                  <a:pt x="74970" y="149940"/>
                </a:moveTo>
                <a:cubicBezTo>
                  <a:pt x="116347" y="149940"/>
                  <a:pt x="149940" y="116347"/>
                  <a:pt x="149940" y="74970"/>
                </a:cubicBezTo>
                <a:cubicBezTo>
                  <a:pt x="149940" y="33593"/>
                  <a:pt x="116347" y="0"/>
                  <a:pt x="74970" y="0"/>
                </a:cubicBezTo>
                <a:cubicBezTo>
                  <a:pt x="33593" y="0"/>
                  <a:pt x="0" y="33593"/>
                  <a:pt x="0" y="74970"/>
                </a:cubicBezTo>
                <a:cubicBezTo>
                  <a:pt x="0" y="116347"/>
                  <a:pt x="33593" y="149940"/>
                  <a:pt x="74970" y="149940"/>
                </a:cubicBezTo>
                <a:close/>
                <a:moveTo>
                  <a:pt x="99687" y="62290"/>
                </a:moveTo>
                <a:lnTo>
                  <a:pt x="76259" y="99775"/>
                </a:lnTo>
                <a:cubicBezTo>
                  <a:pt x="75029" y="101737"/>
                  <a:pt x="72920" y="102967"/>
                  <a:pt x="70607" y="103084"/>
                </a:cubicBezTo>
                <a:cubicBezTo>
                  <a:pt x="68293" y="103201"/>
                  <a:pt x="66067" y="102147"/>
                  <a:pt x="64691" y="100272"/>
                </a:cubicBezTo>
                <a:lnTo>
                  <a:pt x="50634" y="81530"/>
                </a:lnTo>
                <a:cubicBezTo>
                  <a:pt x="48291" y="78426"/>
                  <a:pt x="48936" y="74033"/>
                  <a:pt x="52040" y="71690"/>
                </a:cubicBezTo>
                <a:cubicBezTo>
                  <a:pt x="55144" y="69347"/>
                  <a:pt x="59537" y="69992"/>
                  <a:pt x="61880" y="73096"/>
                </a:cubicBezTo>
                <a:lnTo>
                  <a:pt x="69787" y="83638"/>
                </a:lnTo>
                <a:lnTo>
                  <a:pt x="87768" y="54851"/>
                </a:lnTo>
                <a:cubicBezTo>
                  <a:pt x="89818" y="51571"/>
                  <a:pt x="94152" y="50546"/>
                  <a:pt x="97461" y="52625"/>
                </a:cubicBezTo>
                <a:cubicBezTo>
                  <a:pt x="100770" y="54705"/>
                  <a:pt x="101766" y="59010"/>
                  <a:pt x="99687" y="62319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7" name="Text 45"/>
          <p:cNvSpPr/>
          <p:nvPr/>
        </p:nvSpPr>
        <p:spPr>
          <a:xfrm>
            <a:off x="8517297" y="2361556"/>
            <a:ext cx="1480658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Explainable AI (SHAP)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73645" y="2698921"/>
            <a:ext cx="149940" cy="149940"/>
          </a:xfrm>
          <a:custGeom>
            <a:avLst/>
            <a:gdLst/>
            <a:ahLst/>
            <a:cxnLst/>
            <a:rect l="l" t="t" r="r" b="b"/>
            <a:pathLst>
              <a:path w="149940" h="149940">
                <a:moveTo>
                  <a:pt x="74970" y="149940"/>
                </a:moveTo>
                <a:cubicBezTo>
                  <a:pt x="116347" y="149940"/>
                  <a:pt x="149940" y="116347"/>
                  <a:pt x="149940" y="74970"/>
                </a:cubicBezTo>
                <a:cubicBezTo>
                  <a:pt x="149940" y="33593"/>
                  <a:pt x="116347" y="0"/>
                  <a:pt x="74970" y="0"/>
                </a:cubicBezTo>
                <a:cubicBezTo>
                  <a:pt x="33593" y="0"/>
                  <a:pt x="0" y="33593"/>
                  <a:pt x="0" y="74970"/>
                </a:cubicBezTo>
                <a:cubicBezTo>
                  <a:pt x="0" y="116347"/>
                  <a:pt x="33593" y="149940"/>
                  <a:pt x="74970" y="149940"/>
                </a:cubicBezTo>
                <a:close/>
                <a:moveTo>
                  <a:pt x="99687" y="62290"/>
                </a:moveTo>
                <a:lnTo>
                  <a:pt x="76259" y="99775"/>
                </a:lnTo>
                <a:cubicBezTo>
                  <a:pt x="75029" y="101737"/>
                  <a:pt x="72920" y="102967"/>
                  <a:pt x="70607" y="103084"/>
                </a:cubicBezTo>
                <a:cubicBezTo>
                  <a:pt x="68293" y="103201"/>
                  <a:pt x="66067" y="102147"/>
                  <a:pt x="64691" y="100272"/>
                </a:cubicBezTo>
                <a:lnTo>
                  <a:pt x="50634" y="81530"/>
                </a:lnTo>
                <a:cubicBezTo>
                  <a:pt x="48291" y="78426"/>
                  <a:pt x="48936" y="74033"/>
                  <a:pt x="52040" y="71690"/>
                </a:cubicBezTo>
                <a:cubicBezTo>
                  <a:pt x="55144" y="69347"/>
                  <a:pt x="59537" y="69992"/>
                  <a:pt x="61880" y="73096"/>
                </a:cubicBezTo>
                <a:lnTo>
                  <a:pt x="69787" y="83638"/>
                </a:lnTo>
                <a:lnTo>
                  <a:pt x="87768" y="54851"/>
                </a:lnTo>
                <a:cubicBezTo>
                  <a:pt x="89818" y="51571"/>
                  <a:pt x="94152" y="50546"/>
                  <a:pt x="97461" y="52625"/>
                </a:cubicBezTo>
                <a:cubicBezTo>
                  <a:pt x="100770" y="54705"/>
                  <a:pt x="101766" y="59010"/>
                  <a:pt x="99687" y="62319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9" name="Text 47"/>
          <p:cNvSpPr/>
          <p:nvPr/>
        </p:nvSpPr>
        <p:spPr>
          <a:xfrm>
            <a:off x="8517297" y="2661436"/>
            <a:ext cx="1274490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Responsive design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114334" y="3158112"/>
            <a:ext cx="3692274" cy="2174131"/>
          </a:xfrm>
          <a:custGeom>
            <a:avLst/>
            <a:gdLst/>
            <a:ahLst/>
            <a:cxnLst/>
            <a:rect l="l" t="t" r="r" b="b"/>
            <a:pathLst>
              <a:path w="3692274" h="2174131">
                <a:moveTo>
                  <a:pt x="149950" y="0"/>
                </a:moveTo>
                <a:lnTo>
                  <a:pt x="3542324" y="0"/>
                </a:lnTo>
                <a:cubicBezTo>
                  <a:pt x="3625083" y="0"/>
                  <a:pt x="3692274" y="67190"/>
                  <a:pt x="3692274" y="149950"/>
                </a:cubicBezTo>
                <a:lnTo>
                  <a:pt x="3692274" y="2024181"/>
                </a:lnTo>
                <a:cubicBezTo>
                  <a:pt x="3692274" y="2106996"/>
                  <a:pt x="3625139" y="2174131"/>
                  <a:pt x="3542324" y="2174131"/>
                </a:cubicBezTo>
                <a:lnTo>
                  <a:pt x="149950" y="2174131"/>
                </a:lnTo>
                <a:cubicBezTo>
                  <a:pt x="67190" y="2174131"/>
                  <a:pt x="0" y="2106940"/>
                  <a:pt x="0" y="2024181"/>
                </a:cubicBezTo>
                <a:lnTo>
                  <a:pt x="0" y="149950"/>
                </a:lnTo>
                <a:cubicBezTo>
                  <a:pt x="0" y="67135"/>
                  <a:pt x="67135" y="0"/>
                  <a:pt x="149950" y="0"/>
                </a:cubicBezTo>
                <a:close/>
              </a:path>
            </a:pathLst>
          </a:custGeom>
          <a:solidFill>
            <a:srgbClr val="8B0000">
              <a:alpha val="5098"/>
            </a:srgbClr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73645" y="3317424"/>
            <a:ext cx="449820" cy="449820"/>
          </a:xfrm>
          <a:custGeom>
            <a:avLst/>
            <a:gdLst/>
            <a:ahLst/>
            <a:cxnLst/>
            <a:rect l="l" t="t" r="r" b="b"/>
            <a:pathLst>
              <a:path w="449820" h="449820">
                <a:moveTo>
                  <a:pt x="112455" y="0"/>
                </a:moveTo>
                <a:lnTo>
                  <a:pt x="337365" y="0"/>
                </a:lnTo>
                <a:cubicBezTo>
                  <a:pt x="399472" y="0"/>
                  <a:pt x="449820" y="50348"/>
                  <a:pt x="449820" y="112455"/>
                </a:cubicBezTo>
                <a:lnTo>
                  <a:pt x="449820" y="337365"/>
                </a:lnTo>
                <a:cubicBezTo>
                  <a:pt x="449820" y="399472"/>
                  <a:pt x="399472" y="449820"/>
                  <a:pt x="337365" y="449820"/>
                </a:cubicBezTo>
                <a:lnTo>
                  <a:pt x="112455" y="449820"/>
                </a:lnTo>
                <a:cubicBezTo>
                  <a:pt x="50348" y="449820"/>
                  <a:pt x="0" y="399472"/>
                  <a:pt x="0" y="337365"/>
                </a:cubicBezTo>
                <a:lnTo>
                  <a:pt x="0" y="112455"/>
                </a:lnTo>
                <a:cubicBezTo>
                  <a:pt x="0" y="50348"/>
                  <a:pt x="50348" y="0"/>
                  <a:pt x="112455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2" name="Shape 50"/>
          <p:cNvSpPr/>
          <p:nvPr/>
        </p:nvSpPr>
        <p:spPr>
          <a:xfrm>
            <a:off x="8404842" y="3448621"/>
            <a:ext cx="187425" cy="187425"/>
          </a:xfrm>
          <a:custGeom>
            <a:avLst/>
            <a:gdLst/>
            <a:ahLst/>
            <a:cxnLst/>
            <a:rect l="l" t="t" r="r" b="b"/>
            <a:pathLst>
              <a:path w="187425" h="187425">
                <a:moveTo>
                  <a:pt x="43928" y="20500"/>
                </a:moveTo>
                <a:cubicBezTo>
                  <a:pt x="43928" y="9188"/>
                  <a:pt x="53116" y="0"/>
                  <a:pt x="64427" y="0"/>
                </a:cubicBezTo>
                <a:lnTo>
                  <a:pt x="73213" y="0"/>
                </a:lnTo>
                <a:cubicBezTo>
                  <a:pt x="79692" y="0"/>
                  <a:pt x="84927" y="5235"/>
                  <a:pt x="84927" y="11714"/>
                </a:cubicBezTo>
                <a:lnTo>
                  <a:pt x="84927" y="175711"/>
                </a:lnTo>
                <a:cubicBezTo>
                  <a:pt x="84927" y="182190"/>
                  <a:pt x="79692" y="187425"/>
                  <a:pt x="73213" y="187425"/>
                </a:cubicBezTo>
                <a:lnTo>
                  <a:pt x="61499" y="187425"/>
                </a:lnTo>
                <a:cubicBezTo>
                  <a:pt x="50590" y="187425"/>
                  <a:pt x="41402" y="179957"/>
                  <a:pt x="38803" y="169854"/>
                </a:cubicBezTo>
                <a:cubicBezTo>
                  <a:pt x="38547" y="169854"/>
                  <a:pt x="38327" y="169854"/>
                  <a:pt x="38071" y="169854"/>
                </a:cubicBezTo>
                <a:cubicBezTo>
                  <a:pt x="21891" y="169854"/>
                  <a:pt x="8786" y="156749"/>
                  <a:pt x="8786" y="140569"/>
                </a:cubicBezTo>
                <a:cubicBezTo>
                  <a:pt x="8786" y="133980"/>
                  <a:pt x="10982" y="127903"/>
                  <a:pt x="14643" y="122998"/>
                </a:cubicBezTo>
                <a:cubicBezTo>
                  <a:pt x="7541" y="117653"/>
                  <a:pt x="2929" y="109160"/>
                  <a:pt x="2929" y="99570"/>
                </a:cubicBezTo>
                <a:cubicBezTo>
                  <a:pt x="2929" y="88258"/>
                  <a:pt x="9371" y="78411"/>
                  <a:pt x="18743" y="73542"/>
                </a:cubicBezTo>
                <a:cubicBezTo>
                  <a:pt x="16143" y="69150"/>
                  <a:pt x="14643" y="64025"/>
                  <a:pt x="14643" y="58570"/>
                </a:cubicBezTo>
                <a:cubicBezTo>
                  <a:pt x="14643" y="42390"/>
                  <a:pt x="27748" y="29285"/>
                  <a:pt x="43928" y="29285"/>
                </a:cubicBezTo>
                <a:lnTo>
                  <a:pt x="43928" y="20500"/>
                </a:lnTo>
                <a:close/>
                <a:moveTo>
                  <a:pt x="143497" y="20500"/>
                </a:moveTo>
                <a:lnTo>
                  <a:pt x="143497" y="29285"/>
                </a:lnTo>
                <a:cubicBezTo>
                  <a:pt x="159677" y="29285"/>
                  <a:pt x="172782" y="42390"/>
                  <a:pt x="172782" y="58570"/>
                </a:cubicBezTo>
                <a:cubicBezTo>
                  <a:pt x="172782" y="64061"/>
                  <a:pt x="171282" y="69186"/>
                  <a:pt x="168683" y="73542"/>
                </a:cubicBezTo>
                <a:cubicBezTo>
                  <a:pt x="178090" y="78411"/>
                  <a:pt x="184497" y="88222"/>
                  <a:pt x="184497" y="99570"/>
                </a:cubicBezTo>
                <a:cubicBezTo>
                  <a:pt x="184497" y="109160"/>
                  <a:pt x="179884" y="117653"/>
                  <a:pt x="172782" y="122998"/>
                </a:cubicBezTo>
                <a:cubicBezTo>
                  <a:pt x="176443" y="127903"/>
                  <a:pt x="178640" y="133980"/>
                  <a:pt x="178640" y="140569"/>
                </a:cubicBezTo>
                <a:cubicBezTo>
                  <a:pt x="178640" y="156749"/>
                  <a:pt x="165534" y="169854"/>
                  <a:pt x="149354" y="169854"/>
                </a:cubicBezTo>
                <a:cubicBezTo>
                  <a:pt x="149098" y="169854"/>
                  <a:pt x="148878" y="169854"/>
                  <a:pt x="148622" y="169854"/>
                </a:cubicBezTo>
                <a:cubicBezTo>
                  <a:pt x="146023" y="179957"/>
                  <a:pt x="136835" y="187425"/>
                  <a:pt x="125926" y="187425"/>
                </a:cubicBezTo>
                <a:lnTo>
                  <a:pt x="114212" y="187425"/>
                </a:lnTo>
                <a:cubicBezTo>
                  <a:pt x="107733" y="187425"/>
                  <a:pt x="102498" y="182190"/>
                  <a:pt x="102498" y="175711"/>
                </a:cubicBezTo>
                <a:lnTo>
                  <a:pt x="102498" y="11714"/>
                </a:lnTo>
                <a:cubicBezTo>
                  <a:pt x="102498" y="5235"/>
                  <a:pt x="107733" y="0"/>
                  <a:pt x="114212" y="0"/>
                </a:cubicBezTo>
                <a:lnTo>
                  <a:pt x="122998" y="0"/>
                </a:lnTo>
                <a:cubicBezTo>
                  <a:pt x="134309" y="0"/>
                  <a:pt x="143497" y="9188"/>
                  <a:pt x="143497" y="205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8835920" y="3411136"/>
            <a:ext cx="1724311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6" b="1" dirty="0">
                <a:solidFill>
                  <a:srgbClr val="8B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SHAP Explainability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273645" y="3879699"/>
            <a:ext cx="3448621" cy="487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Integrated SHAP values to show </a:t>
            </a:r>
            <a:pPr>
              <a:lnSpc>
                <a:spcPct val="140000"/>
              </a:lnSpc>
            </a:pPr>
            <a:r>
              <a:rPr lang="en-US" sz="1181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which features drive predictions</a:t>
            </a:r>
            <a:pPr>
              <a:lnSpc>
                <a:spcPct val="140000"/>
              </a:lnSpc>
            </a:pPr>
            <a:r>
              <a:rPr lang="en-US" sz="118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making the model transparent.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278331" y="4484145"/>
            <a:ext cx="3364280" cy="684101"/>
          </a:xfrm>
          <a:custGeom>
            <a:avLst/>
            <a:gdLst/>
            <a:ahLst/>
            <a:cxnLst/>
            <a:rect l="l" t="t" r="r" b="b"/>
            <a:pathLst>
              <a:path w="3364280" h="684101">
                <a:moveTo>
                  <a:pt x="74971" y="0"/>
                </a:moveTo>
                <a:lnTo>
                  <a:pt x="3289309" y="0"/>
                </a:lnTo>
                <a:cubicBezTo>
                  <a:pt x="3330714" y="0"/>
                  <a:pt x="3364280" y="33566"/>
                  <a:pt x="3364280" y="74971"/>
                </a:cubicBezTo>
                <a:lnTo>
                  <a:pt x="3364280" y="609131"/>
                </a:lnTo>
                <a:cubicBezTo>
                  <a:pt x="3364280" y="650536"/>
                  <a:pt x="3330714" y="684101"/>
                  <a:pt x="3289309" y="684101"/>
                </a:cubicBezTo>
                <a:lnTo>
                  <a:pt x="74971" y="684101"/>
                </a:lnTo>
                <a:cubicBezTo>
                  <a:pt x="33566" y="684101"/>
                  <a:pt x="0" y="650536"/>
                  <a:pt x="0" y="609131"/>
                </a:cubicBezTo>
                <a:lnTo>
                  <a:pt x="0" y="74971"/>
                </a:lnTo>
                <a:cubicBezTo>
                  <a:pt x="0" y="33566"/>
                  <a:pt x="33566" y="0"/>
                  <a:pt x="7497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432956" y="4638770"/>
            <a:ext cx="112455" cy="149940"/>
          </a:xfrm>
          <a:custGeom>
            <a:avLst/>
            <a:gdLst/>
            <a:ahLst/>
            <a:cxnLst/>
            <a:rect l="l" t="t" r="r" b="b"/>
            <a:pathLst>
              <a:path w="112455" h="149940">
                <a:moveTo>
                  <a:pt x="85776" y="112455"/>
                </a:moveTo>
                <a:cubicBezTo>
                  <a:pt x="87914" y="105924"/>
                  <a:pt x="92190" y="100009"/>
                  <a:pt x="97022" y="94913"/>
                </a:cubicBezTo>
                <a:cubicBezTo>
                  <a:pt x="106598" y="84839"/>
                  <a:pt x="112455" y="71222"/>
                  <a:pt x="112455" y="56228"/>
                </a:cubicBezTo>
                <a:cubicBezTo>
                  <a:pt x="112455" y="25185"/>
                  <a:pt x="87270" y="0"/>
                  <a:pt x="56228" y="0"/>
                </a:cubicBezTo>
                <a:cubicBezTo>
                  <a:pt x="25185" y="0"/>
                  <a:pt x="0" y="25185"/>
                  <a:pt x="0" y="56228"/>
                </a:cubicBezTo>
                <a:cubicBezTo>
                  <a:pt x="0" y="71222"/>
                  <a:pt x="5857" y="84839"/>
                  <a:pt x="15433" y="94913"/>
                </a:cubicBezTo>
                <a:cubicBezTo>
                  <a:pt x="20265" y="100009"/>
                  <a:pt x="24570" y="105924"/>
                  <a:pt x="26679" y="112455"/>
                </a:cubicBezTo>
                <a:lnTo>
                  <a:pt x="85747" y="112455"/>
                </a:lnTo>
                <a:close/>
                <a:moveTo>
                  <a:pt x="84341" y="126512"/>
                </a:moveTo>
                <a:lnTo>
                  <a:pt x="28114" y="126512"/>
                </a:lnTo>
                <a:lnTo>
                  <a:pt x="28114" y="131198"/>
                </a:lnTo>
                <a:cubicBezTo>
                  <a:pt x="28114" y="144142"/>
                  <a:pt x="38598" y="154626"/>
                  <a:pt x="51542" y="154626"/>
                </a:cubicBezTo>
                <a:lnTo>
                  <a:pt x="60913" y="154626"/>
                </a:lnTo>
                <a:cubicBezTo>
                  <a:pt x="73857" y="154626"/>
                  <a:pt x="84341" y="144142"/>
                  <a:pt x="84341" y="131198"/>
                </a:cubicBezTo>
                <a:lnTo>
                  <a:pt x="84341" y="126512"/>
                </a:lnTo>
                <a:close/>
                <a:moveTo>
                  <a:pt x="53885" y="32799"/>
                </a:moveTo>
                <a:cubicBezTo>
                  <a:pt x="42229" y="32799"/>
                  <a:pt x="32799" y="42229"/>
                  <a:pt x="32799" y="53885"/>
                </a:cubicBezTo>
                <a:cubicBezTo>
                  <a:pt x="32799" y="57780"/>
                  <a:pt x="29666" y="60913"/>
                  <a:pt x="25771" y="60913"/>
                </a:cubicBezTo>
                <a:cubicBezTo>
                  <a:pt x="21876" y="60913"/>
                  <a:pt x="18743" y="57780"/>
                  <a:pt x="18743" y="53885"/>
                </a:cubicBezTo>
                <a:cubicBezTo>
                  <a:pt x="18743" y="34469"/>
                  <a:pt x="34469" y="18743"/>
                  <a:pt x="53885" y="18743"/>
                </a:cubicBezTo>
                <a:cubicBezTo>
                  <a:pt x="57780" y="18743"/>
                  <a:pt x="60913" y="21876"/>
                  <a:pt x="60913" y="25771"/>
                </a:cubicBezTo>
                <a:cubicBezTo>
                  <a:pt x="60913" y="29666"/>
                  <a:pt x="57780" y="32799"/>
                  <a:pt x="53885" y="32799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7" name="Text 55"/>
          <p:cNvSpPr/>
          <p:nvPr/>
        </p:nvSpPr>
        <p:spPr>
          <a:xfrm>
            <a:off x="8638216" y="4601285"/>
            <a:ext cx="2962224" cy="449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Users understand why a prediction was made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379536" y="5458755"/>
            <a:ext cx="2736406" cy="1021467"/>
          </a:xfrm>
          <a:custGeom>
            <a:avLst/>
            <a:gdLst/>
            <a:ahLst/>
            <a:cxnLst/>
            <a:rect l="l" t="t" r="r" b="b"/>
            <a:pathLst>
              <a:path w="2736406" h="1021467">
                <a:moveTo>
                  <a:pt x="112453" y="0"/>
                </a:moveTo>
                <a:lnTo>
                  <a:pt x="2623953" y="0"/>
                </a:lnTo>
                <a:cubicBezTo>
                  <a:pt x="2686059" y="0"/>
                  <a:pt x="2736406" y="50347"/>
                  <a:pt x="2736406" y="112453"/>
                </a:cubicBezTo>
                <a:lnTo>
                  <a:pt x="2736406" y="909013"/>
                </a:lnTo>
                <a:cubicBezTo>
                  <a:pt x="2736406" y="971120"/>
                  <a:pt x="2686059" y="1021467"/>
                  <a:pt x="2623953" y="1021467"/>
                </a:cubicBezTo>
                <a:lnTo>
                  <a:pt x="112453" y="1021467"/>
                </a:lnTo>
                <a:cubicBezTo>
                  <a:pt x="50389" y="1021467"/>
                  <a:pt x="0" y="971078"/>
                  <a:pt x="0" y="909013"/>
                </a:cubicBezTo>
                <a:lnTo>
                  <a:pt x="0" y="112453"/>
                </a:lnTo>
                <a:cubicBezTo>
                  <a:pt x="0" y="50389"/>
                  <a:pt x="50389" y="0"/>
                  <a:pt x="112453" y="0"/>
                </a:cubicBezTo>
                <a:close/>
              </a:path>
            </a:pathLst>
          </a:cu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608634" y="5575895"/>
            <a:ext cx="281138" cy="224910"/>
          </a:xfrm>
          <a:custGeom>
            <a:avLst/>
            <a:gdLst/>
            <a:ahLst/>
            <a:cxnLst/>
            <a:rect l="l" t="t" r="r" b="b"/>
            <a:pathLst>
              <a:path w="281138" h="224910">
                <a:moveTo>
                  <a:pt x="140569" y="7028"/>
                </a:moveTo>
                <a:cubicBezTo>
                  <a:pt x="165783" y="7028"/>
                  <a:pt x="186254" y="27499"/>
                  <a:pt x="186254" y="52713"/>
                </a:cubicBezTo>
                <a:cubicBezTo>
                  <a:pt x="186254" y="77927"/>
                  <a:pt x="165783" y="98398"/>
                  <a:pt x="140569" y="98398"/>
                </a:cubicBezTo>
                <a:cubicBezTo>
                  <a:pt x="115355" y="98398"/>
                  <a:pt x="94884" y="77927"/>
                  <a:pt x="94884" y="52713"/>
                </a:cubicBezTo>
                <a:cubicBezTo>
                  <a:pt x="94884" y="27499"/>
                  <a:pt x="115355" y="7028"/>
                  <a:pt x="140569" y="7028"/>
                </a:cubicBezTo>
                <a:close/>
                <a:moveTo>
                  <a:pt x="42171" y="38656"/>
                </a:moveTo>
                <a:cubicBezTo>
                  <a:pt x="59627" y="38656"/>
                  <a:pt x="73799" y="52828"/>
                  <a:pt x="73799" y="70284"/>
                </a:cubicBezTo>
                <a:cubicBezTo>
                  <a:pt x="73799" y="87740"/>
                  <a:pt x="59627" y="101912"/>
                  <a:pt x="42171" y="101912"/>
                </a:cubicBezTo>
                <a:cubicBezTo>
                  <a:pt x="24715" y="101912"/>
                  <a:pt x="10543" y="87740"/>
                  <a:pt x="10543" y="70284"/>
                </a:cubicBezTo>
                <a:cubicBezTo>
                  <a:pt x="10543" y="52828"/>
                  <a:pt x="24715" y="38656"/>
                  <a:pt x="42171" y="38656"/>
                </a:cubicBezTo>
                <a:close/>
                <a:moveTo>
                  <a:pt x="0" y="182739"/>
                </a:moveTo>
                <a:cubicBezTo>
                  <a:pt x="0" y="151683"/>
                  <a:pt x="25171" y="126512"/>
                  <a:pt x="56228" y="126512"/>
                </a:cubicBezTo>
                <a:cubicBezTo>
                  <a:pt x="61850" y="126512"/>
                  <a:pt x="67297" y="127347"/>
                  <a:pt x="72437" y="128884"/>
                </a:cubicBezTo>
                <a:cubicBezTo>
                  <a:pt x="57985" y="145049"/>
                  <a:pt x="49199" y="166398"/>
                  <a:pt x="49199" y="189768"/>
                </a:cubicBezTo>
                <a:lnTo>
                  <a:pt x="49199" y="196796"/>
                </a:lnTo>
                <a:cubicBezTo>
                  <a:pt x="49199" y="201804"/>
                  <a:pt x="50253" y="206548"/>
                  <a:pt x="52142" y="210853"/>
                </a:cubicBezTo>
                <a:lnTo>
                  <a:pt x="14057" y="210853"/>
                </a:lnTo>
                <a:cubicBezTo>
                  <a:pt x="6282" y="210853"/>
                  <a:pt x="0" y="204572"/>
                  <a:pt x="0" y="196796"/>
                </a:cubicBezTo>
                <a:lnTo>
                  <a:pt x="0" y="182739"/>
                </a:lnTo>
                <a:close/>
                <a:moveTo>
                  <a:pt x="228995" y="210853"/>
                </a:moveTo>
                <a:cubicBezTo>
                  <a:pt x="230884" y="206548"/>
                  <a:pt x="231939" y="201804"/>
                  <a:pt x="231939" y="196796"/>
                </a:cubicBezTo>
                <a:lnTo>
                  <a:pt x="231939" y="189768"/>
                </a:lnTo>
                <a:cubicBezTo>
                  <a:pt x="231939" y="166398"/>
                  <a:pt x="223153" y="145049"/>
                  <a:pt x="208701" y="128884"/>
                </a:cubicBezTo>
                <a:cubicBezTo>
                  <a:pt x="213840" y="127347"/>
                  <a:pt x="219287" y="126512"/>
                  <a:pt x="224910" y="126512"/>
                </a:cubicBezTo>
                <a:cubicBezTo>
                  <a:pt x="255967" y="126512"/>
                  <a:pt x="281138" y="151683"/>
                  <a:pt x="281138" y="182739"/>
                </a:cubicBezTo>
                <a:lnTo>
                  <a:pt x="281138" y="196796"/>
                </a:lnTo>
                <a:cubicBezTo>
                  <a:pt x="281138" y="204572"/>
                  <a:pt x="274856" y="210853"/>
                  <a:pt x="267081" y="210853"/>
                </a:cubicBezTo>
                <a:lnTo>
                  <a:pt x="228995" y="210853"/>
                </a:lnTo>
                <a:close/>
                <a:moveTo>
                  <a:pt x="207339" y="70284"/>
                </a:moveTo>
                <a:cubicBezTo>
                  <a:pt x="207339" y="52828"/>
                  <a:pt x="221511" y="38656"/>
                  <a:pt x="238967" y="38656"/>
                </a:cubicBezTo>
                <a:cubicBezTo>
                  <a:pt x="256423" y="38656"/>
                  <a:pt x="270595" y="52828"/>
                  <a:pt x="270595" y="70284"/>
                </a:cubicBezTo>
                <a:cubicBezTo>
                  <a:pt x="270595" y="87740"/>
                  <a:pt x="256423" y="101912"/>
                  <a:pt x="238967" y="101912"/>
                </a:cubicBezTo>
                <a:cubicBezTo>
                  <a:pt x="221511" y="101912"/>
                  <a:pt x="207339" y="87740"/>
                  <a:pt x="207339" y="70284"/>
                </a:cubicBezTo>
                <a:close/>
                <a:moveTo>
                  <a:pt x="70284" y="189768"/>
                </a:moveTo>
                <a:cubicBezTo>
                  <a:pt x="70284" y="150936"/>
                  <a:pt x="101737" y="119483"/>
                  <a:pt x="140569" y="119483"/>
                </a:cubicBezTo>
                <a:cubicBezTo>
                  <a:pt x="179401" y="119483"/>
                  <a:pt x="210853" y="150936"/>
                  <a:pt x="210853" y="189768"/>
                </a:cubicBezTo>
                <a:lnTo>
                  <a:pt x="210853" y="196796"/>
                </a:lnTo>
                <a:cubicBezTo>
                  <a:pt x="210853" y="204572"/>
                  <a:pt x="204572" y="210853"/>
                  <a:pt x="196796" y="210853"/>
                </a:cubicBezTo>
                <a:lnTo>
                  <a:pt x="84341" y="210853"/>
                </a:lnTo>
                <a:cubicBezTo>
                  <a:pt x="76566" y="210853"/>
                  <a:pt x="70284" y="204572"/>
                  <a:pt x="70284" y="196796"/>
                </a:cubicBezTo>
                <a:lnTo>
                  <a:pt x="70284" y="189768"/>
                </a:ln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60" name="Text 58"/>
          <p:cNvSpPr/>
          <p:nvPr/>
        </p:nvSpPr>
        <p:spPr>
          <a:xfrm>
            <a:off x="459191" y="5875776"/>
            <a:ext cx="2577095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Input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454506" y="6100686"/>
            <a:ext cx="2586466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28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 Dropdowns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3278328" y="5458755"/>
            <a:ext cx="2736406" cy="1021467"/>
          </a:xfrm>
          <a:custGeom>
            <a:avLst/>
            <a:gdLst/>
            <a:ahLst/>
            <a:cxnLst/>
            <a:rect l="l" t="t" r="r" b="b"/>
            <a:pathLst>
              <a:path w="2736406" h="1021467">
                <a:moveTo>
                  <a:pt x="112453" y="0"/>
                </a:moveTo>
                <a:lnTo>
                  <a:pt x="2623953" y="0"/>
                </a:lnTo>
                <a:cubicBezTo>
                  <a:pt x="2686059" y="0"/>
                  <a:pt x="2736406" y="50347"/>
                  <a:pt x="2736406" y="112453"/>
                </a:cubicBezTo>
                <a:lnTo>
                  <a:pt x="2736406" y="909013"/>
                </a:lnTo>
                <a:cubicBezTo>
                  <a:pt x="2736406" y="971120"/>
                  <a:pt x="2686059" y="1021467"/>
                  <a:pt x="2623953" y="1021467"/>
                </a:cubicBezTo>
                <a:lnTo>
                  <a:pt x="112453" y="1021467"/>
                </a:lnTo>
                <a:cubicBezTo>
                  <a:pt x="50389" y="1021467"/>
                  <a:pt x="0" y="971078"/>
                  <a:pt x="0" y="909013"/>
                </a:cubicBezTo>
                <a:lnTo>
                  <a:pt x="0" y="112453"/>
                </a:lnTo>
                <a:cubicBezTo>
                  <a:pt x="0" y="50389"/>
                  <a:pt x="50389" y="0"/>
                  <a:pt x="112453" y="0"/>
                </a:cubicBezTo>
                <a:close/>
              </a:path>
            </a:pathLst>
          </a:cu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535540" y="5575895"/>
            <a:ext cx="224910" cy="224910"/>
          </a:xfrm>
          <a:custGeom>
            <a:avLst/>
            <a:gdLst/>
            <a:ahLst/>
            <a:cxnLst/>
            <a:rect l="l" t="t" r="r" b="b"/>
            <a:pathLst>
              <a:path w="224910" h="224910">
                <a:moveTo>
                  <a:pt x="14057" y="14057"/>
                </a:moveTo>
                <a:cubicBezTo>
                  <a:pt x="21832" y="14057"/>
                  <a:pt x="28114" y="20339"/>
                  <a:pt x="28114" y="28114"/>
                </a:cubicBezTo>
                <a:lnTo>
                  <a:pt x="28114" y="175711"/>
                </a:lnTo>
                <a:cubicBezTo>
                  <a:pt x="28114" y="179577"/>
                  <a:pt x="31277" y="182739"/>
                  <a:pt x="35142" y="182739"/>
                </a:cubicBezTo>
                <a:lnTo>
                  <a:pt x="210853" y="182739"/>
                </a:lnTo>
                <a:cubicBezTo>
                  <a:pt x="218628" y="182739"/>
                  <a:pt x="224910" y="189021"/>
                  <a:pt x="224910" y="196796"/>
                </a:cubicBezTo>
                <a:cubicBezTo>
                  <a:pt x="224910" y="204572"/>
                  <a:pt x="218628" y="210853"/>
                  <a:pt x="210853" y="210853"/>
                </a:cubicBezTo>
                <a:lnTo>
                  <a:pt x="35142" y="210853"/>
                </a:lnTo>
                <a:cubicBezTo>
                  <a:pt x="15726" y="210853"/>
                  <a:pt x="0" y="195127"/>
                  <a:pt x="0" y="175711"/>
                </a:cubicBezTo>
                <a:lnTo>
                  <a:pt x="0" y="28114"/>
                </a:lnTo>
                <a:cubicBezTo>
                  <a:pt x="0" y="20339"/>
                  <a:pt x="6282" y="14057"/>
                  <a:pt x="14057" y="14057"/>
                </a:cubicBezTo>
                <a:close/>
                <a:moveTo>
                  <a:pt x="105427" y="42171"/>
                </a:moveTo>
                <a:cubicBezTo>
                  <a:pt x="108370" y="42171"/>
                  <a:pt x="111181" y="43401"/>
                  <a:pt x="113202" y="45597"/>
                </a:cubicBezTo>
                <a:lnTo>
                  <a:pt x="144434" y="79641"/>
                </a:lnTo>
                <a:lnTo>
                  <a:pt x="164729" y="59302"/>
                </a:lnTo>
                <a:cubicBezTo>
                  <a:pt x="168858" y="55173"/>
                  <a:pt x="175535" y="55173"/>
                  <a:pt x="179621" y="59302"/>
                </a:cubicBezTo>
                <a:lnTo>
                  <a:pt x="207734" y="87416"/>
                </a:lnTo>
                <a:cubicBezTo>
                  <a:pt x="209711" y="89393"/>
                  <a:pt x="210809" y="92073"/>
                  <a:pt x="210809" y="94884"/>
                </a:cubicBezTo>
                <a:lnTo>
                  <a:pt x="210809" y="144083"/>
                </a:lnTo>
                <a:cubicBezTo>
                  <a:pt x="210809" y="149925"/>
                  <a:pt x="206109" y="154626"/>
                  <a:pt x="200267" y="154626"/>
                </a:cubicBezTo>
                <a:lnTo>
                  <a:pt x="66726" y="154626"/>
                </a:lnTo>
                <a:cubicBezTo>
                  <a:pt x="60884" y="154626"/>
                  <a:pt x="56184" y="149925"/>
                  <a:pt x="56184" y="144083"/>
                </a:cubicBezTo>
                <a:lnTo>
                  <a:pt x="56184" y="94884"/>
                </a:lnTo>
                <a:cubicBezTo>
                  <a:pt x="56184" y="92248"/>
                  <a:pt x="57194" y="89700"/>
                  <a:pt x="58951" y="87768"/>
                </a:cubicBezTo>
                <a:lnTo>
                  <a:pt x="97607" y="45597"/>
                </a:lnTo>
                <a:cubicBezTo>
                  <a:pt x="99584" y="43401"/>
                  <a:pt x="102440" y="42171"/>
                  <a:pt x="105383" y="4217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4" name="Text 62"/>
          <p:cNvSpPr/>
          <p:nvPr/>
        </p:nvSpPr>
        <p:spPr>
          <a:xfrm>
            <a:off x="3357983" y="5875776"/>
            <a:ext cx="2577095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Visualizations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3353298" y="6100686"/>
            <a:ext cx="2586466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28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 Charts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177120" y="5458755"/>
            <a:ext cx="2736406" cy="1021467"/>
          </a:xfrm>
          <a:custGeom>
            <a:avLst/>
            <a:gdLst/>
            <a:ahLst/>
            <a:cxnLst/>
            <a:rect l="l" t="t" r="r" b="b"/>
            <a:pathLst>
              <a:path w="2736406" h="1021467">
                <a:moveTo>
                  <a:pt x="112453" y="0"/>
                </a:moveTo>
                <a:lnTo>
                  <a:pt x="2623953" y="0"/>
                </a:lnTo>
                <a:cubicBezTo>
                  <a:pt x="2686059" y="0"/>
                  <a:pt x="2736406" y="50347"/>
                  <a:pt x="2736406" y="112453"/>
                </a:cubicBezTo>
                <a:lnTo>
                  <a:pt x="2736406" y="909013"/>
                </a:lnTo>
                <a:cubicBezTo>
                  <a:pt x="2736406" y="971120"/>
                  <a:pt x="2686059" y="1021467"/>
                  <a:pt x="2623953" y="1021467"/>
                </a:cubicBezTo>
                <a:lnTo>
                  <a:pt x="112453" y="1021467"/>
                </a:lnTo>
                <a:cubicBezTo>
                  <a:pt x="50389" y="1021467"/>
                  <a:pt x="0" y="971078"/>
                  <a:pt x="0" y="909013"/>
                </a:cubicBezTo>
                <a:lnTo>
                  <a:pt x="0" y="112453"/>
                </a:lnTo>
                <a:cubicBezTo>
                  <a:pt x="0" y="50389"/>
                  <a:pt x="50389" y="0"/>
                  <a:pt x="112453" y="0"/>
                </a:cubicBezTo>
                <a:close/>
              </a:path>
            </a:pathLst>
          </a:cu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434332" y="5575895"/>
            <a:ext cx="224910" cy="224910"/>
          </a:xfrm>
          <a:custGeom>
            <a:avLst/>
            <a:gdLst/>
            <a:ahLst/>
            <a:cxnLst/>
            <a:rect l="l" t="t" r="r" b="b"/>
            <a:pathLst>
              <a:path w="224910" h="224910">
                <a:moveTo>
                  <a:pt x="52713" y="24600"/>
                </a:moveTo>
                <a:cubicBezTo>
                  <a:pt x="52713" y="11026"/>
                  <a:pt x="63739" y="0"/>
                  <a:pt x="77313" y="0"/>
                </a:cubicBezTo>
                <a:lnTo>
                  <a:pt x="87855" y="0"/>
                </a:lnTo>
                <a:cubicBezTo>
                  <a:pt x="95631" y="0"/>
                  <a:pt x="101912" y="6282"/>
                  <a:pt x="101912" y="14057"/>
                </a:cubicBezTo>
                <a:lnTo>
                  <a:pt x="101912" y="210853"/>
                </a:lnTo>
                <a:cubicBezTo>
                  <a:pt x="101912" y="218628"/>
                  <a:pt x="95631" y="224910"/>
                  <a:pt x="87855" y="224910"/>
                </a:cubicBezTo>
                <a:lnTo>
                  <a:pt x="73799" y="224910"/>
                </a:lnTo>
                <a:cubicBezTo>
                  <a:pt x="60708" y="224910"/>
                  <a:pt x="49682" y="215949"/>
                  <a:pt x="46563" y="203825"/>
                </a:cubicBezTo>
                <a:cubicBezTo>
                  <a:pt x="46256" y="203825"/>
                  <a:pt x="45992" y="203825"/>
                  <a:pt x="45685" y="203825"/>
                </a:cubicBezTo>
                <a:cubicBezTo>
                  <a:pt x="26269" y="203825"/>
                  <a:pt x="10543" y="188099"/>
                  <a:pt x="10543" y="168683"/>
                </a:cubicBezTo>
                <a:cubicBezTo>
                  <a:pt x="10543" y="160776"/>
                  <a:pt x="13178" y="153484"/>
                  <a:pt x="17571" y="147597"/>
                </a:cubicBezTo>
                <a:cubicBezTo>
                  <a:pt x="9049" y="141184"/>
                  <a:pt x="3514" y="130993"/>
                  <a:pt x="3514" y="119483"/>
                </a:cubicBezTo>
                <a:cubicBezTo>
                  <a:pt x="3514" y="105910"/>
                  <a:pt x="11246" y="94093"/>
                  <a:pt x="22491" y="88251"/>
                </a:cubicBezTo>
                <a:cubicBezTo>
                  <a:pt x="19372" y="82980"/>
                  <a:pt x="17571" y="76830"/>
                  <a:pt x="17571" y="70284"/>
                </a:cubicBezTo>
                <a:cubicBezTo>
                  <a:pt x="17571" y="50868"/>
                  <a:pt x="33297" y="35142"/>
                  <a:pt x="52713" y="35142"/>
                </a:cubicBezTo>
                <a:lnTo>
                  <a:pt x="52713" y="24600"/>
                </a:lnTo>
                <a:close/>
                <a:moveTo>
                  <a:pt x="172197" y="24600"/>
                </a:moveTo>
                <a:lnTo>
                  <a:pt x="172197" y="35142"/>
                </a:lnTo>
                <a:cubicBezTo>
                  <a:pt x="191613" y="35142"/>
                  <a:pt x="207339" y="50868"/>
                  <a:pt x="207339" y="70284"/>
                </a:cubicBezTo>
                <a:cubicBezTo>
                  <a:pt x="207339" y="76874"/>
                  <a:pt x="205538" y="83023"/>
                  <a:pt x="202419" y="88251"/>
                </a:cubicBezTo>
                <a:cubicBezTo>
                  <a:pt x="213708" y="94093"/>
                  <a:pt x="221396" y="105866"/>
                  <a:pt x="221396" y="119483"/>
                </a:cubicBezTo>
                <a:cubicBezTo>
                  <a:pt x="221396" y="130993"/>
                  <a:pt x="215861" y="141184"/>
                  <a:pt x="207339" y="147597"/>
                </a:cubicBezTo>
                <a:cubicBezTo>
                  <a:pt x="211732" y="153484"/>
                  <a:pt x="214367" y="160776"/>
                  <a:pt x="214367" y="168683"/>
                </a:cubicBezTo>
                <a:cubicBezTo>
                  <a:pt x="214367" y="188099"/>
                  <a:pt x="198641" y="203825"/>
                  <a:pt x="179225" y="203825"/>
                </a:cubicBezTo>
                <a:cubicBezTo>
                  <a:pt x="178918" y="203825"/>
                  <a:pt x="178654" y="203825"/>
                  <a:pt x="178347" y="203825"/>
                </a:cubicBezTo>
                <a:cubicBezTo>
                  <a:pt x="175228" y="215949"/>
                  <a:pt x="164202" y="224910"/>
                  <a:pt x="151111" y="224910"/>
                </a:cubicBezTo>
                <a:lnTo>
                  <a:pt x="137055" y="224910"/>
                </a:lnTo>
                <a:cubicBezTo>
                  <a:pt x="129279" y="224910"/>
                  <a:pt x="122998" y="218628"/>
                  <a:pt x="122998" y="210853"/>
                </a:cubicBezTo>
                <a:lnTo>
                  <a:pt x="122998" y="14057"/>
                </a:lnTo>
                <a:cubicBezTo>
                  <a:pt x="122998" y="6282"/>
                  <a:pt x="129279" y="0"/>
                  <a:pt x="137055" y="0"/>
                </a:cubicBezTo>
                <a:lnTo>
                  <a:pt x="147597" y="0"/>
                </a:lnTo>
                <a:cubicBezTo>
                  <a:pt x="161171" y="0"/>
                  <a:pt x="172197" y="11026"/>
                  <a:pt x="172197" y="2460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8" name="Text 66"/>
          <p:cNvSpPr/>
          <p:nvPr/>
        </p:nvSpPr>
        <p:spPr>
          <a:xfrm>
            <a:off x="6256776" y="5875776"/>
            <a:ext cx="2577095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Explainability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6252090" y="6100686"/>
            <a:ext cx="2586466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28" b="1" dirty="0">
                <a:solidFill>
                  <a:srgbClr val="8B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SHAP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9075912" y="5458755"/>
            <a:ext cx="2736406" cy="1021467"/>
          </a:xfrm>
          <a:custGeom>
            <a:avLst/>
            <a:gdLst/>
            <a:ahLst/>
            <a:cxnLst/>
            <a:rect l="l" t="t" r="r" b="b"/>
            <a:pathLst>
              <a:path w="2736406" h="1021467">
                <a:moveTo>
                  <a:pt x="112453" y="0"/>
                </a:moveTo>
                <a:lnTo>
                  <a:pt x="2623953" y="0"/>
                </a:lnTo>
                <a:cubicBezTo>
                  <a:pt x="2686059" y="0"/>
                  <a:pt x="2736406" y="50347"/>
                  <a:pt x="2736406" y="112453"/>
                </a:cubicBezTo>
                <a:lnTo>
                  <a:pt x="2736406" y="909013"/>
                </a:lnTo>
                <a:cubicBezTo>
                  <a:pt x="2736406" y="971120"/>
                  <a:pt x="2686059" y="1021467"/>
                  <a:pt x="2623953" y="1021467"/>
                </a:cubicBezTo>
                <a:lnTo>
                  <a:pt x="112453" y="1021467"/>
                </a:lnTo>
                <a:cubicBezTo>
                  <a:pt x="50389" y="1021467"/>
                  <a:pt x="0" y="971078"/>
                  <a:pt x="0" y="909013"/>
                </a:cubicBezTo>
                <a:lnTo>
                  <a:pt x="0" y="112453"/>
                </a:lnTo>
                <a:cubicBezTo>
                  <a:pt x="0" y="50389"/>
                  <a:pt x="50389" y="0"/>
                  <a:pt x="112453" y="0"/>
                </a:cubicBezTo>
                <a:close/>
              </a:path>
            </a:pathLst>
          </a:cu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361384" y="5575895"/>
            <a:ext cx="168683" cy="224910"/>
          </a:xfrm>
          <a:custGeom>
            <a:avLst/>
            <a:gdLst/>
            <a:ahLst/>
            <a:cxnLst/>
            <a:rect l="l" t="t" r="r" b="b"/>
            <a:pathLst>
              <a:path w="168683" h="224910">
                <a:moveTo>
                  <a:pt x="7028" y="28114"/>
                </a:moveTo>
                <a:cubicBezTo>
                  <a:pt x="7028" y="12607"/>
                  <a:pt x="19636" y="0"/>
                  <a:pt x="35142" y="0"/>
                </a:cubicBezTo>
                <a:lnTo>
                  <a:pt x="133540" y="0"/>
                </a:lnTo>
                <a:cubicBezTo>
                  <a:pt x="149047" y="0"/>
                  <a:pt x="161654" y="12607"/>
                  <a:pt x="161654" y="28114"/>
                </a:cubicBezTo>
                <a:lnTo>
                  <a:pt x="161654" y="196796"/>
                </a:lnTo>
                <a:cubicBezTo>
                  <a:pt x="161654" y="212303"/>
                  <a:pt x="149047" y="224910"/>
                  <a:pt x="133540" y="224910"/>
                </a:cubicBezTo>
                <a:lnTo>
                  <a:pt x="35142" y="224910"/>
                </a:lnTo>
                <a:cubicBezTo>
                  <a:pt x="19636" y="224910"/>
                  <a:pt x="7028" y="212303"/>
                  <a:pt x="7028" y="196796"/>
                </a:cubicBezTo>
                <a:lnTo>
                  <a:pt x="7028" y="28114"/>
                </a:lnTo>
                <a:close/>
                <a:moveTo>
                  <a:pt x="35142" y="28114"/>
                </a:moveTo>
                <a:lnTo>
                  <a:pt x="35142" y="161654"/>
                </a:lnTo>
                <a:lnTo>
                  <a:pt x="133540" y="161654"/>
                </a:lnTo>
                <a:lnTo>
                  <a:pt x="133540" y="28114"/>
                </a:lnTo>
                <a:lnTo>
                  <a:pt x="35142" y="28114"/>
                </a:lnTo>
                <a:close/>
                <a:moveTo>
                  <a:pt x="84341" y="207339"/>
                </a:moveTo>
                <a:cubicBezTo>
                  <a:pt x="92116" y="207339"/>
                  <a:pt x="98398" y="201057"/>
                  <a:pt x="98398" y="193282"/>
                </a:cubicBezTo>
                <a:cubicBezTo>
                  <a:pt x="98398" y="185507"/>
                  <a:pt x="92116" y="179225"/>
                  <a:pt x="84341" y="179225"/>
                </a:cubicBezTo>
                <a:cubicBezTo>
                  <a:pt x="76566" y="179225"/>
                  <a:pt x="70284" y="185507"/>
                  <a:pt x="70284" y="193282"/>
                </a:cubicBezTo>
                <a:cubicBezTo>
                  <a:pt x="70284" y="201057"/>
                  <a:pt x="76566" y="207339"/>
                  <a:pt x="84341" y="207339"/>
                </a:cubicBez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72" name="Text 70"/>
          <p:cNvSpPr/>
          <p:nvPr/>
        </p:nvSpPr>
        <p:spPr>
          <a:xfrm>
            <a:off x="9155568" y="5875776"/>
            <a:ext cx="2577095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Responsive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9150882" y="6100686"/>
            <a:ext cx="2586466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28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 Devices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851" y="439022"/>
            <a:ext cx="439022" cy="439022"/>
          </a:xfrm>
          <a:custGeom>
            <a:avLst/>
            <a:gdLst/>
            <a:ahLst/>
            <a:cxnLst/>
            <a:rect l="l" t="t" r="r" b="b"/>
            <a:pathLst>
              <a:path w="439022" h="439022">
                <a:moveTo>
                  <a:pt x="73172" y="0"/>
                </a:moveTo>
                <a:lnTo>
                  <a:pt x="365850" y="0"/>
                </a:lnTo>
                <a:cubicBezTo>
                  <a:pt x="406235" y="0"/>
                  <a:pt x="439022" y="32787"/>
                  <a:pt x="439022" y="73172"/>
                </a:cubicBezTo>
                <a:lnTo>
                  <a:pt x="439022" y="365850"/>
                </a:lnTo>
                <a:cubicBezTo>
                  <a:pt x="439022" y="406262"/>
                  <a:pt x="406262" y="439022"/>
                  <a:pt x="365850" y="439022"/>
                </a:cubicBezTo>
                <a:lnTo>
                  <a:pt x="73172" y="439022"/>
                </a:lnTo>
                <a:cubicBezTo>
                  <a:pt x="32787" y="439022"/>
                  <a:pt x="0" y="406235"/>
                  <a:pt x="0" y="365850"/>
                </a:cubicBezTo>
                <a:lnTo>
                  <a:pt x="0" y="73172"/>
                </a:lnTo>
                <a:cubicBezTo>
                  <a:pt x="0" y="32787"/>
                  <a:pt x="32787" y="0"/>
                  <a:pt x="73172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" name="Shape 1"/>
          <p:cNvSpPr/>
          <p:nvPr/>
        </p:nvSpPr>
        <p:spPr>
          <a:xfrm>
            <a:off x="482467" y="567070"/>
            <a:ext cx="205791" cy="182926"/>
          </a:xfrm>
          <a:custGeom>
            <a:avLst/>
            <a:gdLst/>
            <a:ahLst/>
            <a:cxnLst/>
            <a:rect l="l" t="t" r="r" b="b"/>
            <a:pathLst>
              <a:path w="205791" h="182926">
                <a:moveTo>
                  <a:pt x="68597" y="34299"/>
                </a:moveTo>
                <a:cubicBezTo>
                  <a:pt x="68597" y="15363"/>
                  <a:pt x="83960" y="0"/>
                  <a:pt x="102896" y="0"/>
                </a:cubicBezTo>
                <a:cubicBezTo>
                  <a:pt x="121831" y="0"/>
                  <a:pt x="137194" y="15363"/>
                  <a:pt x="137194" y="34299"/>
                </a:cubicBezTo>
                <a:lnTo>
                  <a:pt x="137194" y="35585"/>
                </a:lnTo>
                <a:cubicBezTo>
                  <a:pt x="137194" y="41194"/>
                  <a:pt x="132657" y="45731"/>
                  <a:pt x="127048" y="45731"/>
                </a:cubicBezTo>
                <a:lnTo>
                  <a:pt x="78780" y="45731"/>
                </a:lnTo>
                <a:cubicBezTo>
                  <a:pt x="73170" y="45731"/>
                  <a:pt x="68633" y="41194"/>
                  <a:pt x="68633" y="35585"/>
                </a:cubicBezTo>
                <a:lnTo>
                  <a:pt x="68633" y="34299"/>
                </a:lnTo>
                <a:close/>
                <a:moveTo>
                  <a:pt x="192072" y="38872"/>
                </a:moveTo>
                <a:cubicBezTo>
                  <a:pt x="195859" y="43909"/>
                  <a:pt x="194823" y="51091"/>
                  <a:pt x="189785" y="54878"/>
                </a:cubicBezTo>
                <a:lnTo>
                  <a:pt x="154844" y="81066"/>
                </a:lnTo>
                <a:cubicBezTo>
                  <a:pt x="156737" y="84246"/>
                  <a:pt x="158166" y="87747"/>
                  <a:pt x="159060" y="91463"/>
                </a:cubicBezTo>
                <a:lnTo>
                  <a:pt x="194359" y="91463"/>
                </a:lnTo>
                <a:cubicBezTo>
                  <a:pt x="200682" y="91463"/>
                  <a:pt x="205791" y="96572"/>
                  <a:pt x="205791" y="102896"/>
                </a:cubicBezTo>
                <a:cubicBezTo>
                  <a:pt x="205791" y="109220"/>
                  <a:pt x="200682" y="114329"/>
                  <a:pt x="194359" y="114329"/>
                </a:cubicBezTo>
                <a:lnTo>
                  <a:pt x="160060" y="114329"/>
                </a:lnTo>
                <a:lnTo>
                  <a:pt x="160060" y="125761"/>
                </a:lnTo>
                <a:cubicBezTo>
                  <a:pt x="160060" y="126690"/>
                  <a:pt x="160024" y="127655"/>
                  <a:pt x="159989" y="128584"/>
                </a:cubicBezTo>
                <a:lnTo>
                  <a:pt x="189785" y="150914"/>
                </a:lnTo>
                <a:cubicBezTo>
                  <a:pt x="194823" y="154701"/>
                  <a:pt x="195859" y="161882"/>
                  <a:pt x="192072" y="166920"/>
                </a:cubicBezTo>
                <a:cubicBezTo>
                  <a:pt x="188285" y="171957"/>
                  <a:pt x="181104" y="172993"/>
                  <a:pt x="176066" y="169206"/>
                </a:cubicBezTo>
                <a:lnTo>
                  <a:pt x="153522" y="152307"/>
                </a:lnTo>
                <a:cubicBezTo>
                  <a:pt x="145233" y="168099"/>
                  <a:pt x="129763" y="179532"/>
                  <a:pt x="111470" y="182283"/>
                </a:cubicBezTo>
                <a:lnTo>
                  <a:pt x="111470" y="100038"/>
                </a:lnTo>
                <a:cubicBezTo>
                  <a:pt x="111470" y="95286"/>
                  <a:pt x="107648" y="91463"/>
                  <a:pt x="102896" y="91463"/>
                </a:cubicBezTo>
                <a:cubicBezTo>
                  <a:pt x="98144" y="91463"/>
                  <a:pt x="94321" y="95286"/>
                  <a:pt x="94321" y="100038"/>
                </a:cubicBezTo>
                <a:lnTo>
                  <a:pt x="94321" y="182283"/>
                </a:lnTo>
                <a:cubicBezTo>
                  <a:pt x="76029" y="179532"/>
                  <a:pt x="60558" y="168099"/>
                  <a:pt x="52270" y="152307"/>
                </a:cubicBezTo>
                <a:lnTo>
                  <a:pt x="29725" y="169206"/>
                </a:lnTo>
                <a:cubicBezTo>
                  <a:pt x="24688" y="172993"/>
                  <a:pt x="17507" y="171957"/>
                  <a:pt x="13719" y="166920"/>
                </a:cubicBezTo>
                <a:cubicBezTo>
                  <a:pt x="9932" y="161882"/>
                  <a:pt x="10968" y="154701"/>
                  <a:pt x="16006" y="150914"/>
                </a:cubicBezTo>
                <a:lnTo>
                  <a:pt x="45803" y="128584"/>
                </a:lnTo>
                <a:cubicBezTo>
                  <a:pt x="45767" y="127655"/>
                  <a:pt x="45731" y="126726"/>
                  <a:pt x="45731" y="125761"/>
                </a:cubicBezTo>
                <a:lnTo>
                  <a:pt x="45731" y="114329"/>
                </a:lnTo>
                <a:lnTo>
                  <a:pt x="11433" y="114329"/>
                </a:lnTo>
                <a:cubicBezTo>
                  <a:pt x="5109" y="114329"/>
                  <a:pt x="0" y="109220"/>
                  <a:pt x="0" y="102896"/>
                </a:cubicBezTo>
                <a:cubicBezTo>
                  <a:pt x="0" y="96572"/>
                  <a:pt x="5109" y="91463"/>
                  <a:pt x="11433" y="91463"/>
                </a:cubicBezTo>
                <a:lnTo>
                  <a:pt x="46732" y="91463"/>
                </a:lnTo>
                <a:cubicBezTo>
                  <a:pt x="47625" y="87747"/>
                  <a:pt x="49054" y="84246"/>
                  <a:pt x="50948" y="81066"/>
                </a:cubicBezTo>
                <a:lnTo>
                  <a:pt x="16006" y="54878"/>
                </a:lnTo>
                <a:cubicBezTo>
                  <a:pt x="10968" y="51091"/>
                  <a:pt x="9932" y="43909"/>
                  <a:pt x="13719" y="38872"/>
                </a:cubicBezTo>
                <a:cubicBezTo>
                  <a:pt x="17507" y="33834"/>
                  <a:pt x="24688" y="32798"/>
                  <a:pt x="29725" y="36585"/>
                </a:cubicBezTo>
                <a:lnTo>
                  <a:pt x="68597" y="65739"/>
                </a:lnTo>
                <a:cubicBezTo>
                  <a:pt x="72992" y="63917"/>
                  <a:pt x="77815" y="62881"/>
                  <a:pt x="82888" y="62881"/>
                </a:cubicBezTo>
                <a:lnTo>
                  <a:pt x="122903" y="62881"/>
                </a:lnTo>
                <a:cubicBezTo>
                  <a:pt x="127977" y="62881"/>
                  <a:pt x="132800" y="63881"/>
                  <a:pt x="137194" y="65739"/>
                </a:cubicBezTo>
                <a:lnTo>
                  <a:pt x="176066" y="36585"/>
                </a:lnTo>
                <a:cubicBezTo>
                  <a:pt x="181104" y="32798"/>
                  <a:pt x="188285" y="33834"/>
                  <a:pt x="192072" y="3887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914629" y="365851"/>
            <a:ext cx="3658515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spc="58" kern="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Solving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629" y="585362"/>
            <a:ext cx="3749977" cy="365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93" b="1" dirty="0">
                <a:solidFill>
                  <a:srgbClr val="8B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Challenges &amp; Bugs Fixed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144" y="1060969"/>
            <a:ext cx="5643259" cy="1499991"/>
          </a:xfrm>
          <a:custGeom>
            <a:avLst/>
            <a:gdLst/>
            <a:ahLst/>
            <a:cxnLst/>
            <a:rect l="l" t="t" r="r" b="b"/>
            <a:pathLst>
              <a:path w="5643259" h="1499991">
                <a:moveTo>
                  <a:pt x="0" y="0"/>
                </a:moveTo>
                <a:lnTo>
                  <a:pt x="5533504" y="0"/>
                </a:lnTo>
                <a:cubicBezTo>
                  <a:pt x="5594120" y="0"/>
                  <a:pt x="5643259" y="49139"/>
                  <a:pt x="5643259" y="109754"/>
                </a:cubicBezTo>
                <a:lnTo>
                  <a:pt x="5643259" y="1390237"/>
                </a:lnTo>
                <a:cubicBezTo>
                  <a:pt x="5643259" y="1450852"/>
                  <a:pt x="5594120" y="1499991"/>
                  <a:pt x="5533504" y="1499991"/>
                </a:cubicBezTo>
                <a:lnTo>
                  <a:pt x="0" y="1499991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7" name="Shape 5"/>
          <p:cNvSpPr/>
          <p:nvPr/>
        </p:nvSpPr>
        <p:spPr>
          <a:xfrm>
            <a:off x="384144" y="1060969"/>
            <a:ext cx="36585" cy="1499991"/>
          </a:xfrm>
          <a:custGeom>
            <a:avLst/>
            <a:gdLst/>
            <a:ahLst/>
            <a:cxnLst/>
            <a:rect l="l" t="t" r="r" b="b"/>
            <a:pathLst>
              <a:path w="36585" h="1499991">
                <a:moveTo>
                  <a:pt x="0" y="0"/>
                </a:moveTo>
                <a:lnTo>
                  <a:pt x="36585" y="0"/>
                </a:lnTo>
                <a:lnTo>
                  <a:pt x="36585" y="1499991"/>
                </a:lnTo>
                <a:lnTo>
                  <a:pt x="0" y="1499991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" name="Shape 6"/>
          <p:cNvSpPr/>
          <p:nvPr/>
        </p:nvSpPr>
        <p:spPr>
          <a:xfrm>
            <a:off x="512192" y="1170725"/>
            <a:ext cx="365851" cy="365851"/>
          </a:xfrm>
          <a:custGeom>
            <a:avLst/>
            <a:gdLst/>
            <a:ahLst/>
            <a:cxnLst/>
            <a:rect l="l" t="t" r="r" b="b"/>
            <a:pathLst>
              <a:path w="365851" h="365851">
                <a:moveTo>
                  <a:pt x="73170" y="0"/>
                </a:moveTo>
                <a:lnTo>
                  <a:pt x="292681" y="0"/>
                </a:lnTo>
                <a:cubicBezTo>
                  <a:pt x="333092" y="0"/>
                  <a:pt x="365851" y="32759"/>
                  <a:pt x="365851" y="73170"/>
                </a:cubicBezTo>
                <a:lnTo>
                  <a:pt x="365851" y="292681"/>
                </a:lnTo>
                <a:cubicBezTo>
                  <a:pt x="365851" y="333092"/>
                  <a:pt x="333092" y="365851"/>
                  <a:pt x="292681" y="365851"/>
                </a:cubicBezTo>
                <a:lnTo>
                  <a:pt x="73170" y="365851"/>
                </a:lnTo>
                <a:cubicBezTo>
                  <a:pt x="32759" y="365851"/>
                  <a:pt x="0" y="333092"/>
                  <a:pt x="0" y="292681"/>
                </a:cubicBezTo>
                <a:lnTo>
                  <a:pt x="0" y="73170"/>
                </a:lnTo>
                <a:cubicBezTo>
                  <a:pt x="0" y="32787"/>
                  <a:pt x="32787" y="0"/>
                  <a:pt x="7317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9" name="Shape 7"/>
          <p:cNvSpPr/>
          <p:nvPr/>
        </p:nvSpPr>
        <p:spPr>
          <a:xfrm>
            <a:off x="615088" y="1271334"/>
            <a:ext cx="164633" cy="164633"/>
          </a:xfrm>
          <a:custGeom>
            <a:avLst/>
            <a:gdLst/>
            <a:ahLst/>
            <a:cxnLst/>
            <a:rect l="l" t="t" r="r" b="b"/>
            <a:pathLst>
              <a:path w="164633" h="164633">
                <a:moveTo>
                  <a:pt x="82317" y="0"/>
                </a:moveTo>
                <a:cubicBezTo>
                  <a:pt x="87043" y="0"/>
                  <a:pt x="91384" y="2605"/>
                  <a:pt x="93635" y="6753"/>
                </a:cubicBezTo>
                <a:lnTo>
                  <a:pt x="163090" y="135372"/>
                </a:lnTo>
                <a:cubicBezTo>
                  <a:pt x="165244" y="139359"/>
                  <a:pt x="165148" y="144183"/>
                  <a:pt x="162832" y="148073"/>
                </a:cubicBezTo>
                <a:cubicBezTo>
                  <a:pt x="160517" y="151964"/>
                  <a:pt x="156305" y="154344"/>
                  <a:pt x="151771" y="154344"/>
                </a:cubicBezTo>
                <a:lnTo>
                  <a:pt x="12862" y="154344"/>
                </a:lnTo>
                <a:cubicBezTo>
                  <a:pt x="8328" y="154344"/>
                  <a:pt x="4148" y="151964"/>
                  <a:pt x="1801" y="148073"/>
                </a:cubicBezTo>
                <a:cubicBezTo>
                  <a:pt x="-547" y="144183"/>
                  <a:pt x="-611" y="139359"/>
                  <a:pt x="1543" y="135372"/>
                </a:cubicBezTo>
                <a:lnTo>
                  <a:pt x="70998" y="6753"/>
                </a:lnTo>
                <a:cubicBezTo>
                  <a:pt x="73249" y="2605"/>
                  <a:pt x="77590" y="0"/>
                  <a:pt x="82317" y="0"/>
                </a:cubicBezTo>
                <a:close/>
                <a:moveTo>
                  <a:pt x="82317" y="54020"/>
                </a:moveTo>
                <a:cubicBezTo>
                  <a:pt x="78040" y="54020"/>
                  <a:pt x="74599" y="57461"/>
                  <a:pt x="74599" y="61737"/>
                </a:cubicBezTo>
                <a:lnTo>
                  <a:pt x="74599" y="97751"/>
                </a:lnTo>
                <a:cubicBezTo>
                  <a:pt x="74599" y="102028"/>
                  <a:pt x="78040" y="105468"/>
                  <a:pt x="82317" y="105468"/>
                </a:cubicBezTo>
                <a:cubicBezTo>
                  <a:pt x="86593" y="105468"/>
                  <a:pt x="90034" y="102028"/>
                  <a:pt x="90034" y="97751"/>
                </a:cubicBezTo>
                <a:lnTo>
                  <a:pt x="90034" y="61737"/>
                </a:lnTo>
                <a:cubicBezTo>
                  <a:pt x="90034" y="57461"/>
                  <a:pt x="86593" y="54020"/>
                  <a:pt x="82317" y="54020"/>
                </a:cubicBezTo>
                <a:close/>
                <a:moveTo>
                  <a:pt x="90902" y="123475"/>
                </a:moveTo>
                <a:cubicBezTo>
                  <a:pt x="91097" y="120288"/>
                  <a:pt x="89508" y="117256"/>
                  <a:pt x="86776" y="115604"/>
                </a:cubicBezTo>
                <a:cubicBezTo>
                  <a:pt x="84044" y="113951"/>
                  <a:pt x="80621" y="113951"/>
                  <a:pt x="77889" y="115604"/>
                </a:cubicBezTo>
                <a:cubicBezTo>
                  <a:pt x="75157" y="117256"/>
                  <a:pt x="73568" y="120288"/>
                  <a:pt x="73763" y="123475"/>
                </a:cubicBezTo>
                <a:cubicBezTo>
                  <a:pt x="73568" y="126662"/>
                  <a:pt x="75157" y="129694"/>
                  <a:pt x="77889" y="131346"/>
                </a:cubicBezTo>
                <a:cubicBezTo>
                  <a:pt x="80621" y="132999"/>
                  <a:pt x="84044" y="132999"/>
                  <a:pt x="86776" y="131346"/>
                </a:cubicBezTo>
                <a:cubicBezTo>
                  <a:pt x="89508" y="129694"/>
                  <a:pt x="91097" y="126662"/>
                  <a:pt x="90902" y="1234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987799" y="1170725"/>
            <a:ext cx="5012165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6" b="1" dirty="0">
                <a:solidFill>
                  <a:srgbClr val="8B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Dtype Corruption Issue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87799" y="1463406"/>
            <a:ext cx="5003019" cy="475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2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Problem:</a:t>
            </a:r>
            <a:pPr>
              <a:lnSpc>
                <a:spcPct val="140000"/>
              </a:lnSpc>
            </a:pPr>
            <a:r>
              <a:rPr lang="en-US" sz="1152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Data type inconsistencies during preprocessing caused model training failures.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87799" y="1975598"/>
            <a:ext cx="5003019" cy="475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2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Solution:</a:t>
            </a:r>
            <a:pPr>
              <a:lnSpc>
                <a:spcPct val="140000"/>
              </a:lnSpc>
            </a:pPr>
            <a:r>
              <a:rPr lang="en-US" sz="1152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Implemented explicit type casting and validation checks at each pipeline stage.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4144" y="2634131"/>
            <a:ext cx="5643259" cy="1262188"/>
          </a:xfrm>
          <a:custGeom>
            <a:avLst/>
            <a:gdLst/>
            <a:ahLst/>
            <a:cxnLst/>
            <a:rect l="l" t="t" r="r" b="b"/>
            <a:pathLst>
              <a:path w="5643259" h="1262188">
                <a:moveTo>
                  <a:pt x="0" y="0"/>
                </a:moveTo>
                <a:lnTo>
                  <a:pt x="5533499" y="0"/>
                </a:lnTo>
                <a:cubicBezTo>
                  <a:pt x="5594118" y="0"/>
                  <a:pt x="5643259" y="49141"/>
                  <a:pt x="5643259" y="109760"/>
                </a:cubicBezTo>
                <a:lnTo>
                  <a:pt x="5643259" y="1152428"/>
                </a:lnTo>
                <a:cubicBezTo>
                  <a:pt x="5643259" y="1213046"/>
                  <a:pt x="5594118" y="1262188"/>
                  <a:pt x="5533499" y="1262188"/>
                </a:cubicBezTo>
                <a:lnTo>
                  <a:pt x="0" y="1262188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4" name="Shape 12"/>
          <p:cNvSpPr/>
          <p:nvPr/>
        </p:nvSpPr>
        <p:spPr>
          <a:xfrm>
            <a:off x="384144" y="2634131"/>
            <a:ext cx="36585" cy="1262188"/>
          </a:xfrm>
          <a:custGeom>
            <a:avLst/>
            <a:gdLst/>
            <a:ahLst/>
            <a:cxnLst/>
            <a:rect l="l" t="t" r="r" b="b"/>
            <a:pathLst>
              <a:path w="36585" h="1262188">
                <a:moveTo>
                  <a:pt x="0" y="0"/>
                </a:moveTo>
                <a:lnTo>
                  <a:pt x="36585" y="0"/>
                </a:lnTo>
                <a:lnTo>
                  <a:pt x="36585" y="1262188"/>
                </a:lnTo>
                <a:lnTo>
                  <a:pt x="0" y="1262188"/>
                </a:lnTo>
                <a:lnTo>
                  <a:pt x="0" y="0"/>
                </a:ln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15" name="Shape 13"/>
          <p:cNvSpPr/>
          <p:nvPr/>
        </p:nvSpPr>
        <p:spPr>
          <a:xfrm>
            <a:off x="512192" y="2743886"/>
            <a:ext cx="365851" cy="365851"/>
          </a:xfrm>
          <a:custGeom>
            <a:avLst/>
            <a:gdLst/>
            <a:ahLst/>
            <a:cxnLst/>
            <a:rect l="l" t="t" r="r" b="b"/>
            <a:pathLst>
              <a:path w="365851" h="365851">
                <a:moveTo>
                  <a:pt x="73170" y="0"/>
                </a:moveTo>
                <a:lnTo>
                  <a:pt x="292681" y="0"/>
                </a:lnTo>
                <a:cubicBezTo>
                  <a:pt x="333092" y="0"/>
                  <a:pt x="365851" y="32759"/>
                  <a:pt x="365851" y="73170"/>
                </a:cubicBezTo>
                <a:lnTo>
                  <a:pt x="365851" y="292681"/>
                </a:lnTo>
                <a:cubicBezTo>
                  <a:pt x="365851" y="333092"/>
                  <a:pt x="333092" y="365851"/>
                  <a:pt x="292681" y="365851"/>
                </a:cubicBezTo>
                <a:lnTo>
                  <a:pt x="73170" y="365851"/>
                </a:lnTo>
                <a:cubicBezTo>
                  <a:pt x="32759" y="365851"/>
                  <a:pt x="0" y="333092"/>
                  <a:pt x="0" y="292681"/>
                </a:cubicBezTo>
                <a:lnTo>
                  <a:pt x="0" y="73170"/>
                </a:lnTo>
                <a:cubicBezTo>
                  <a:pt x="0" y="32787"/>
                  <a:pt x="32787" y="0"/>
                  <a:pt x="73170" y="0"/>
                </a:cubicBez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16" name="Shape 14"/>
          <p:cNvSpPr/>
          <p:nvPr/>
        </p:nvSpPr>
        <p:spPr>
          <a:xfrm>
            <a:off x="615088" y="2844495"/>
            <a:ext cx="164633" cy="164633"/>
          </a:xfrm>
          <a:custGeom>
            <a:avLst/>
            <a:gdLst/>
            <a:ahLst/>
            <a:cxnLst/>
            <a:rect l="l" t="t" r="r" b="b"/>
            <a:pathLst>
              <a:path w="164633" h="164633">
                <a:moveTo>
                  <a:pt x="82317" y="0"/>
                </a:moveTo>
                <a:cubicBezTo>
                  <a:pt x="83796" y="0"/>
                  <a:pt x="85275" y="322"/>
                  <a:pt x="86625" y="932"/>
                </a:cubicBezTo>
                <a:lnTo>
                  <a:pt x="147205" y="26624"/>
                </a:lnTo>
                <a:cubicBezTo>
                  <a:pt x="154279" y="29615"/>
                  <a:pt x="159553" y="36592"/>
                  <a:pt x="159521" y="45017"/>
                </a:cubicBezTo>
                <a:cubicBezTo>
                  <a:pt x="159360" y="76915"/>
                  <a:pt x="146241" y="135276"/>
                  <a:pt x="90838" y="161804"/>
                </a:cubicBezTo>
                <a:cubicBezTo>
                  <a:pt x="85468" y="164376"/>
                  <a:pt x="79230" y="164376"/>
                  <a:pt x="73860" y="161804"/>
                </a:cubicBezTo>
                <a:cubicBezTo>
                  <a:pt x="18425" y="135276"/>
                  <a:pt x="5338" y="76915"/>
                  <a:pt x="5177" y="45017"/>
                </a:cubicBezTo>
                <a:cubicBezTo>
                  <a:pt x="5145" y="36592"/>
                  <a:pt x="10418" y="29615"/>
                  <a:pt x="17492" y="26624"/>
                </a:cubicBezTo>
                <a:lnTo>
                  <a:pt x="78040" y="932"/>
                </a:lnTo>
                <a:cubicBezTo>
                  <a:pt x="79390" y="322"/>
                  <a:pt x="80837" y="0"/>
                  <a:pt x="82317" y="0"/>
                </a:cubicBezTo>
                <a:close/>
                <a:moveTo>
                  <a:pt x="82317" y="21479"/>
                </a:moveTo>
                <a:lnTo>
                  <a:pt x="82317" y="143057"/>
                </a:lnTo>
                <a:cubicBezTo>
                  <a:pt x="126690" y="121578"/>
                  <a:pt x="138620" y="73988"/>
                  <a:pt x="138909" y="45499"/>
                </a:cubicBezTo>
                <a:lnTo>
                  <a:pt x="82317" y="21512"/>
                </a:lnTo>
                <a:lnTo>
                  <a:pt x="82317" y="2151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987799" y="2743886"/>
            <a:ext cx="5012165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6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Leakage Fix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87799" y="3036567"/>
            <a:ext cx="5003019" cy="475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2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Problem:</a:t>
            </a:r>
            <a:pPr>
              <a:lnSpc>
                <a:spcPct val="140000"/>
              </a:lnSpc>
            </a:pPr>
            <a:r>
              <a:rPr lang="en-US" sz="1152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Initial features included future match data, causing inflated performance metrics.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87799" y="3548759"/>
            <a:ext cx="5003019" cy="237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2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Solution:</a:t>
            </a:r>
            <a:pPr>
              <a:lnSpc>
                <a:spcPct val="140000"/>
              </a:lnSpc>
            </a:pPr>
            <a:r>
              <a:rPr lang="en-US" sz="1152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Implemented </a:t>
            </a:r>
            <a:pPr>
              <a:lnSpc>
                <a:spcPct val="140000"/>
              </a:lnSpc>
            </a:pPr>
            <a:r>
              <a:rPr lang="en-US" sz="1152" dirty="0">
                <a:solidFill>
                  <a:srgbClr val="1E3A8A"/>
                </a:solidFill>
                <a:highlight>
                  <a:srgbClr val="1E3A8A">
                    <a:alpha val="1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shift(1) </a:t>
            </a:r>
            <a:pPr>
              <a:lnSpc>
                <a:spcPct val="140000"/>
              </a:lnSpc>
            </a:pPr>
            <a:r>
              <a:rPr lang="en-US" sz="1152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all rolling features.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4144" y="3969488"/>
            <a:ext cx="5643259" cy="1262188"/>
          </a:xfrm>
          <a:custGeom>
            <a:avLst/>
            <a:gdLst/>
            <a:ahLst/>
            <a:cxnLst/>
            <a:rect l="l" t="t" r="r" b="b"/>
            <a:pathLst>
              <a:path w="5643259" h="1262188">
                <a:moveTo>
                  <a:pt x="0" y="0"/>
                </a:moveTo>
                <a:lnTo>
                  <a:pt x="5533499" y="0"/>
                </a:lnTo>
                <a:cubicBezTo>
                  <a:pt x="5594118" y="0"/>
                  <a:pt x="5643259" y="49141"/>
                  <a:pt x="5643259" y="109760"/>
                </a:cubicBezTo>
                <a:lnTo>
                  <a:pt x="5643259" y="1152428"/>
                </a:lnTo>
                <a:cubicBezTo>
                  <a:pt x="5643259" y="1213046"/>
                  <a:pt x="5594118" y="1262188"/>
                  <a:pt x="5533499" y="1262188"/>
                </a:cubicBezTo>
                <a:lnTo>
                  <a:pt x="0" y="1262188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1" name="Shape 19"/>
          <p:cNvSpPr/>
          <p:nvPr/>
        </p:nvSpPr>
        <p:spPr>
          <a:xfrm>
            <a:off x="384144" y="3969488"/>
            <a:ext cx="36585" cy="1262188"/>
          </a:xfrm>
          <a:custGeom>
            <a:avLst/>
            <a:gdLst/>
            <a:ahLst/>
            <a:cxnLst/>
            <a:rect l="l" t="t" r="r" b="b"/>
            <a:pathLst>
              <a:path w="36585" h="1262188">
                <a:moveTo>
                  <a:pt x="0" y="0"/>
                </a:moveTo>
                <a:lnTo>
                  <a:pt x="36585" y="0"/>
                </a:lnTo>
                <a:lnTo>
                  <a:pt x="36585" y="1262188"/>
                </a:lnTo>
                <a:lnTo>
                  <a:pt x="0" y="1262188"/>
                </a:lnTo>
                <a:lnTo>
                  <a:pt x="0" y="0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2" name="Shape 20"/>
          <p:cNvSpPr/>
          <p:nvPr/>
        </p:nvSpPr>
        <p:spPr>
          <a:xfrm>
            <a:off x="512192" y="4079244"/>
            <a:ext cx="365851" cy="365851"/>
          </a:xfrm>
          <a:custGeom>
            <a:avLst/>
            <a:gdLst/>
            <a:ahLst/>
            <a:cxnLst/>
            <a:rect l="l" t="t" r="r" b="b"/>
            <a:pathLst>
              <a:path w="365851" h="365851">
                <a:moveTo>
                  <a:pt x="73170" y="0"/>
                </a:moveTo>
                <a:lnTo>
                  <a:pt x="292681" y="0"/>
                </a:lnTo>
                <a:cubicBezTo>
                  <a:pt x="333092" y="0"/>
                  <a:pt x="365851" y="32759"/>
                  <a:pt x="365851" y="73170"/>
                </a:cubicBezTo>
                <a:lnTo>
                  <a:pt x="365851" y="292681"/>
                </a:lnTo>
                <a:cubicBezTo>
                  <a:pt x="365851" y="333092"/>
                  <a:pt x="333092" y="365851"/>
                  <a:pt x="292681" y="365851"/>
                </a:cubicBezTo>
                <a:lnTo>
                  <a:pt x="73170" y="365851"/>
                </a:lnTo>
                <a:cubicBezTo>
                  <a:pt x="32759" y="365851"/>
                  <a:pt x="0" y="333092"/>
                  <a:pt x="0" y="292681"/>
                </a:cubicBezTo>
                <a:lnTo>
                  <a:pt x="0" y="73170"/>
                </a:lnTo>
                <a:cubicBezTo>
                  <a:pt x="0" y="32787"/>
                  <a:pt x="32787" y="0"/>
                  <a:pt x="7317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3" name="Shape 21"/>
          <p:cNvSpPr/>
          <p:nvPr/>
        </p:nvSpPr>
        <p:spPr>
          <a:xfrm>
            <a:off x="615088" y="4179853"/>
            <a:ext cx="164633" cy="164633"/>
          </a:xfrm>
          <a:custGeom>
            <a:avLst/>
            <a:gdLst/>
            <a:ahLst/>
            <a:cxnLst/>
            <a:rect l="l" t="t" r="r" b="b"/>
            <a:pathLst>
              <a:path w="164633" h="164633">
                <a:moveTo>
                  <a:pt x="20579" y="30869"/>
                </a:moveTo>
                <a:cubicBezTo>
                  <a:pt x="20579" y="25177"/>
                  <a:pt x="25177" y="20579"/>
                  <a:pt x="30869" y="20579"/>
                </a:cubicBezTo>
                <a:lnTo>
                  <a:pt x="82317" y="20579"/>
                </a:lnTo>
                <a:cubicBezTo>
                  <a:pt x="88008" y="20579"/>
                  <a:pt x="92606" y="25177"/>
                  <a:pt x="92606" y="30869"/>
                </a:cubicBezTo>
                <a:lnTo>
                  <a:pt x="92606" y="123475"/>
                </a:lnTo>
                <a:lnTo>
                  <a:pt x="123475" y="123475"/>
                </a:lnTo>
                <a:lnTo>
                  <a:pt x="123475" y="82317"/>
                </a:lnTo>
                <a:cubicBezTo>
                  <a:pt x="123475" y="76625"/>
                  <a:pt x="128073" y="72027"/>
                  <a:pt x="133764" y="72027"/>
                </a:cubicBezTo>
                <a:lnTo>
                  <a:pt x="154344" y="72027"/>
                </a:lnTo>
                <a:cubicBezTo>
                  <a:pt x="160035" y="72027"/>
                  <a:pt x="164633" y="76625"/>
                  <a:pt x="164633" y="82317"/>
                </a:cubicBezTo>
                <a:cubicBezTo>
                  <a:pt x="164633" y="88008"/>
                  <a:pt x="160035" y="92606"/>
                  <a:pt x="154344" y="92606"/>
                </a:cubicBezTo>
                <a:lnTo>
                  <a:pt x="144054" y="92606"/>
                </a:lnTo>
                <a:lnTo>
                  <a:pt x="144054" y="133764"/>
                </a:lnTo>
                <a:cubicBezTo>
                  <a:pt x="144054" y="139456"/>
                  <a:pt x="139456" y="144054"/>
                  <a:pt x="133764" y="144054"/>
                </a:cubicBezTo>
                <a:lnTo>
                  <a:pt x="82317" y="144054"/>
                </a:lnTo>
                <a:cubicBezTo>
                  <a:pt x="76625" y="144054"/>
                  <a:pt x="72027" y="139456"/>
                  <a:pt x="72027" y="133764"/>
                </a:cubicBezTo>
                <a:lnTo>
                  <a:pt x="72027" y="41158"/>
                </a:lnTo>
                <a:lnTo>
                  <a:pt x="41158" y="41158"/>
                </a:lnTo>
                <a:lnTo>
                  <a:pt x="41158" y="82317"/>
                </a:lnTo>
                <a:cubicBezTo>
                  <a:pt x="41158" y="88008"/>
                  <a:pt x="36560" y="92606"/>
                  <a:pt x="30869" y="92606"/>
                </a:cubicBezTo>
                <a:lnTo>
                  <a:pt x="10290" y="92606"/>
                </a:lnTo>
                <a:cubicBezTo>
                  <a:pt x="4598" y="92606"/>
                  <a:pt x="0" y="88008"/>
                  <a:pt x="0" y="82317"/>
                </a:cubicBezTo>
                <a:cubicBezTo>
                  <a:pt x="0" y="76625"/>
                  <a:pt x="4598" y="72027"/>
                  <a:pt x="10290" y="72027"/>
                </a:cubicBezTo>
                <a:lnTo>
                  <a:pt x="20579" y="72027"/>
                </a:lnTo>
                <a:lnTo>
                  <a:pt x="20579" y="3086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987799" y="4079244"/>
            <a:ext cx="5012165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6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Volatile Noise Smoothing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87799" y="4371925"/>
            <a:ext cx="5003019" cy="237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2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Problem:</a:t>
            </a:r>
            <a:pPr>
              <a:lnSpc>
                <a:spcPct val="140000"/>
              </a:lnSpc>
            </a:pPr>
            <a:r>
              <a:rPr lang="en-US" sz="1152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Single-match outliers caused erratic predictions.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87799" y="4646314"/>
            <a:ext cx="5003019" cy="475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2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Solution:</a:t>
            </a:r>
            <a:pPr>
              <a:lnSpc>
                <a:spcPct val="140000"/>
              </a:lnSpc>
            </a:pPr>
            <a:r>
              <a:rPr lang="en-US" sz="1152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Applied rolling median and exponential smoothing to stabilize features.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88892" y="1060969"/>
            <a:ext cx="5643259" cy="1262188"/>
          </a:xfrm>
          <a:custGeom>
            <a:avLst/>
            <a:gdLst/>
            <a:ahLst/>
            <a:cxnLst/>
            <a:rect l="l" t="t" r="r" b="b"/>
            <a:pathLst>
              <a:path w="5643259" h="1262188">
                <a:moveTo>
                  <a:pt x="0" y="0"/>
                </a:moveTo>
                <a:lnTo>
                  <a:pt x="5533499" y="0"/>
                </a:lnTo>
                <a:cubicBezTo>
                  <a:pt x="5594118" y="0"/>
                  <a:pt x="5643259" y="49141"/>
                  <a:pt x="5643259" y="109760"/>
                </a:cubicBezTo>
                <a:lnTo>
                  <a:pt x="5643259" y="1152428"/>
                </a:lnTo>
                <a:cubicBezTo>
                  <a:pt x="5643259" y="1213046"/>
                  <a:pt x="5594118" y="1262188"/>
                  <a:pt x="5533499" y="1262188"/>
                </a:cubicBezTo>
                <a:lnTo>
                  <a:pt x="0" y="1262188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8" name="Shape 26"/>
          <p:cNvSpPr/>
          <p:nvPr/>
        </p:nvSpPr>
        <p:spPr>
          <a:xfrm>
            <a:off x="6188892" y="1060969"/>
            <a:ext cx="36585" cy="1262188"/>
          </a:xfrm>
          <a:custGeom>
            <a:avLst/>
            <a:gdLst/>
            <a:ahLst/>
            <a:cxnLst/>
            <a:rect l="l" t="t" r="r" b="b"/>
            <a:pathLst>
              <a:path w="36585" h="1262188">
                <a:moveTo>
                  <a:pt x="0" y="0"/>
                </a:moveTo>
                <a:lnTo>
                  <a:pt x="36585" y="0"/>
                </a:lnTo>
                <a:lnTo>
                  <a:pt x="36585" y="1262188"/>
                </a:lnTo>
                <a:lnTo>
                  <a:pt x="0" y="1262188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9" name="Shape 27"/>
          <p:cNvSpPr/>
          <p:nvPr/>
        </p:nvSpPr>
        <p:spPr>
          <a:xfrm>
            <a:off x="6316940" y="1170725"/>
            <a:ext cx="365851" cy="365851"/>
          </a:xfrm>
          <a:custGeom>
            <a:avLst/>
            <a:gdLst/>
            <a:ahLst/>
            <a:cxnLst/>
            <a:rect l="l" t="t" r="r" b="b"/>
            <a:pathLst>
              <a:path w="365851" h="365851">
                <a:moveTo>
                  <a:pt x="73170" y="0"/>
                </a:moveTo>
                <a:lnTo>
                  <a:pt x="292681" y="0"/>
                </a:lnTo>
                <a:cubicBezTo>
                  <a:pt x="333092" y="0"/>
                  <a:pt x="365851" y="32759"/>
                  <a:pt x="365851" y="73170"/>
                </a:cubicBezTo>
                <a:lnTo>
                  <a:pt x="365851" y="292681"/>
                </a:lnTo>
                <a:cubicBezTo>
                  <a:pt x="365851" y="333092"/>
                  <a:pt x="333092" y="365851"/>
                  <a:pt x="292681" y="365851"/>
                </a:cubicBezTo>
                <a:lnTo>
                  <a:pt x="73170" y="365851"/>
                </a:lnTo>
                <a:cubicBezTo>
                  <a:pt x="32759" y="365851"/>
                  <a:pt x="0" y="333092"/>
                  <a:pt x="0" y="292681"/>
                </a:cubicBezTo>
                <a:lnTo>
                  <a:pt x="0" y="73170"/>
                </a:lnTo>
                <a:cubicBezTo>
                  <a:pt x="0" y="32787"/>
                  <a:pt x="32787" y="0"/>
                  <a:pt x="7317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0" name="Shape 28"/>
          <p:cNvSpPr/>
          <p:nvPr/>
        </p:nvSpPr>
        <p:spPr>
          <a:xfrm>
            <a:off x="6419836" y="1271334"/>
            <a:ext cx="164633" cy="164633"/>
          </a:xfrm>
          <a:custGeom>
            <a:avLst/>
            <a:gdLst/>
            <a:ahLst/>
            <a:cxnLst/>
            <a:rect l="l" t="t" r="r" b="b"/>
            <a:pathLst>
              <a:path w="164633" h="164633">
                <a:moveTo>
                  <a:pt x="82317" y="164633"/>
                </a:moveTo>
                <a:cubicBezTo>
                  <a:pt x="127748" y="164633"/>
                  <a:pt x="164633" y="127748"/>
                  <a:pt x="164633" y="82317"/>
                </a:cubicBezTo>
                <a:cubicBezTo>
                  <a:pt x="164633" y="36885"/>
                  <a:pt x="127748" y="0"/>
                  <a:pt x="82317" y="0"/>
                </a:cubicBezTo>
                <a:cubicBezTo>
                  <a:pt x="36885" y="0"/>
                  <a:pt x="0" y="36885"/>
                  <a:pt x="0" y="82317"/>
                </a:cubicBezTo>
                <a:cubicBezTo>
                  <a:pt x="0" y="127748"/>
                  <a:pt x="36885" y="164633"/>
                  <a:pt x="82317" y="164633"/>
                </a:cubicBezTo>
                <a:close/>
                <a:moveTo>
                  <a:pt x="54020" y="74599"/>
                </a:moveTo>
                <a:lnTo>
                  <a:pt x="110613" y="74599"/>
                </a:lnTo>
                <a:cubicBezTo>
                  <a:pt x="114890" y="74599"/>
                  <a:pt x="118330" y="78040"/>
                  <a:pt x="118330" y="82317"/>
                </a:cubicBezTo>
                <a:cubicBezTo>
                  <a:pt x="118330" y="86593"/>
                  <a:pt x="114890" y="90034"/>
                  <a:pt x="110613" y="90034"/>
                </a:cubicBezTo>
                <a:lnTo>
                  <a:pt x="54020" y="90034"/>
                </a:lnTo>
                <a:cubicBezTo>
                  <a:pt x="49744" y="90034"/>
                  <a:pt x="46303" y="86593"/>
                  <a:pt x="46303" y="82317"/>
                </a:cubicBezTo>
                <a:cubicBezTo>
                  <a:pt x="46303" y="78040"/>
                  <a:pt x="49744" y="74599"/>
                  <a:pt x="54020" y="7459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6792547" y="1170725"/>
            <a:ext cx="5012165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6" b="1" dirty="0">
                <a:solidFill>
                  <a:srgbClr val="8B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Negative Predictions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92547" y="1463406"/>
            <a:ext cx="5003019" cy="237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2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Problem:</a:t>
            </a:r>
            <a:pPr>
              <a:lnSpc>
                <a:spcPct val="140000"/>
              </a:lnSpc>
            </a:pPr>
            <a:r>
              <a:rPr lang="en-US" sz="1152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Model occasionally predicted negative runs/wickets.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792547" y="1737794"/>
            <a:ext cx="5003019" cy="475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2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Solution:</a:t>
            </a:r>
            <a:pPr>
              <a:lnSpc>
                <a:spcPct val="140000"/>
              </a:lnSpc>
            </a:pPr>
            <a:r>
              <a:rPr lang="en-US" sz="1152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Implemented post-processing clamp to enforce non-negative predictions.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88892" y="2396327"/>
            <a:ext cx="5643259" cy="1262188"/>
          </a:xfrm>
          <a:custGeom>
            <a:avLst/>
            <a:gdLst/>
            <a:ahLst/>
            <a:cxnLst/>
            <a:rect l="l" t="t" r="r" b="b"/>
            <a:pathLst>
              <a:path w="5643259" h="1262188">
                <a:moveTo>
                  <a:pt x="0" y="0"/>
                </a:moveTo>
                <a:lnTo>
                  <a:pt x="5533499" y="0"/>
                </a:lnTo>
                <a:cubicBezTo>
                  <a:pt x="5594118" y="0"/>
                  <a:pt x="5643259" y="49141"/>
                  <a:pt x="5643259" y="109760"/>
                </a:cubicBezTo>
                <a:lnTo>
                  <a:pt x="5643259" y="1152428"/>
                </a:lnTo>
                <a:cubicBezTo>
                  <a:pt x="5643259" y="1213046"/>
                  <a:pt x="5594118" y="1262188"/>
                  <a:pt x="5533499" y="1262188"/>
                </a:cubicBezTo>
                <a:lnTo>
                  <a:pt x="0" y="1262188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5" name="Shape 33"/>
          <p:cNvSpPr/>
          <p:nvPr/>
        </p:nvSpPr>
        <p:spPr>
          <a:xfrm>
            <a:off x="6188892" y="2396327"/>
            <a:ext cx="36585" cy="1262188"/>
          </a:xfrm>
          <a:custGeom>
            <a:avLst/>
            <a:gdLst/>
            <a:ahLst/>
            <a:cxnLst/>
            <a:rect l="l" t="t" r="r" b="b"/>
            <a:pathLst>
              <a:path w="36585" h="1262188">
                <a:moveTo>
                  <a:pt x="0" y="0"/>
                </a:moveTo>
                <a:lnTo>
                  <a:pt x="36585" y="0"/>
                </a:lnTo>
                <a:lnTo>
                  <a:pt x="36585" y="1262188"/>
                </a:lnTo>
                <a:lnTo>
                  <a:pt x="0" y="1262188"/>
                </a:lnTo>
                <a:lnTo>
                  <a:pt x="0" y="0"/>
                </a:ln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36" name="Shape 34"/>
          <p:cNvSpPr/>
          <p:nvPr/>
        </p:nvSpPr>
        <p:spPr>
          <a:xfrm>
            <a:off x="6316940" y="2506083"/>
            <a:ext cx="365851" cy="365851"/>
          </a:xfrm>
          <a:custGeom>
            <a:avLst/>
            <a:gdLst/>
            <a:ahLst/>
            <a:cxnLst/>
            <a:rect l="l" t="t" r="r" b="b"/>
            <a:pathLst>
              <a:path w="365851" h="365851">
                <a:moveTo>
                  <a:pt x="73170" y="0"/>
                </a:moveTo>
                <a:lnTo>
                  <a:pt x="292681" y="0"/>
                </a:lnTo>
                <a:cubicBezTo>
                  <a:pt x="333092" y="0"/>
                  <a:pt x="365851" y="32759"/>
                  <a:pt x="365851" y="73170"/>
                </a:cubicBezTo>
                <a:lnTo>
                  <a:pt x="365851" y="292681"/>
                </a:lnTo>
                <a:cubicBezTo>
                  <a:pt x="365851" y="333092"/>
                  <a:pt x="333092" y="365851"/>
                  <a:pt x="292681" y="365851"/>
                </a:cubicBezTo>
                <a:lnTo>
                  <a:pt x="73170" y="365851"/>
                </a:lnTo>
                <a:cubicBezTo>
                  <a:pt x="32759" y="365851"/>
                  <a:pt x="0" y="333092"/>
                  <a:pt x="0" y="292681"/>
                </a:cubicBezTo>
                <a:lnTo>
                  <a:pt x="0" y="73170"/>
                </a:lnTo>
                <a:cubicBezTo>
                  <a:pt x="0" y="32787"/>
                  <a:pt x="32787" y="0"/>
                  <a:pt x="73170" y="0"/>
                </a:cubicBez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37" name="Shape 35"/>
          <p:cNvSpPr/>
          <p:nvPr/>
        </p:nvSpPr>
        <p:spPr>
          <a:xfrm>
            <a:off x="6419836" y="2606692"/>
            <a:ext cx="164633" cy="164633"/>
          </a:xfrm>
          <a:custGeom>
            <a:avLst/>
            <a:gdLst/>
            <a:ahLst/>
            <a:cxnLst/>
            <a:rect l="l" t="t" r="r" b="b"/>
            <a:pathLst>
              <a:path w="164633" h="164633">
                <a:moveTo>
                  <a:pt x="12862" y="15434"/>
                </a:moveTo>
                <a:cubicBezTo>
                  <a:pt x="8585" y="15434"/>
                  <a:pt x="5145" y="18875"/>
                  <a:pt x="5145" y="23152"/>
                </a:cubicBezTo>
                <a:lnTo>
                  <a:pt x="5145" y="38586"/>
                </a:lnTo>
                <a:cubicBezTo>
                  <a:pt x="5145" y="42863"/>
                  <a:pt x="8585" y="46303"/>
                  <a:pt x="12862" y="46303"/>
                </a:cubicBezTo>
                <a:lnTo>
                  <a:pt x="28296" y="46303"/>
                </a:lnTo>
                <a:cubicBezTo>
                  <a:pt x="32573" y="46303"/>
                  <a:pt x="36014" y="42863"/>
                  <a:pt x="36014" y="38586"/>
                </a:cubicBezTo>
                <a:lnTo>
                  <a:pt x="36014" y="23152"/>
                </a:lnTo>
                <a:cubicBezTo>
                  <a:pt x="36014" y="18875"/>
                  <a:pt x="32573" y="15434"/>
                  <a:pt x="28296" y="15434"/>
                </a:cubicBezTo>
                <a:lnTo>
                  <a:pt x="12862" y="15434"/>
                </a:lnTo>
                <a:close/>
                <a:moveTo>
                  <a:pt x="61737" y="20579"/>
                </a:moveTo>
                <a:cubicBezTo>
                  <a:pt x="56046" y="20579"/>
                  <a:pt x="51448" y="25177"/>
                  <a:pt x="51448" y="30869"/>
                </a:cubicBezTo>
                <a:cubicBezTo>
                  <a:pt x="51448" y="36560"/>
                  <a:pt x="56046" y="41158"/>
                  <a:pt x="61737" y="41158"/>
                </a:cubicBezTo>
                <a:lnTo>
                  <a:pt x="154344" y="41158"/>
                </a:lnTo>
                <a:cubicBezTo>
                  <a:pt x="160035" y="41158"/>
                  <a:pt x="164633" y="36560"/>
                  <a:pt x="164633" y="30869"/>
                </a:cubicBezTo>
                <a:cubicBezTo>
                  <a:pt x="164633" y="25177"/>
                  <a:pt x="160035" y="20579"/>
                  <a:pt x="154344" y="20579"/>
                </a:cubicBezTo>
                <a:lnTo>
                  <a:pt x="61737" y="20579"/>
                </a:lnTo>
                <a:close/>
                <a:moveTo>
                  <a:pt x="61737" y="72027"/>
                </a:moveTo>
                <a:cubicBezTo>
                  <a:pt x="56046" y="72027"/>
                  <a:pt x="51448" y="76625"/>
                  <a:pt x="51448" y="82317"/>
                </a:cubicBezTo>
                <a:cubicBezTo>
                  <a:pt x="51448" y="88008"/>
                  <a:pt x="56046" y="92606"/>
                  <a:pt x="61737" y="92606"/>
                </a:cubicBezTo>
                <a:lnTo>
                  <a:pt x="154344" y="92606"/>
                </a:lnTo>
                <a:cubicBezTo>
                  <a:pt x="160035" y="92606"/>
                  <a:pt x="164633" y="88008"/>
                  <a:pt x="164633" y="82317"/>
                </a:cubicBezTo>
                <a:cubicBezTo>
                  <a:pt x="164633" y="76625"/>
                  <a:pt x="160035" y="72027"/>
                  <a:pt x="154344" y="72027"/>
                </a:cubicBezTo>
                <a:lnTo>
                  <a:pt x="61737" y="72027"/>
                </a:lnTo>
                <a:close/>
                <a:moveTo>
                  <a:pt x="61737" y="123475"/>
                </a:moveTo>
                <a:cubicBezTo>
                  <a:pt x="56046" y="123475"/>
                  <a:pt x="51448" y="128073"/>
                  <a:pt x="51448" y="133764"/>
                </a:cubicBezTo>
                <a:cubicBezTo>
                  <a:pt x="51448" y="139456"/>
                  <a:pt x="56046" y="144054"/>
                  <a:pt x="61737" y="144054"/>
                </a:cubicBezTo>
                <a:lnTo>
                  <a:pt x="154344" y="144054"/>
                </a:lnTo>
                <a:cubicBezTo>
                  <a:pt x="160035" y="144054"/>
                  <a:pt x="164633" y="139456"/>
                  <a:pt x="164633" y="133764"/>
                </a:cubicBezTo>
                <a:cubicBezTo>
                  <a:pt x="164633" y="128073"/>
                  <a:pt x="160035" y="123475"/>
                  <a:pt x="154344" y="123475"/>
                </a:cubicBezTo>
                <a:lnTo>
                  <a:pt x="61737" y="123475"/>
                </a:lnTo>
                <a:close/>
                <a:moveTo>
                  <a:pt x="5145" y="74599"/>
                </a:moveTo>
                <a:lnTo>
                  <a:pt x="5145" y="90034"/>
                </a:lnTo>
                <a:cubicBezTo>
                  <a:pt x="5145" y="94310"/>
                  <a:pt x="8585" y="97751"/>
                  <a:pt x="12862" y="97751"/>
                </a:cubicBezTo>
                <a:lnTo>
                  <a:pt x="28296" y="97751"/>
                </a:lnTo>
                <a:cubicBezTo>
                  <a:pt x="32573" y="97751"/>
                  <a:pt x="36014" y="94310"/>
                  <a:pt x="36014" y="90034"/>
                </a:cubicBezTo>
                <a:lnTo>
                  <a:pt x="36014" y="74599"/>
                </a:lnTo>
                <a:cubicBezTo>
                  <a:pt x="36014" y="70323"/>
                  <a:pt x="32573" y="66882"/>
                  <a:pt x="28296" y="66882"/>
                </a:cubicBezTo>
                <a:lnTo>
                  <a:pt x="12862" y="66882"/>
                </a:lnTo>
                <a:cubicBezTo>
                  <a:pt x="8585" y="66882"/>
                  <a:pt x="5145" y="70323"/>
                  <a:pt x="5145" y="74599"/>
                </a:cubicBezTo>
                <a:close/>
                <a:moveTo>
                  <a:pt x="12862" y="118330"/>
                </a:moveTo>
                <a:cubicBezTo>
                  <a:pt x="8585" y="118330"/>
                  <a:pt x="5145" y="121771"/>
                  <a:pt x="5145" y="126047"/>
                </a:cubicBezTo>
                <a:lnTo>
                  <a:pt x="5145" y="141482"/>
                </a:lnTo>
                <a:cubicBezTo>
                  <a:pt x="5145" y="145758"/>
                  <a:pt x="8585" y="149199"/>
                  <a:pt x="12862" y="149199"/>
                </a:cubicBezTo>
                <a:lnTo>
                  <a:pt x="28296" y="149199"/>
                </a:lnTo>
                <a:cubicBezTo>
                  <a:pt x="32573" y="149199"/>
                  <a:pt x="36014" y="145758"/>
                  <a:pt x="36014" y="141482"/>
                </a:cubicBezTo>
                <a:lnTo>
                  <a:pt x="36014" y="126047"/>
                </a:lnTo>
                <a:cubicBezTo>
                  <a:pt x="36014" y="121771"/>
                  <a:pt x="32573" y="118330"/>
                  <a:pt x="28296" y="118330"/>
                </a:cubicBezTo>
                <a:lnTo>
                  <a:pt x="12862" y="11833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6792547" y="2506083"/>
            <a:ext cx="5012165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6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Dropdown Cleanup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792547" y="2798764"/>
            <a:ext cx="5003019" cy="237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2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Problem:</a:t>
            </a:r>
            <a:pPr>
              <a:lnSpc>
                <a:spcPct val="140000"/>
              </a:lnSpc>
            </a:pPr>
            <a:r>
              <a:rPr lang="en-US" sz="1152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Player dropdowns contained duplicates and inactive players.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792547" y="3073152"/>
            <a:ext cx="5003019" cy="475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2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Solution:</a:t>
            </a:r>
            <a:pPr>
              <a:lnSpc>
                <a:spcPct val="140000"/>
              </a:lnSpc>
            </a:pPr>
            <a:r>
              <a:rPr lang="en-US" sz="1152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Filtered active players with minimum match threshold, sorted alphabetically.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70599" y="3731685"/>
            <a:ext cx="5661551" cy="1719502"/>
          </a:xfrm>
          <a:custGeom>
            <a:avLst/>
            <a:gdLst/>
            <a:ahLst/>
            <a:cxnLst/>
            <a:rect l="l" t="t" r="r" b="b"/>
            <a:pathLst>
              <a:path w="5661551" h="1719502">
                <a:moveTo>
                  <a:pt x="146347" y="0"/>
                </a:moveTo>
                <a:lnTo>
                  <a:pt x="5515205" y="0"/>
                </a:lnTo>
                <a:cubicBezTo>
                  <a:pt x="5595976" y="0"/>
                  <a:pt x="5661551" y="65576"/>
                  <a:pt x="5661551" y="146347"/>
                </a:cubicBezTo>
                <a:lnTo>
                  <a:pt x="5661551" y="1573155"/>
                </a:lnTo>
                <a:cubicBezTo>
                  <a:pt x="5661551" y="1653980"/>
                  <a:pt x="5596030" y="1719502"/>
                  <a:pt x="5515205" y="1719502"/>
                </a:cubicBezTo>
                <a:lnTo>
                  <a:pt x="146347" y="1719502"/>
                </a:lnTo>
                <a:cubicBezTo>
                  <a:pt x="65576" y="1719502"/>
                  <a:pt x="0" y="1653926"/>
                  <a:pt x="0" y="1573155"/>
                </a:cubicBezTo>
                <a:lnTo>
                  <a:pt x="0" y="146347"/>
                </a:lnTo>
                <a:cubicBezTo>
                  <a:pt x="0" y="65576"/>
                  <a:pt x="65576" y="0"/>
                  <a:pt x="146347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8A"/>
              </a:gs>
              <a:gs pos="100000">
                <a:srgbClr val="3B82F6"/>
              </a:gs>
            </a:gsLst>
            <a:lin ang="2700000" scaled="1"/>
          </a:gradFill>
          <a:ln/>
        </p:spPr>
      </p:sp>
      <p:sp>
        <p:nvSpPr>
          <p:cNvPr id="42" name="Shape 40"/>
          <p:cNvSpPr/>
          <p:nvPr/>
        </p:nvSpPr>
        <p:spPr>
          <a:xfrm>
            <a:off x="6280355" y="3841440"/>
            <a:ext cx="439022" cy="439022"/>
          </a:xfrm>
          <a:custGeom>
            <a:avLst/>
            <a:gdLst/>
            <a:ahLst/>
            <a:cxnLst/>
            <a:rect l="l" t="t" r="r" b="b"/>
            <a:pathLst>
              <a:path w="439022" h="439022">
                <a:moveTo>
                  <a:pt x="109755" y="0"/>
                </a:moveTo>
                <a:lnTo>
                  <a:pt x="329266" y="0"/>
                </a:lnTo>
                <a:cubicBezTo>
                  <a:pt x="389842" y="0"/>
                  <a:pt x="439022" y="49180"/>
                  <a:pt x="439022" y="109755"/>
                </a:cubicBezTo>
                <a:lnTo>
                  <a:pt x="439022" y="329266"/>
                </a:lnTo>
                <a:cubicBezTo>
                  <a:pt x="439022" y="389842"/>
                  <a:pt x="389842" y="439022"/>
                  <a:pt x="329266" y="439022"/>
                </a:cubicBezTo>
                <a:lnTo>
                  <a:pt x="109755" y="439022"/>
                </a:lnTo>
                <a:cubicBezTo>
                  <a:pt x="49180" y="439022"/>
                  <a:pt x="0" y="389842"/>
                  <a:pt x="0" y="329266"/>
                </a:cubicBezTo>
                <a:lnTo>
                  <a:pt x="0" y="109755"/>
                </a:lnTo>
                <a:cubicBezTo>
                  <a:pt x="0" y="49180"/>
                  <a:pt x="49180" y="0"/>
                  <a:pt x="109755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396970" y="3969488"/>
            <a:ext cx="205791" cy="182926"/>
          </a:xfrm>
          <a:custGeom>
            <a:avLst/>
            <a:gdLst/>
            <a:ahLst/>
            <a:cxnLst/>
            <a:rect l="l" t="t" r="r" b="b"/>
            <a:pathLst>
              <a:path w="205791" h="182926">
                <a:moveTo>
                  <a:pt x="80066" y="34692"/>
                </a:moveTo>
                <a:lnTo>
                  <a:pt x="80066" y="52413"/>
                </a:lnTo>
                <a:lnTo>
                  <a:pt x="80244" y="52591"/>
                </a:lnTo>
                <a:cubicBezTo>
                  <a:pt x="82567" y="23152"/>
                  <a:pt x="107183" y="0"/>
                  <a:pt x="137230" y="0"/>
                </a:cubicBezTo>
                <a:cubicBezTo>
                  <a:pt x="144411" y="0"/>
                  <a:pt x="151307" y="1322"/>
                  <a:pt x="157631" y="3751"/>
                </a:cubicBezTo>
                <a:cubicBezTo>
                  <a:pt x="161203" y="5109"/>
                  <a:pt x="161846" y="9646"/>
                  <a:pt x="159167" y="12362"/>
                </a:cubicBezTo>
                <a:lnTo>
                  <a:pt x="127476" y="44052"/>
                </a:lnTo>
                <a:cubicBezTo>
                  <a:pt x="126405" y="45124"/>
                  <a:pt x="125797" y="46589"/>
                  <a:pt x="125797" y="48089"/>
                </a:cubicBezTo>
                <a:lnTo>
                  <a:pt x="125797" y="62881"/>
                </a:lnTo>
                <a:cubicBezTo>
                  <a:pt x="125797" y="66025"/>
                  <a:pt x="128370" y="68597"/>
                  <a:pt x="131514" y="68597"/>
                </a:cubicBezTo>
                <a:lnTo>
                  <a:pt x="146305" y="68597"/>
                </a:lnTo>
                <a:cubicBezTo>
                  <a:pt x="147805" y="68597"/>
                  <a:pt x="149270" y="67990"/>
                  <a:pt x="150342" y="66918"/>
                </a:cubicBezTo>
                <a:lnTo>
                  <a:pt x="182033" y="35227"/>
                </a:lnTo>
                <a:cubicBezTo>
                  <a:pt x="184748" y="32512"/>
                  <a:pt x="189285" y="33191"/>
                  <a:pt x="190643" y="36764"/>
                </a:cubicBezTo>
                <a:cubicBezTo>
                  <a:pt x="193072" y="43088"/>
                  <a:pt x="194394" y="49983"/>
                  <a:pt x="194394" y="57164"/>
                </a:cubicBezTo>
                <a:cubicBezTo>
                  <a:pt x="194394" y="78815"/>
                  <a:pt x="182354" y="97679"/>
                  <a:pt x="164562" y="107362"/>
                </a:cubicBezTo>
                <a:lnTo>
                  <a:pt x="193680" y="136480"/>
                </a:lnTo>
                <a:cubicBezTo>
                  <a:pt x="200361" y="143161"/>
                  <a:pt x="200361" y="154022"/>
                  <a:pt x="193680" y="160739"/>
                </a:cubicBezTo>
                <a:lnTo>
                  <a:pt x="172207" y="182211"/>
                </a:lnTo>
                <a:cubicBezTo>
                  <a:pt x="165526" y="188892"/>
                  <a:pt x="154665" y="188892"/>
                  <a:pt x="147948" y="182211"/>
                </a:cubicBezTo>
                <a:lnTo>
                  <a:pt x="102931" y="137194"/>
                </a:lnTo>
                <a:cubicBezTo>
                  <a:pt x="93142" y="127405"/>
                  <a:pt x="90927" y="112935"/>
                  <a:pt x="96322" y="101002"/>
                </a:cubicBezTo>
                <a:lnTo>
                  <a:pt x="63917" y="68597"/>
                </a:lnTo>
                <a:lnTo>
                  <a:pt x="46196" y="68597"/>
                </a:lnTo>
                <a:cubicBezTo>
                  <a:pt x="42373" y="68597"/>
                  <a:pt x="38800" y="66704"/>
                  <a:pt x="36692" y="63524"/>
                </a:cubicBezTo>
                <a:lnTo>
                  <a:pt x="8360" y="21044"/>
                </a:lnTo>
                <a:cubicBezTo>
                  <a:pt x="6860" y="18793"/>
                  <a:pt x="7146" y="15756"/>
                  <a:pt x="9075" y="13827"/>
                </a:cubicBezTo>
                <a:lnTo>
                  <a:pt x="25295" y="-2394"/>
                </a:lnTo>
                <a:cubicBezTo>
                  <a:pt x="27224" y="-4323"/>
                  <a:pt x="30226" y="-4609"/>
                  <a:pt x="32512" y="-3108"/>
                </a:cubicBezTo>
                <a:lnTo>
                  <a:pt x="74992" y="25188"/>
                </a:lnTo>
                <a:cubicBezTo>
                  <a:pt x="78172" y="27296"/>
                  <a:pt x="80066" y="30869"/>
                  <a:pt x="80066" y="34692"/>
                </a:cubicBezTo>
                <a:close/>
                <a:moveTo>
                  <a:pt x="77029" y="105968"/>
                </a:moveTo>
                <a:cubicBezTo>
                  <a:pt x="74778" y="119188"/>
                  <a:pt x="77886" y="133157"/>
                  <a:pt x="86461" y="144340"/>
                </a:cubicBezTo>
                <a:lnTo>
                  <a:pt x="52520" y="178245"/>
                </a:lnTo>
                <a:cubicBezTo>
                  <a:pt x="42480" y="188285"/>
                  <a:pt x="26188" y="188285"/>
                  <a:pt x="16149" y="178245"/>
                </a:cubicBezTo>
                <a:cubicBezTo>
                  <a:pt x="6109" y="168206"/>
                  <a:pt x="6109" y="151914"/>
                  <a:pt x="16149" y="141875"/>
                </a:cubicBezTo>
                <a:lnTo>
                  <a:pt x="64524" y="93499"/>
                </a:lnTo>
                <a:lnTo>
                  <a:pt x="77029" y="10600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6829132" y="3932903"/>
            <a:ext cx="1454260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Lessons Learned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298647" y="4390218"/>
            <a:ext cx="146341" cy="146341"/>
          </a:xfrm>
          <a:custGeom>
            <a:avLst/>
            <a:gdLst/>
            <a:ahLst/>
            <a:cxnLst/>
            <a:rect l="l" t="t" r="r" b="b"/>
            <a:pathLst>
              <a:path w="146341" h="146341">
                <a:moveTo>
                  <a:pt x="73170" y="146341"/>
                </a:moveTo>
                <a:cubicBezTo>
                  <a:pt x="113554" y="146341"/>
                  <a:pt x="146341" y="113554"/>
                  <a:pt x="146341" y="73170"/>
                </a:cubicBezTo>
                <a:cubicBezTo>
                  <a:pt x="146341" y="32787"/>
                  <a:pt x="113554" y="0"/>
                  <a:pt x="73170" y="0"/>
                </a:cubicBezTo>
                <a:cubicBezTo>
                  <a:pt x="32787" y="0"/>
                  <a:pt x="0" y="32787"/>
                  <a:pt x="0" y="73170"/>
                </a:cubicBezTo>
                <a:cubicBezTo>
                  <a:pt x="0" y="113554"/>
                  <a:pt x="32787" y="146341"/>
                  <a:pt x="73170" y="146341"/>
                </a:cubicBezTo>
                <a:close/>
                <a:moveTo>
                  <a:pt x="97294" y="60794"/>
                </a:moveTo>
                <a:lnTo>
                  <a:pt x="74428" y="97379"/>
                </a:lnTo>
                <a:cubicBezTo>
                  <a:pt x="73227" y="99294"/>
                  <a:pt x="71170" y="100495"/>
                  <a:pt x="68912" y="100609"/>
                </a:cubicBezTo>
                <a:cubicBezTo>
                  <a:pt x="66654" y="100723"/>
                  <a:pt x="64481" y="99695"/>
                  <a:pt x="63138" y="97865"/>
                </a:cubicBezTo>
                <a:lnTo>
                  <a:pt x="49419" y="79573"/>
                </a:lnTo>
                <a:cubicBezTo>
                  <a:pt x="47132" y="76543"/>
                  <a:pt x="47761" y="72256"/>
                  <a:pt x="50790" y="69969"/>
                </a:cubicBezTo>
                <a:cubicBezTo>
                  <a:pt x="53820" y="67683"/>
                  <a:pt x="58108" y="68311"/>
                  <a:pt x="60394" y="71341"/>
                </a:cubicBezTo>
                <a:lnTo>
                  <a:pt x="68111" y="81631"/>
                </a:lnTo>
                <a:lnTo>
                  <a:pt x="85661" y="53534"/>
                </a:lnTo>
                <a:cubicBezTo>
                  <a:pt x="87661" y="50333"/>
                  <a:pt x="91892" y="49333"/>
                  <a:pt x="95121" y="51362"/>
                </a:cubicBezTo>
                <a:cubicBezTo>
                  <a:pt x="98351" y="53391"/>
                  <a:pt x="99323" y="57593"/>
                  <a:pt x="97294" y="60823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6" name="Text 44"/>
          <p:cNvSpPr/>
          <p:nvPr/>
        </p:nvSpPr>
        <p:spPr>
          <a:xfrm>
            <a:off x="6536451" y="4353632"/>
            <a:ext cx="1609746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validation is critical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298647" y="4646314"/>
            <a:ext cx="146341" cy="146341"/>
          </a:xfrm>
          <a:custGeom>
            <a:avLst/>
            <a:gdLst/>
            <a:ahLst/>
            <a:cxnLst/>
            <a:rect l="l" t="t" r="r" b="b"/>
            <a:pathLst>
              <a:path w="146341" h="146341">
                <a:moveTo>
                  <a:pt x="73170" y="146341"/>
                </a:moveTo>
                <a:cubicBezTo>
                  <a:pt x="113554" y="146341"/>
                  <a:pt x="146341" y="113554"/>
                  <a:pt x="146341" y="73170"/>
                </a:cubicBezTo>
                <a:cubicBezTo>
                  <a:pt x="146341" y="32787"/>
                  <a:pt x="113554" y="0"/>
                  <a:pt x="73170" y="0"/>
                </a:cubicBezTo>
                <a:cubicBezTo>
                  <a:pt x="32787" y="0"/>
                  <a:pt x="0" y="32787"/>
                  <a:pt x="0" y="73170"/>
                </a:cubicBezTo>
                <a:cubicBezTo>
                  <a:pt x="0" y="113554"/>
                  <a:pt x="32787" y="146341"/>
                  <a:pt x="73170" y="146341"/>
                </a:cubicBezTo>
                <a:close/>
                <a:moveTo>
                  <a:pt x="97294" y="60794"/>
                </a:moveTo>
                <a:lnTo>
                  <a:pt x="74428" y="97379"/>
                </a:lnTo>
                <a:cubicBezTo>
                  <a:pt x="73227" y="99294"/>
                  <a:pt x="71170" y="100495"/>
                  <a:pt x="68912" y="100609"/>
                </a:cubicBezTo>
                <a:cubicBezTo>
                  <a:pt x="66654" y="100723"/>
                  <a:pt x="64481" y="99695"/>
                  <a:pt x="63138" y="97865"/>
                </a:cubicBezTo>
                <a:lnTo>
                  <a:pt x="49419" y="79573"/>
                </a:lnTo>
                <a:cubicBezTo>
                  <a:pt x="47132" y="76543"/>
                  <a:pt x="47761" y="72256"/>
                  <a:pt x="50790" y="69969"/>
                </a:cubicBezTo>
                <a:cubicBezTo>
                  <a:pt x="53820" y="67683"/>
                  <a:pt x="58108" y="68311"/>
                  <a:pt x="60394" y="71341"/>
                </a:cubicBezTo>
                <a:lnTo>
                  <a:pt x="68111" y="81631"/>
                </a:lnTo>
                <a:lnTo>
                  <a:pt x="85661" y="53534"/>
                </a:lnTo>
                <a:cubicBezTo>
                  <a:pt x="87661" y="50333"/>
                  <a:pt x="91892" y="49333"/>
                  <a:pt x="95121" y="51362"/>
                </a:cubicBezTo>
                <a:cubicBezTo>
                  <a:pt x="98351" y="53391"/>
                  <a:pt x="99323" y="57593"/>
                  <a:pt x="97294" y="60823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8" name="Text 46"/>
          <p:cNvSpPr/>
          <p:nvPr/>
        </p:nvSpPr>
        <p:spPr>
          <a:xfrm>
            <a:off x="6536451" y="4609728"/>
            <a:ext cx="2048768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Leak-free features are essential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298647" y="4902410"/>
            <a:ext cx="146341" cy="146341"/>
          </a:xfrm>
          <a:custGeom>
            <a:avLst/>
            <a:gdLst/>
            <a:ahLst/>
            <a:cxnLst/>
            <a:rect l="l" t="t" r="r" b="b"/>
            <a:pathLst>
              <a:path w="146341" h="146341">
                <a:moveTo>
                  <a:pt x="73170" y="146341"/>
                </a:moveTo>
                <a:cubicBezTo>
                  <a:pt x="113554" y="146341"/>
                  <a:pt x="146341" y="113554"/>
                  <a:pt x="146341" y="73170"/>
                </a:cubicBezTo>
                <a:cubicBezTo>
                  <a:pt x="146341" y="32787"/>
                  <a:pt x="113554" y="0"/>
                  <a:pt x="73170" y="0"/>
                </a:cubicBezTo>
                <a:cubicBezTo>
                  <a:pt x="32787" y="0"/>
                  <a:pt x="0" y="32787"/>
                  <a:pt x="0" y="73170"/>
                </a:cubicBezTo>
                <a:cubicBezTo>
                  <a:pt x="0" y="113554"/>
                  <a:pt x="32787" y="146341"/>
                  <a:pt x="73170" y="146341"/>
                </a:cubicBezTo>
                <a:close/>
                <a:moveTo>
                  <a:pt x="97294" y="60794"/>
                </a:moveTo>
                <a:lnTo>
                  <a:pt x="74428" y="97379"/>
                </a:lnTo>
                <a:cubicBezTo>
                  <a:pt x="73227" y="99294"/>
                  <a:pt x="71170" y="100495"/>
                  <a:pt x="68912" y="100609"/>
                </a:cubicBezTo>
                <a:cubicBezTo>
                  <a:pt x="66654" y="100723"/>
                  <a:pt x="64481" y="99695"/>
                  <a:pt x="63138" y="97865"/>
                </a:cubicBezTo>
                <a:lnTo>
                  <a:pt x="49419" y="79573"/>
                </a:lnTo>
                <a:cubicBezTo>
                  <a:pt x="47132" y="76543"/>
                  <a:pt x="47761" y="72256"/>
                  <a:pt x="50790" y="69969"/>
                </a:cubicBezTo>
                <a:cubicBezTo>
                  <a:pt x="53820" y="67683"/>
                  <a:pt x="58108" y="68311"/>
                  <a:pt x="60394" y="71341"/>
                </a:cubicBezTo>
                <a:lnTo>
                  <a:pt x="68111" y="81631"/>
                </a:lnTo>
                <a:lnTo>
                  <a:pt x="85661" y="53534"/>
                </a:lnTo>
                <a:cubicBezTo>
                  <a:pt x="87661" y="50333"/>
                  <a:pt x="91892" y="49333"/>
                  <a:pt x="95121" y="51362"/>
                </a:cubicBezTo>
                <a:cubicBezTo>
                  <a:pt x="98351" y="53391"/>
                  <a:pt x="99323" y="57593"/>
                  <a:pt x="97294" y="60823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0" name="Text 48"/>
          <p:cNvSpPr/>
          <p:nvPr/>
        </p:nvSpPr>
        <p:spPr>
          <a:xfrm>
            <a:off x="6536451" y="4865824"/>
            <a:ext cx="1911574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Smoothing improves stability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298647" y="5158506"/>
            <a:ext cx="146341" cy="146341"/>
          </a:xfrm>
          <a:custGeom>
            <a:avLst/>
            <a:gdLst/>
            <a:ahLst/>
            <a:cxnLst/>
            <a:rect l="l" t="t" r="r" b="b"/>
            <a:pathLst>
              <a:path w="146341" h="146341">
                <a:moveTo>
                  <a:pt x="73170" y="146341"/>
                </a:moveTo>
                <a:cubicBezTo>
                  <a:pt x="113554" y="146341"/>
                  <a:pt x="146341" y="113554"/>
                  <a:pt x="146341" y="73170"/>
                </a:cubicBezTo>
                <a:cubicBezTo>
                  <a:pt x="146341" y="32787"/>
                  <a:pt x="113554" y="0"/>
                  <a:pt x="73170" y="0"/>
                </a:cubicBezTo>
                <a:cubicBezTo>
                  <a:pt x="32787" y="0"/>
                  <a:pt x="0" y="32787"/>
                  <a:pt x="0" y="73170"/>
                </a:cubicBezTo>
                <a:cubicBezTo>
                  <a:pt x="0" y="113554"/>
                  <a:pt x="32787" y="146341"/>
                  <a:pt x="73170" y="146341"/>
                </a:cubicBezTo>
                <a:close/>
                <a:moveTo>
                  <a:pt x="97294" y="60794"/>
                </a:moveTo>
                <a:lnTo>
                  <a:pt x="74428" y="97379"/>
                </a:lnTo>
                <a:cubicBezTo>
                  <a:pt x="73227" y="99294"/>
                  <a:pt x="71170" y="100495"/>
                  <a:pt x="68912" y="100609"/>
                </a:cubicBezTo>
                <a:cubicBezTo>
                  <a:pt x="66654" y="100723"/>
                  <a:pt x="64481" y="99695"/>
                  <a:pt x="63138" y="97865"/>
                </a:cubicBezTo>
                <a:lnTo>
                  <a:pt x="49419" y="79573"/>
                </a:lnTo>
                <a:cubicBezTo>
                  <a:pt x="47132" y="76543"/>
                  <a:pt x="47761" y="72256"/>
                  <a:pt x="50790" y="69969"/>
                </a:cubicBezTo>
                <a:cubicBezTo>
                  <a:pt x="53820" y="67683"/>
                  <a:pt x="58108" y="68311"/>
                  <a:pt x="60394" y="71341"/>
                </a:cubicBezTo>
                <a:lnTo>
                  <a:pt x="68111" y="81631"/>
                </a:lnTo>
                <a:lnTo>
                  <a:pt x="85661" y="53534"/>
                </a:lnTo>
                <a:cubicBezTo>
                  <a:pt x="87661" y="50333"/>
                  <a:pt x="91892" y="49333"/>
                  <a:pt x="95121" y="51362"/>
                </a:cubicBezTo>
                <a:cubicBezTo>
                  <a:pt x="98351" y="53391"/>
                  <a:pt x="99323" y="57593"/>
                  <a:pt x="97294" y="60823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2" name="Text 50"/>
          <p:cNvSpPr/>
          <p:nvPr/>
        </p:nvSpPr>
        <p:spPr>
          <a:xfrm>
            <a:off x="6536451" y="5121920"/>
            <a:ext cx="1170725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UX details matter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70425" y="5565515"/>
            <a:ext cx="2167670" cy="923775"/>
          </a:xfrm>
          <a:custGeom>
            <a:avLst/>
            <a:gdLst/>
            <a:ahLst/>
            <a:cxnLst/>
            <a:rect l="l" t="t" r="r" b="b"/>
            <a:pathLst>
              <a:path w="2167670" h="923775">
                <a:moveTo>
                  <a:pt x="109754" y="0"/>
                </a:moveTo>
                <a:lnTo>
                  <a:pt x="2057916" y="0"/>
                </a:lnTo>
                <a:cubicBezTo>
                  <a:pt x="2118532" y="0"/>
                  <a:pt x="2167670" y="49138"/>
                  <a:pt x="2167670" y="109754"/>
                </a:cubicBezTo>
                <a:lnTo>
                  <a:pt x="2167670" y="814021"/>
                </a:lnTo>
                <a:cubicBezTo>
                  <a:pt x="2167670" y="874637"/>
                  <a:pt x="2118532" y="923775"/>
                  <a:pt x="2057916" y="923775"/>
                </a:cubicBezTo>
                <a:lnTo>
                  <a:pt x="109754" y="923775"/>
                </a:lnTo>
                <a:cubicBezTo>
                  <a:pt x="49138" y="923775"/>
                  <a:pt x="0" y="874637"/>
                  <a:pt x="0" y="814021"/>
                </a:cubicBezTo>
                <a:lnTo>
                  <a:pt x="0" y="109754"/>
                </a:lnTo>
                <a:cubicBezTo>
                  <a:pt x="0" y="49138"/>
                  <a:pt x="49138" y="0"/>
                  <a:pt x="109754" y="0"/>
                </a:cubicBezTo>
                <a:close/>
              </a:path>
            </a:pathLst>
          </a:custGeom>
          <a:solidFill>
            <a:srgbClr val="8B0000">
              <a:alpha val="5098"/>
            </a:srgbClr>
          </a:solidFill>
          <a:ln w="12700">
            <a:solidFill>
              <a:srgbClr val="8B0000">
                <a:alpha val="2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350649" y="5679844"/>
            <a:ext cx="205791" cy="182926"/>
          </a:xfrm>
          <a:custGeom>
            <a:avLst/>
            <a:gdLst/>
            <a:ahLst/>
            <a:cxnLst/>
            <a:rect l="l" t="t" r="r" b="b"/>
            <a:pathLst>
              <a:path w="205791" h="182926">
                <a:moveTo>
                  <a:pt x="68597" y="34299"/>
                </a:moveTo>
                <a:cubicBezTo>
                  <a:pt x="68597" y="15363"/>
                  <a:pt x="83960" y="0"/>
                  <a:pt x="102896" y="0"/>
                </a:cubicBezTo>
                <a:cubicBezTo>
                  <a:pt x="121831" y="0"/>
                  <a:pt x="137194" y="15363"/>
                  <a:pt x="137194" y="34299"/>
                </a:cubicBezTo>
                <a:lnTo>
                  <a:pt x="137194" y="35585"/>
                </a:lnTo>
                <a:cubicBezTo>
                  <a:pt x="137194" y="41194"/>
                  <a:pt x="132657" y="45731"/>
                  <a:pt x="127048" y="45731"/>
                </a:cubicBezTo>
                <a:lnTo>
                  <a:pt x="78780" y="45731"/>
                </a:lnTo>
                <a:cubicBezTo>
                  <a:pt x="73170" y="45731"/>
                  <a:pt x="68633" y="41194"/>
                  <a:pt x="68633" y="35585"/>
                </a:cubicBezTo>
                <a:lnTo>
                  <a:pt x="68633" y="34299"/>
                </a:lnTo>
                <a:close/>
                <a:moveTo>
                  <a:pt x="192072" y="38872"/>
                </a:moveTo>
                <a:cubicBezTo>
                  <a:pt x="195859" y="43909"/>
                  <a:pt x="194823" y="51091"/>
                  <a:pt x="189785" y="54878"/>
                </a:cubicBezTo>
                <a:lnTo>
                  <a:pt x="154844" y="81066"/>
                </a:lnTo>
                <a:cubicBezTo>
                  <a:pt x="156737" y="84246"/>
                  <a:pt x="158166" y="87747"/>
                  <a:pt x="159060" y="91463"/>
                </a:cubicBezTo>
                <a:lnTo>
                  <a:pt x="194359" y="91463"/>
                </a:lnTo>
                <a:cubicBezTo>
                  <a:pt x="200682" y="91463"/>
                  <a:pt x="205791" y="96572"/>
                  <a:pt x="205791" y="102896"/>
                </a:cubicBezTo>
                <a:cubicBezTo>
                  <a:pt x="205791" y="109220"/>
                  <a:pt x="200682" y="114329"/>
                  <a:pt x="194359" y="114329"/>
                </a:cubicBezTo>
                <a:lnTo>
                  <a:pt x="160060" y="114329"/>
                </a:lnTo>
                <a:lnTo>
                  <a:pt x="160060" y="125761"/>
                </a:lnTo>
                <a:cubicBezTo>
                  <a:pt x="160060" y="126690"/>
                  <a:pt x="160024" y="127655"/>
                  <a:pt x="159989" y="128584"/>
                </a:cubicBezTo>
                <a:lnTo>
                  <a:pt x="189785" y="150914"/>
                </a:lnTo>
                <a:cubicBezTo>
                  <a:pt x="194823" y="154701"/>
                  <a:pt x="195859" y="161882"/>
                  <a:pt x="192072" y="166920"/>
                </a:cubicBezTo>
                <a:cubicBezTo>
                  <a:pt x="188285" y="171957"/>
                  <a:pt x="181104" y="172993"/>
                  <a:pt x="176066" y="169206"/>
                </a:cubicBezTo>
                <a:lnTo>
                  <a:pt x="153522" y="152307"/>
                </a:lnTo>
                <a:cubicBezTo>
                  <a:pt x="145233" y="168099"/>
                  <a:pt x="129763" y="179532"/>
                  <a:pt x="111470" y="182283"/>
                </a:cubicBezTo>
                <a:lnTo>
                  <a:pt x="111470" y="100038"/>
                </a:lnTo>
                <a:cubicBezTo>
                  <a:pt x="111470" y="95286"/>
                  <a:pt x="107648" y="91463"/>
                  <a:pt x="102896" y="91463"/>
                </a:cubicBezTo>
                <a:cubicBezTo>
                  <a:pt x="98144" y="91463"/>
                  <a:pt x="94321" y="95286"/>
                  <a:pt x="94321" y="100038"/>
                </a:cubicBezTo>
                <a:lnTo>
                  <a:pt x="94321" y="182283"/>
                </a:lnTo>
                <a:cubicBezTo>
                  <a:pt x="76029" y="179532"/>
                  <a:pt x="60558" y="168099"/>
                  <a:pt x="52270" y="152307"/>
                </a:cubicBezTo>
                <a:lnTo>
                  <a:pt x="29725" y="169206"/>
                </a:lnTo>
                <a:cubicBezTo>
                  <a:pt x="24688" y="172993"/>
                  <a:pt x="17507" y="171957"/>
                  <a:pt x="13719" y="166920"/>
                </a:cubicBezTo>
                <a:cubicBezTo>
                  <a:pt x="9932" y="161882"/>
                  <a:pt x="10968" y="154701"/>
                  <a:pt x="16006" y="150914"/>
                </a:cubicBezTo>
                <a:lnTo>
                  <a:pt x="45803" y="128584"/>
                </a:lnTo>
                <a:cubicBezTo>
                  <a:pt x="45767" y="127655"/>
                  <a:pt x="45731" y="126726"/>
                  <a:pt x="45731" y="125761"/>
                </a:cubicBezTo>
                <a:lnTo>
                  <a:pt x="45731" y="114329"/>
                </a:lnTo>
                <a:lnTo>
                  <a:pt x="11433" y="114329"/>
                </a:lnTo>
                <a:cubicBezTo>
                  <a:pt x="5109" y="114329"/>
                  <a:pt x="0" y="109220"/>
                  <a:pt x="0" y="102896"/>
                </a:cubicBezTo>
                <a:cubicBezTo>
                  <a:pt x="0" y="96572"/>
                  <a:pt x="5109" y="91463"/>
                  <a:pt x="11433" y="91463"/>
                </a:cubicBezTo>
                <a:lnTo>
                  <a:pt x="46732" y="91463"/>
                </a:lnTo>
                <a:cubicBezTo>
                  <a:pt x="47625" y="87747"/>
                  <a:pt x="49054" y="84246"/>
                  <a:pt x="50948" y="81066"/>
                </a:cubicBezTo>
                <a:lnTo>
                  <a:pt x="16006" y="54878"/>
                </a:lnTo>
                <a:cubicBezTo>
                  <a:pt x="10968" y="51091"/>
                  <a:pt x="9932" y="43909"/>
                  <a:pt x="13719" y="38872"/>
                </a:cubicBezTo>
                <a:cubicBezTo>
                  <a:pt x="17507" y="33834"/>
                  <a:pt x="24688" y="32798"/>
                  <a:pt x="29725" y="36585"/>
                </a:cubicBezTo>
                <a:lnTo>
                  <a:pt x="68597" y="65739"/>
                </a:lnTo>
                <a:cubicBezTo>
                  <a:pt x="72992" y="63917"/>
                  <a:pt x="77815" y="62881"/>
                  <a:pt x="82888" y="62881"/>
                </a:cubicBezTo>
                <a:lnTo>
                  <a:pt x="122903" y="62881"/>
                </a:lnTo>
                <a:cubicBezTo>
                  <a:pt x="127977" y="62881"/>
                  <a:pt x="132800" y="63881"/>
                  <a:pt x="137194" y="65739"/>
                </a:cubicBezTo>
                <a:lnTo>
                  <a:pt x="176066" y="36585"/>
                </a:lnTo>
                <a:cubicBezTo>
                  <a:pt x="181104" y="32798"/>
                  <a:pt x="188285" y="33834"/>
                  <a:pt x="192072" y="38872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5" name="Text 53"/>
          <p:cNvSpPr/>
          <p:nvPr/>
        </p:nvSpPr>
        <p:spPr>
          <a:xfrm>
            <a:off x="443595" y="5899355"/>
            <a:ext cx="2021329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96" b="1" dirty="0">
                <a:solidFill>
                  <a:srgbClr val="8B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448168" y="6155451"/>
            <a:ext cx="2012183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2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Bugs Fixed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2692295" y="5565515"/>
            <a:ext cx="2167670" cy="923775"/>
          </a:xfrm>
          <a:custGeom>
            <a:avLst/>
            <a:gdLst/>
            <a:ahLst/>
            <a:cxnLst/>
            <a:rect l="l" t="t" r="r" b="b"/>
            <a:pathLst>
              <a:path w="2167670" h="923775">
                <a:moveTo>
                  <a:pt x="109754" y="0"/>
                </a:moveTo>
                <a:lnTo>
                  <a:pt x="2057916" y="0"/>
                </a:lnTo>
                <a:cubicBezTo>
                  <a:pt x="2118532" y="0"/>
                  <a:pt x="2167670" y="49138"/>
                  <a:pt x="2167670" y="109754"/>
                </a:cubicBezTo>
                <a:lnTo>
                  <a:pt x="2167670" y="814021"/>
                </a:lnTo>
                <a:cubicBezTo>
                  <a:pt x="2167670" y="874637"/>
                  <a:pt x="2118532" y="923775"/>
                  <a:pt x="2057916" y="923775"/>
                </a:cubicBezTo>
                <a:lnTo>
                  <a:pt x="109754" y="923775"/>
                </a:lnTo>
                <a:cubicBezTo>
                  <a:pt x="49138" y="923775"/>
                  <a:pt x="0" y="874637"/>
                  <a:pt x="0" y="814021"/>
                </a:cubicBezTo>
                <a:lnTo>
                  <a:pt x="0" y="109754"/>
                </a:lnTo>
                <a:cubicBezTo>
                  <a:pt x="0" y="49138"/>
                  <a:pt x="49138" y="0"/>
                  <a:pt x="109754" y="0"/>
                </a:cubicBezTo>
                <a:close/>
              </a:path>
            </a:pathLst>
          </a:custGeom>
          <a:solidFill>
            <a:srgbClr val="1E3A8A">
              <a:alpha val="5098"/>
            </a:srgbClr>
          </a:solidFill>
          <a:ln w="12700">
            <a:solidFill>
              <a:srgbClr val="1E3A8A">
                <a:alpha val="2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672520" y="5679844"/>
            <a:ext cx="205791" cy="182926"/>
          </a:xfrm>
          <a:custGeom>
            <a:avLst/>
            <a:gdLst/>
            <a:ahLst/>
            <a:cxnLst/>
            <a:rect l="l" t="t" r="r" b="b"/>
            <a:pathLst>
              <a:path w="205791" h="182926">
                <a:moveTo>
                  <a:pt x="128905" y="429"/>
                </a:moveTo>
                <a:cubicBezTo>
                  <a:pt x="122832" y="-1322"/>
                  <a:pt x="116508" y="2215"/>
                  <a:pt x="114757" y="8289"/>
                </a:cubicBezTo>
                <a:lnTo>
                  <a:pt x="69026" y="168349"/>
                </a:lnTo>
                <a:cubicBezTo>
                  <a:pt x="67275" y="174423"/>
                  <a:pt x="70812" y="180746"/>
                  <a:pt x="76886" y="182497"/>
                </a:cubicBezTo>
                <a:cubicBezTo>
                  <a:pt x="82960" y="184248"/>
                  <a:pt x="89283" y="180711"/>
                  <a:pt x="91034" y="174637"/>
                </a:cubicBezTo>
                <a:lnTo>
                  <a:pt x="136766" y="14577"/>
                </a:lnTo>
                <a:cubicBezTo>
                  <a:pt x="138516" y="8503"/>
                  <a:pt x="134979" y="2179"/>
                  <a:pt x="128905" y="429"/>
                </a:cubicBezTo>
                <a:close/>
                <a:moveTo>
                  <a:pt x="151986" y="49054"/>
                </a:moveTo>
                <a:cubicBezTo>
                  <a:pt x="147520" y="53520"/>
                  <a:pt x="147520" y="60773"/>
                  <a:pt x="151986" y="65239"/>
                </a:cubicBezTo>
                <a:lnTo>
                  <a:pt x="178210" y="91463"/>
                </a:lnTo>
                <a:lnTo>
                  <a:pt x="151986" y="117687"/>
                </a:lnTo>
                <a:cubicBezTo>
                  <a:pt x="147520" y="122153"/>
                  <a:pt x="147520" y="129406"/>
                  <a:pt x="151986" y="133872"/>
                </a:cubicBezTo>
                <a:cubicBezTo>
                  <a:pt x="156452" y="138338"/>
                  <a:pt x="163704" y="138338"/>
                  <a:pt x="168170" y="133872"/>
                </a:cubicBezTo>
                <a:lnTo>
                  <a:pt x="202469" y="99573"/>
                </a:lnTo>
                <a:cubicBezTo>
                  <a:pt x="206935" y="95107"/>
                  <a:pt x="206935" y="87854"/>
                  <a:pt x="202469" y="83388"/>
                </a:cubicBezTo>
                <a:lnTo>
                  <a:pt x="168170" y="49090"/>
                </a:lnTo>
                <a:cubicBezTo>
                  <a:pt x="163704" y="44624"/>
                  <a:pt x="156452" y="44624"/>
                  <a:pt x="151986" y="49090"/>
                </a:cubicBezTo>
                <a:close/>
                <a:moveTo>
                  <a:pt x="53842" y="49054"/>
                </a:moveTo>
                <a:cubicBezTo>
                  <a:pt x="49376" y="44588"/>
                  <a:pt x="42123" y="44588"/>
                  <a:pt x="37657" y="49054"/>
                </a:cubicBezTo>
                <a:lnTo>
                  <a:pt x="3358" y="83353"/>
                </a:lnTo>
                <a:cubicBezTo>
                  <a:pt x="-1108" y="87819"/>
                  <a:pt x="-1108" y="95071"/>
                  <a:pt x="3358" y="99537"/>
                </a:cubicBezTo>
                <a:lnTo>
                  <a:pt x="37657" y="133836"/>
                </a:lnTo>
                <a:cubicBezTo>
                  <a:pt x="42123" y="138302"/>
                  <a:pt x="49376" y="138302"/>
                  <a:pt x="53842" y="133836"/>
                </a:cubicBezTo>
                <a:cubicBezTo>
                  <a:pt x="58308" y="129370"/>
                  <a:pt x="58308" y="122117"/>
                  <a:pt x="53842" y="117651"/>
                </a:cubicBezTo>
                <a:lnTo>
                  <a:pt x="27617" y="91463"/>
                </a:lnTo>
                <a:lnTo>
                  <a:pt x="53806" y="65239"/>
                </a:lnTo>
                <a:cubicBezTo>
                  <a:pt x="58272" y="60773"/>
                  <a:pt x="58272" y="53520"/>
                  <a:pt x="53806" y="49054"/>
                </a:cubicBez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59" name="Text 57"/>
          <p:cNvSpPr/>
          <p:nvPr/>
        </p:nvSpPr>
        <p:spPr>
          <a:xfrm>
            <a:off x="2765465" y="5899355"/>
            <a:ext cx="2021329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96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2770039" y="6155451"/>
            <a:ext cx="2012183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2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Resolved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5014166" y="5565515"/>
            <a:ext cx="2167670" cy="923775"/>
          </a:xfrm>
          <a:custGeom>
            <a:avLst/>
            <a:gdLst/>
            <a:ahLst/>
            <a:cxnLst/>
            <a:rect l="l" t="t" r="r" b="b"/>
            <a:pathLst>
              <a:path w="2167670" h="923775">
                <a:moveTo>
                  <a:pt x="109754" y="0"/>
                </a:moveTo>
                <a:lnTo>
                  <a:pt x="2057916" y="0"/>
                </a:lnTo>
                <a:cubicBezTo>
                  <a:pt x="2118532" y="0"/>
                  <a:pt x="2167670" y="49138"/>
                  <a:pt x="2167670" y="109754"/>
                </a:cubicBezTo>
                <a:lnTo>
                  <a:pt x="2167670" y="814021"/>
                </a:lnTo>
                <a:cubicBezTo>
                  <a:pt x="2167670" y="874637"/>
                  <a:pt x="2118532" y="923775"/>
                  <a:pt x="2057916" y="923775"/>
                </a:cubicBezTo>
                <a:lnTo>
                  <a:pt x="109754" y="923775"/>
                </a:lnTo>
                <a:cubicBezTo>
                  <a:pt x="49138" y="923775"/>
                  <a:pt x="0" y="874637"/>
                  <a:pt x="0" y="814021"/>
                </a:cubicBezTo>
                <a:lnTo>
                  <a:pt x="0" y="109754"/>
                </a:lnTo>
                <a:cubicBezTo>
                  <a:pt x="0" y="49138"/>
                  <a:pt x="49138" y="0"/>
                  <a:pt x="109754" y="0"/>
                </a:cubicBezTo>
                <a:close/>
              </a:path>
            </a:pathLst>
          </a:custGeom>
          <a:solidFill>
            <a:srgbClr val="3B82F6">
              <a:alpha val="5098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005966" y="5679844"/>
            <a:ext cx="182926" cy="182926"/>
          </a:xfrm>
          <a:custGeom>
            <a:avLst/>
            <a:gdLst/>
            <a:ahLst/>
            <a:cxnLst/>
            <a:rect l="l" t="t" r="r" b="b"/>
            <a:pathLst>
              <a:path w="182926" h="182926">
                <a:moveTo>
                  <a:pt x="91463" y="0"/>
                </a:moveTo>
                <a:cubicBezTo>
                  <a:pt x="141943" y="0"/>
                  <a:pt x="182926" y="40983"/>
                  <a:pt x="182926" y="91463"/>
                </a:cubicBezTo>
                <a:cubicBezTo>
                  <a:pt x="182926" y="141943"/>
                  <a:pt x="141943" y="182926"/>
                  <a:pt x="91463" y="182926"/>
                </a:cubicBezTo>
                <a:cubicBezTo>
                  <a:pt x="40983" y="182926"/>
                  <a:pt x="0" y="141943"/>
                  <a:pt x="0" y="91463"/>
                </a:cubicBezTo>
                <a:cubicBezTo>
                  <a:pt x="0" y="40983"/>
                  <a:pt x="40983" y="0"/>
                  <a:pt x="91463" y="0"/>
                </a:cubicBezTo>
                <a:close/>
                <a:moveTo>
                  <a:pt x="82888" y="42873"/>
                </a:moveTo>
                <a:lnTo>
                  <a:pt x="82888" y="91463"/>
                </a:lnTo>
                <a:cubicBezTo>
                  <a:pt x="82888" y="94321"/>
                  <a:pt x="84317" y="97001"/>
                  <a:pt x="86711" y="98608"/>
                </a:cubicBezTo>
                <a:lnTo>
                  <a:pt x="121010" y="121474"/>
                </a:lnTo>
                <a:cubicBezTo>
                  <a:pt x="124940" y="124118"/>
                  <a:pt x="130263" y="123046"/>
                  <a:pt x="132907" y="119080"/>
                </a:cubicBezTo>
                <a:cubicBezTo>
                  <a:pt x="135551" y="115115"/>
                  <a:pt x="134479" y="109827"/>
                  <a:pt x="130513" y="107183"/>
                </a:cubicBezTo>
                <a:lnTo>
                  <a:pt x="100038" y="86890"/>
                </a:lnTo>
                <a:lnTo>
                  <a:pt x="100038" y="42873"/>
                </a:lnTo>
                <a:cubicBezTo>
                  <a:pt x="100038" y="38121"/>
                  <a:pt x="96215" y="34299"/>
                  <a:pt x="91463" y="34299"/>
                </a:cubicBezTo>
                <a:cubicBezTo>
                  <a:pt x="86711" y="34299"/>
                  <a:pt x="82888" y="38121"/>
                  <a:pt x="82888" y="42873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3" name="Text 61"/>
          <p:cNvSpPr/>
          <p:nvPr/>
        </p:nvSpPr>
        <p:spPr>
          <a:xfrm>
            <a:off x="5087336" y="5899355"/>
            <a:ext cx="2021329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96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Fast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5091909" y="6155451"/>
            <a:ext cx="2012183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2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Debugging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7336179" y="5565515"/>
            <a:ext cx="2167670" cy="923775"/>
          </a:xfrm>
          <a:custGeom>
            <a:avLst/>
            <a:gdLst/>
            <a:ahLst/>
            <a:cxnLst/>
            <a:rect l="l" t="t" r="r" b="b"/>
            <a:pathLst>
              <a:path w="2167670" h="923775">
                <a:moveTo>
                  <a:pt x="109754" y="0"/>
                </a:moveTo>
                <a:lnTo>
                  <a:pt x="2057916" y="0"/>
                </a:lnTo>
                <a:cubicBezTo>
                  <a:pt x="2118532" y="0"/>
                  <a:pt x="2167670" y="49138"/>
                  <a:pt x="2167670" y="109754"/>
                </a:cubicBezTo>
                <a:lnTo>
                  <a:pt x="2167670" y="814021"/>
                </a:lnTo>
                <a:cubicBezTo>
                  <a:pt x="2167670" y="874637"/>
                  <a:pt x="2118532" y="923775"/>
                  <a:pt x="2057916" y="923775"/>
                </a:cubicBezTo>
                <a:lnTo>
                  <a:pt x="109754" y="923775"/>
                </a:lnTo>
                <a:cubicBezTo>
                  <a:pt x="49138" y="923775"/>
                  <a:pt x="0" y="874637"/>
                  <a:pt x="0" y="814021"/>
                </a:cubicBezTo>
                <a:lnTo>
                  <a:pt x="0" y="109754"/>
                </a:lnTo>
                <a:cubicBezTo>
                  <a:pt x="0" y="49138"/>
                  <a:pt x="49138" y="0"/>
                  <a:pt x="109754" y="0"/>
                </a:cubicBezTo>
                <a:close/>
              </a:path>
            </a:pathLst>
          </a:custGeom>
          <a:solidFill>
            <a:srgbClr val="8B0000">
              <a:alpha val="5098"/>
            </a:srgbClr>
          </a:solidFill>
          <a:ln w="12700">
            <a:solidFill>
              <a:srgbClr val="8B0000">
                <a:alpha val="2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327837" y="5679844"/>
            <a:ext cx="182926" cy="182926"/>
          </a:xfrm>
          <a:custGeom>
            <a:avLst/>
            <a:gdLst/>
            <a:ahLst/>
            <a:cxnLst/>
            <a:rect l="l" t="t" r="r" b="b"/>
            <a:pathLst>
              <a:path w="182926" h="182926">
                <a:moveTo>
                  <a:pt x="91463" y="0"/>
                </a:moveTo>
                <a:cubicBezTo>
                  <a:pt x="93106" y="0"/>
                  <a:pt x="94750" y="357"/>
                  <a:pt x="96250" y="1036"/>
                </a:cubicBezTo>
                <a:lnTo>
                  <a:pt x="163561" y="29583"/>
                </a:lnTo>
                <a:cubicBezTo>
                  <a:pt x="171421" y="32905"/>
                  <a:pt x="177281" y="40658"/>
                  <a:pt x="177245" y="50019"/>
                </a:cubicBezTo>
                <a:cubicBezTo>
                  <a:pt x="177066" y="85461"/>
                  <a:pt x="162489" y="150306"/>
                  <a:pt x="100931" y="179782"/>
                </a:cubicBezTo>
                <a:cubicBezTo>
                  <a:pt x="94964" y="182640"/>
                  <a:pt x="88033" y="182640"/>
                  <a:pt x="82066" y="179782"/>
                </a:cubicBezTo>
                <a:cubicBezTo>
                  <a:pt x="20472" y="150306"/>
                  <a:pt x="5931" y="85461"/>
                  <a:pt x="5752" y="50019"/>
                </a:cubicBezTo>
                <a:cubicBezTo>
                  <a:pt x="5716" y="40658"/>
                  <a:pt x="11576" y="32905"/>
                  <a:pt x="19436" y="29583"/>
                </a:cubicBezTo>
                <a:lnTo>
                  <a:pt x="86711" y="1036"/>
                </a:lnTo>
                <a:cubicBezTo>
                  <a:pt x="88212" y="357"/>
                  <a:pt x="89819" y="0"/>
                  <a:pt x="91463" y="0"/>
                </a:cubicBezTo>
                <a:close/>
                <a:moveTo>
                  <a:pt x="91463" y="23866"/>
                </a:moveTo>
                <a:lnTo>
                  <a:pt x="91463" y="158952"/>
                </a:lnTo>
                <a:cubicBezTo>
                  <a:pt x="140767" y="135086"/>
                  <a:pt x="154022" y="82209"/>
                  <a:pt x="154344" y="50555"/>
                </a:cubicBezTo>
                <a:lnTo>
                  <a:pt x="91463" y="23902"/>
                </a:lnTo>
                <a:lnTo>
                  <a:pt x="91463" y="23902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7" name="Text 65"/>
          <p:cNvSpPr/>
          <p:nvPr/>
        </p:nvSpPr>
        <p:spPr>
          <a:xfrm>
            <a:off x="7409350" y="5899355"/>
            <a:ext cx="2021329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96" b="1" dirty="0">
                <a:solidFill>
                  <a:srgbClr val="8B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Robust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7413923" y="6155451"/>
            <a:ext cx="2012183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2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Pipeline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9658050" y="5565515"/>
            <a:ext cx="2167670" cy="923775"/>
          </a:xfrm>
          <a:custGeom>
            <a:avLst/>
            <a:gdLst/>
            <a:ahLst/>
            <a:cxnLst/>
            <a:rect l="l" t="t" r="r" b="b"/>
            <a:pathLst>
              <a:path w="2167670" h="923775">
                <a:moveTo>
                  <a:pt x="109754" y="0"/>
                </a:moveTo>
                <a:lnTo>
                  <a:pt x="2057916" y="0"/>
                </a:lnTo>
                <a:cubicBezTo>
                  <a:pt x="2118532" y="0"/>
                  <a:pt x="2167670" y="49138"/>
                  <a:pt x="2167670" y="109754"/>
                </a:cubicBezTo>
                <a:lnTo>
                  <a:pt x="2167670" y="814021"/>
                </a:lnTo>
                <a:cubicBezTo>
                  <a:pt x="2167670" y="874637"/>
                  <a:pt x="2118532" y="923775"/>
                  <a:pt x="2057916" y="923775"/>
                </a:cubicBezTo>
                <a:lnTo>
                  <a:pt x="109754" y="923775"/>
                </a:lnTo>
                <a:cubicBezTo>
                  <a:pt x="49138" y="923775"/>
                  <a:pt x="0" y="874637"/>
                  <a:pt x="0" y="814021"/>
                </a:cubicBezTo>
                <a:lnTo>
                  <a:pt x="0" y="109754"/>
                </a:lnTo>
                <a:cubicBezTo>
                  <a:pt x="0" y="49138"/>
                  <a:pt x="49138" y="0"/>
                  <a:pt x="109754" y="0"/>
                </a:cubicBezTo>
                <a:close/>
              </a:path>
            </a:pathLst>
          </a:custGeom>
          <a:solidFill>
            <a:srgbClr val="1E3A8A">
              <a:alpha val="5098"/>
            </a:srgbClr>
          </a:solidFill>
          <a:ln w="12700">
            <a:solidFill>
              <a:srgbClr val="1E3A8A">
                <a:alpha val="2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638417" y="5679844"/>
            <a:ext cx="205791" cy="182926"/>
          </a:xfrm>
          <a:custGeom>
            <a:avLst/>
            <a:gdLst/>
            <a:ahLst/>
            <a:cxnLst/>
            <a:rect l="l" t="t" r="r" b="b"/>
            <a:pathLst>
              <a:path w="205791" h="182926">
                <a:moveTo>
                  <a:pt x="17149" y="69955"/>
                </a:moveTo>
                <a:lnTo>
                  <a:pt x="91892" y="100716"/>
                </a:lnTo>
                <a:cubicBezTo>
                  <a:pt x="95393" y="102145"/>
                  <a:pt x="99109" y="102896"/>
                  <a:pt x="102896" y="102896"/>
                </a:cubicBezTo>
                <a:cubicBezTo>
                  <a:pt x="106683" y="102896"/>
                  <a:pt x="110399" y="102145"/>
                  <a:pt x="113900" y="100716"/>
                </a:cubicBezTo>
                <a:lnTo>
                  <a:pt x="200504" y="65060"/>
                </a:lnTo>
                <a:cubicBezTo>
                  <a:pt x="203719" y="63738"/>
                  <a:pt x="205791" y="60630"/>
                  <a:pt x="205791" y="57164"/>
                </a:cubicBezTo>
                <a:cubicBezTo>
                  <a:pt x="205791" y="53699"/>
                  <a:pt x="203719" y="50590"/>
                  <a:pt x="200504" y="49268"/>
                </a:cubicBezTo>
                <a:lnTo>
                  <a:pt x="113900" y="13612"/>
                </a:lnTo>
                <a:cubicBezTo>
                  <a:pt x="110399" y="12183"/>
                  <a:pt x="106683" y="11433"/>
                  <a:pt x="102896" y="11433"/>
                </a:cubicBezTo>
                <a:cubicBezTo>
                  <a:pt x="99109" y="11433"/>
                  <a:pt x="95393" y="12183"/>
                  <a:pt x="91892" y="13612"/>
                </a:cubicBezTo>
                <a:lnTo>
                  <a:pt x="5288" y="49268"/>
                </a:lnTo>
                <a:cubicBezTo>
                  <a:pt x="2072" y="50590"/>
                  <a:pt x="0" y="53699"/>
                  <a:pt x="0" y="57164"/>
                </a:cubicBezTo>
                <a:lnTo>
                  <a:pt x="0" y="162918"/>
                </a:lnTo>
                <a:cubicBezTo>
                  <a:pt x="0" y="167670"/>
                  <a:pt x="3823" y="171493"/>
                  <a:pt x="8575" y="171493"/>
                </a:cubicBezTo>
                <a:cubicBezTo>
                  <a:pt x="13326" y="171493"/>
                  <a:pt x="17149" y="167670"/>
                  <a:pt x="17149" y="162918"/>
                </a:cubicBezTo>
                <a:lnTo>
                  <a:pt x="17149" y="69955"/>
                </a:lnTo>
                <a:close/>
                <a:moveTo>
                  <a:pt x="34299" y="95572"/>
                </a:moveTo>
                <a:lnTo>
                  <a:pt x="34299" y="137194"/>
                </a:lnTo>
                <a:cubicBezTo>
                  <a:pt x="34299" y="156130"/>
                  <a:pt x="65024" y="171493"/>
                  <a:pt x="102896" y="171493"/>
                </a:cubicBezTo>
                <a:cubicBezTo>
                  <a:pt x="140767" y="171493"/>
                  <a:pt x="171493" y="156130"/>
                  <a:pt x="171493" y="137194"/>
                </a:cubicBezTo>
                <a:lnTo>
                  <a:pt x="171493" y="95536"/>
                </a:lnTo>
                <a:lnTo>
                  <a:pt x="120438" y="116579"/>
                </a:lnTo>
                <a:cubicBezTo>
                  <a:pt x="114864" y="118866"/>
                  <a:pt x="108934" y="120045"/>
                  <a:pt x="102896" y="120045"/>
                </a:cubicBezTo>
                <a:cubicBezTo>
                  <a:pt x="96858" y="120045"/>
                  <a:pt x="90927" y="118866"/>
                  <a:pt x="85353" y="116579"/>
                </a:cubicBezTo>
                <a:lnTo>
                  <a:pt x="34299" y="95536"/>
                </a:ln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71" name="Text 69"/>
          <p:cNvSpPr/>
          <p:nvPr/>
        </p:nvSpPr>
        <p:spPr>
          <a:xfrm>
            <a:off x="9731220" y="5899355"/>
            <a:ext cx="2021329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96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9735793" y="6155451"/>
            <a:ext cx="2012183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2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Experience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9911" y="431894"/>
            <a:ext cx="431894" cy="431894"/>
          </a:xfrm>
          <a:custGeom>
            <a:avLst/>
            <a:gdLst/>
            <a:ahLst/>
            <a:cxnLst/>
            <a:rect l="l" t="t" r="r" b="b"/>
            <a:pathLst>
              <a:path w="431894" h="431894">
                <a:moveTo>
                  <a:pt x="71984" y="0"/>
                </a:moveTo>
                <a:lnTo>
                  <a:pt x="359910" y="0"/>
                </a:lnTo>
                <a:cubicBezTo>
                  <a:pt x="399639" y="0"/>
                  <a:pt x="431894" y="32255"/>
                  <a:pt x="431894" y="71984"/>
                </a:cubicBezTo>
                <a:lnTo>
                  <a:pt x="431894" y="359910"/>
                </a:lnTo>
                <a:cubicBezTo>
                  <a:pt x="431894" y="399639"/>
                  <a:pt x="399639" y="431894"/>
                  <a:pt x="359910" y="431894"/>
                </a:cubicBezTo>
                <a:lnTo>
                  <a:pt x="71984" y="431894"/>
                </a:lnTo>
                <a:cubicBezTo>
                  <a:pt x="32255" y="431894"/>
                  <a:pt x="0" y="399639"/>
                  <a:pt x="0" y="359910"/>
                </a:cubicBezTo>
                <a:lnTo>
                  <a:pt x="0" y="71984"/>
                </a:lnTo>
                <a:cubicBezTo>
                  <a:pt x="0" y="32255"/>
                  <a:pt x="32255" y="0"/>
                  <a:pt x="71984" y="0"/>
                </a:cubicBez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3" name="Shape 1"/>
          <p:cNvSpPr/>
          <p:nvPr/>
        </p:nvSpPr>
        <p:spPr>
          <a:xfrm>
            <a:off x="485880" y="557863"/>
            <a:ext cx="179956" cy="179956"/>
          </a:xfrm>
          <a:custGeom>
            <a:avLst/>
            <a:gdLst/>
            <a:ahLst/>
            <a:cxnLst/>
            <a:rect l="l" t="t" r="r" b="b"/>
            <a:pathLst>
              <a:path w="179956" h="179956">
                <a:moveTo>
                  <a:pt x="118096" y="123720"/>
                </a:moveTo>
                <a:cubicBezTo>
                  <a:pt x="152259" y="123720"/>
                  <a:pt x="179956" y="96023"/>
                  <a:pt x="179956" y="61860"/>
                </a:cubicBezTo>
                <a:cubicBezTo>
                  <a:pt x="179956" y="27696"/>
                  <a:pt x="152259" y="0"/>
                  <a:pt x="118096" y="0"/>
                </a:cubicBezTo>
                <a:cubicBezTo>
                  <a:pt x="83932" y="0"/>
                  <a:pt x="56236" y="27696"/>
                  <a:pt x="56236" y="61860"/>
                </a:cubicBezTo>
                <a:cubicBezTo>
                  <a:pt x="56236" y="68432"/>
                  <a:pt x="57255" y="74794"/>
                  <a:pt x="59153" y="80734"/>
                </a:cubicBezTo>
                <a:lnTo>
                  <a:pt x="2460" y="137427"/>
                </a:lnTo>
                <a:cubicBezTo>
                  <a:pt x="879" y="139009"/>
                  <a:pt x="0" y="141153"/>
                  <a:pt x="0" y="143402"/>
                </a:cubicBezTo>
                <a:lnTo>
                  <a:pt x="0" y="171520"/>
                </a:lnTo>
                <a:cubicBezTo>
                  <a:pt x="0" y="176195"/>
                  <a:pt x="3761" y="179956"/>
                  <a:pt x="8435" y="179956"/>
                </a:cubicBezTo>
                <a:lnTo>
                  <a:pt x="36554" y="179956"/>
                </a:lnTo>
                <a:cubicBezTo>
                  <a:pt x="41228" y="179956"/>
                  <a:pt x="44989" y="176195"/>
                  <a:pt x="44989" y="171520"/>
                </a:cubicBezTo>
                <a:lnTo>
                  <a:pt x="44989" y="157461"/>
                </a:lnTo>
                <a:lnTo>
                  <a:pt x="59048" y="157461"/>
                </a:lnTo>
                <a:cubicBezTo>
                  <a:pt x="63723" y="157461"/>
                  <a:pt x="67483" y="153700"/>
                  <a:pt x="67483" y="149026"/>
                </a:cubicBezTo>
                <a:lnTo>
                  <a:pt x="67483" y="134967"/>
                </a:lnTo>
                <a:lnTo>
                  <a:pt x="81542" y="134967"/>
                </a:lnTo>
                <a:cubicBezTo>
                  <a:pt x="83792" y="134967"/>
                  <a:pt x="85936" y="134088"/>
                  <a:pt x="87518" y="132506"/>
                </a:cubicBezTo>
                <a:lnTo>
                  <a:pt x="99222" y="120802"/>
                </a:lnTo>
                <a:cubicBezTo>
                  <a:pt x="105162" y="122700"/>
                  <a:pt x="111523" y="123720"/>
                  <a:pt x="118096" y="123720"/>
                </a:cubicBezTo>
                <a:close/>
                <a:moveTo>
                  <a:pt x="132155" y="33742"/>
                </a:moveTo>
                <a:cubicBezTo>
                  <a:pt x="139914" y="33742"/>
                  <a:pt x="146214" y="40041"/>
                  <a:pt x="146214" y="47801"/>
                </a:cubicBezTo>
                <a:cubicBezTo>
                  <a:pt x="146214" y="55560"/>
                  <a:pt x="139914" y="61860"/>
                  <a:pt x="132155" y="61860"/>
                </a:cubicBezTo>
                <a:cubicBezTo>
                  <a:pt x="124396" y="61860"/>
                  <a:pt x="118096" y="55560"/>
                  <a:pt x="118096" y="47801"/>
                </a:cubicBezTo>
                <a:cubicBezTo>
                  <a:pt x="118096" y="40041"/>
                  <a:pt x="124396" y="33742"/>
                  <a:pt x="132155" y="3374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99779" y="359911"/>
            <a:ext cx="2276440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spc="57" kern="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Summary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99779" y="575858"/>
            <a:ext cx="2366418" cy="35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51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9911" y="1043743"/>
            <a:ext cx="3725083" cy="1853544"/>
          </a:xfrm>
          <a:custGeom>
            <a:avLst/>
            <a:gdLst/>
            <a:ahLst/>
            <a:cxnLst/>
            <a:rect l="l" t="t" r="r" b="b"/>
            <a:pathLst>
              <a:path w="3725083" h="1853544">
                <a:moveTo>
                  <a:pt x="143965" y="0"/>
                </a:moveTo>
                <a:lnTo>
                  <a:pt x="3581119" y="0"/>
                </a:lnTo>
                <a:cubicBezTo>
                  <a:pt x="3660628" y="0"/>
                  <a:pt x="3725083" y="64455"/>
                  <a:pt x="3725083" y="143965"/>
                </a:cubicBezTo>
                <a:lnTo>
                  <a:pt x="3725083" y="1709579"/>
                </a:lnTo>
                <a:cubicBezTo>
                  <a:pt x="3725083" y="1789089"/>
                  <a:pt x="3660628" y="1853544"/>
                  <a:pt x="3581119" y="1853544"/>
                </a:cubicBezTo>
                <a:lnTo>
                  <a:pt x="143965" y="1853544"/>
                </a:lnTo>
                <a:cubicBezTo>
                  <a:pt x="64455" y="1853544"/>
                  <a:pt x="0" y="1789089"/>
                  <a:pt x="0" y="1709579"/>
                </a:cubicBezTo>
                <a:lnTo>
                  <a:pt x="0" y="143965"/>
                </a:lnTo>
                <a:cubicBezTo>
                  <a:pt x="0" y="64508"/>
                  <a:pt x="64508" y="0"/>
                  <a:pt x="143965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8A"/>
              </a:gs>
              <a:gs pos="100000">
                <a:srgbClr val="3B82F6"/>
              </a:gs>
            </a:gsLst>
            <a:lin ang="2700000" scaled="1"/>
          </a:gradFill>
          <a:ln/>
        </p:spPr>
      </p:sp>
      <p:sp>
        <p:nvSpPr>
          <p:cNvPr id="7" name="Shape 5"/>
          <p:cNvSpPr/>
          <p:nvPr/>
        </p:nvSpPr>
        <p:spPr>
          <a:xfrm>
            <a:off x="503876" y="1187708"/>
            <a:ext cx="431894" cy="431894"/>
          </a:xfrm>
          <a:custGeom>
            <a:avLst/>
            <a:gdLst/>
            <a:ahLst/>
            <a:cxnLst/>
            <a:rect l="l" t="t" r="r" b="b"/>
            <a:pathLst>
              <a:path w="431894" h="431894">
                <a:moveTo>
                  <a:pt x="107973" y="0"/>
                </a:moveTo>
                <a:lnTo>
                  <a:pt x="323920" y="0"/>
                </a:lnTo>
                <a:cubicBezTo>
                  <a:pt x="383552" y="0"/>
                  <a:pt x="431894" y="48341"/>
                  <a:pt x="431894" y="107973"/>
                </a:cubicBezTo>
                <a:lnTo>
                  <a:pt x="431894" y="323920"/>
                </a:lnTo>
                <a:cubicBezTo>
                  <a:pt x="431894" y="383552"/>
                  <a:pt x="383552" y="431894"/>
                  <a:pt x="323920" y="431894"/>
                </a:cubicBezTo>
                <a:lnTo>
                  <a:pt x="107973" y="431894"/>
                </a:lnTo>
                <a:cubicBezTo>
                  <a:pt x="48341" y="431894"/>
                  <a:pt x="0" y="383552"/>
                  <a:pt x="0" y="323920"/>
                </a:cubicBezTo>
                <a:lnTo>
                  <a:pt x="0" y="107973"/>
                </a:lnTo>
                <a:cubicBezTo>
                  <a:pt x="0" y="48381"/>
                  <a:pt x="48381" y="0"/>
                  <a:pt x="107973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29845" y="1313677"/>
            <a:ext cx="179956" cy="179956"/>
          </a:xfrm>
          <a:custGeom>
            <a:avLst/>
            <a:gdLst/>
            <a:ahLst/>
            <a:cxnLst/>
            <a:rect l="l" t="t" r="r" b="b"/>
            <a:pathLst>
              <a:path w="179956" h="179956">
                <a:moveTo>
                  <a:pt x="0" y="28118"/>
                </a:moveTo>
                <a:cubicBezTo>
                  <a:pt x="0" y="18804"/>
                  <a:pt x="7557" y="11247"/>
                  <a:pt x="16871" y="11247"/>
                </a:cubicBezTo>
                <a:lnTo>
                  <a:pt x="50613" y="11247"/>
                </a:lnTo>
                <a:cubicBezTo>
                  <a:pt x="59927" y="11247"/>
                  <a:pt x="67483" y="18804"/>
                  <a:pt x="67483" y="28118"/>
                </a:cubicBezTo>
                <a:lnTo>
                  <a:pt x="67483" y="33742"/>
                </a:lnTo>
                <a:lnTo>
                  <a:pt x="112472" y="33742"/>
                </a:lnTo>
                <a:lnTo>
                  <a:pt x="112472" y="28118"/>
                </a:lnTo>
                <a:cubicBezTo>
                  <a:pt x="112472" y="18804"/>
                  <a:pt x="120029" y="11247"/>
                  <a:pt x="129343" y="11247"/>
                </a:cubicBezTo>
                <a:lnTo>
                  <a:pt x="163085" y="11247"/>
                </a:lnTo>
                <a:cubicBezTo>
                  <a:pt x="172399" y="11247"/>
                  <a:pt x="179956" y="18804"/>
                  <a:pt x="179956" y="28118"/>
                </a:cubicBezTo>
                <a:lnTo>
                  <a:pt x="179956" y="61860"/>
                </a:lnTo>
                <a:cubicBezTo>
                  <a:pt x="179956" y="71174"/>
                  <a:pt x="172399" y="78731"/>
                  <a:pt x="163085" y="78731"/>
                </a:cubicBezTo>
                <a:lnTo>
                  <a:pt x="129343" y="78731"/>
                </a:lnTo>
                <a:cubicBezTo>
                  <a:pt x="120029" y="78731"/>
                  <a:pt x="112472" y="71174"/>
                  <a:pt x="112472" y="61860"/>
                </a:cubicBezTo>
                <a:lnTo>
                  <a:pt x="112472" y="56236"/>
                </a:lnTo>
                <a:lnTo>
                  <a:pt x="67483" y="56236"/>
                </a:lnTo>
                <a:lnTo>
                  <a:pt x="67483" y="61860"/>
                </a:lnTo>
                <a:cubicBezTo>
                  <a:pt x="67483" y="64426"/>
                  <a:pt x="66886" y="66886"/>
                  <a:pt x="65867" y="69065"/>
                </a:cubicBezTo>
                <a:lnTo>
                  <a:pt x="89978" y="101225"/>
                </a:lnTo>
                <a:lnTo>
                  <a:pt x="118096" y="101225"/>
                </a:lnTo>
                <a:cubicBezTo>
                  <a:pt x="127410" y="101225"/>
                  <a:pt x="134967" y="108782"/>
                  <a:pt x="134967" y="118096"/>
                </a:cubicBezTo>
                <a:lnTo>
                  <a:pt x="134967" y="151838"/>
                </a:lnTo>
                <a:cubicBezTo>
                  <a:pt x="134967" y="161152"/>
                  <a:pt x="127410" y="168708"/>
                  <a:pt x="118096" y="168708"/>
                </a:cubicBezTo>
                <a:lnTo>
                  <a:pt x="84354" y="168708"/>
                </a:lnTo>
                <a:cubicBezTo>
                  <a:pt x="75040" y="168708"/>
                  <a:pt x="67483" y="161152"/>
                  <a:pt x="67483" y="151838"/>
                </a:cubicBezTo>
                <a:lnTo>
                  <a:pt x="67483" y="118096"/>
                </a:lnTo>
                <a:cubicBezTo>
                  <a:pt x="67483" y="115530"/>
                  <a:pt x="68081" y="113070"/>
                  <a:pt x="69100" y="110891"/>
                </a:cubicBezTo>
                <a:lnTo>
                  <a:pt x="44989" y="78731"/>
                </a:lnTo>
                <a:lnTo>
                  <a:pt x="16871" y="78731"/>
                </a:lnTo>
                <a:cubicBezTo>
                  <a:pt x="7557" y="78731"/>
                  <a:pt x="0" y="71174"/>
                  <a:pt x="0" y="61860"/>
                </a:cubicBezTo>
                <a:lnTo>
                  <a:pt x="0" y="2811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03876" y="1727575"/>
            <a:ext cx="3527132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End-to-End ML Pipeline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3876" y="2051495"/>
            <a:ext cx="3509137" cy="701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4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Successfully built a complete pipeline from </a:t>
            </a:r>
            <a:pPr>
              <a:lnSpc>
                <a:spcPct val="140000"/>
              </a:lnSpc>
            </a:pPr>
            <a:r>
              <a:rPr lang="en-US" sz="1134" b="1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raw data ingestion</a:t>
            </a:r>
            <a:pPr>
              <a:lnSpc>
                <a:spcPct val="140000"/>
              </a:lnSpc>
            </a:pPr>
            <a:r>
              <a:rPr lang="en-US" sz="1134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</a:t>
            </a:r>
            <a:pPr>
              <a:lnSpc>
                <a:spcPct val="140000"/>
              </a:lnSpc>
            </a:pPr>
            <a:r>
              <a:rPr lang="en-US" sz="1134" b="1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 deployment</a:t>
            </a:r>
            <a:pPr>
              <a:lnSpc>
                <a:spcPct val="140000"/>
              </a:lnSpc>
            </a:pPr>
            <a:r>
              <a:rPr lang="en-US" sz="1134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, demonstrating full-stack ML engineering capabilities.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30928" y="1043743"/>
            <a:ext cx="3725083" cy="1853544"/>
          </a:xfrm>
          <a:custGeom>
            <a:avLst/>
            <a:gdLst/>
            <a:ahLst/>
            <a:cxnLst/>
            <a:rect l="l" t="t" r="r" b="b"/>
            <a:pathLst>
              <a:path w="3725083" h="1853544">
                <a:moveTo>
                  <a:pt x="143965" y="0"/>
                </a:moveTo>
                <a:lnTo>
                  <a:pt x="3581119" y="0"/>
                </a:lnTo>
                <a:cubicBezTo>
                  <a:pt x="3660628" y="0"/>
                  <a:pt x="3725083" y="64455"/>
                  <a:pt x="3725083" y="143965"/>
                </a:cubicBezTo>
                <a:lnTo>
                  <a:pt x="3725083" y="1709579"/>
                </a:lnTo>
                <a:cubicBezTo>
                  <a:pt x="3725083" y="1789089"/>
                  <a:pt x="3660628" y="1853544"/>
                  <a:pt x="3581119" y="1853544"/>
                </a:cubicBezTo>
                <a:lnTo>
                  <a:pt x="143965" y="1853544"/>
                </a:lnTo>
                <a:cubicBezTo>
                  <a:pt x="64455" y="1853544"/>
                  <a:pt x="0" y="1789089"/>
                  <a:pt x="0" y="1709579"/>
                </a:cubicBezTo>
                <a:lnTo>
                  <a:pt x="0" y="143965"/>
                </a:lnTo>
                <a:cubicBezTo>
                  <a:pt x="0" y="64508"/>
                  <a:pt x="64508" y="0"/>
                  <a:pt x="143965" y="0"/>
                </a:cubicBezTo>
                <a:close/>
              </a:path>
            </a:pathLst>
          </a:custGeom>
          <a:gradFill rotWithShape="1" flip="none">
            <a:gsLst>
              <a:gs pos="0">
                <a:srgbClr val="8B0000"/>
              </a:gs>
              <a:gs pos="100000">
                <a:srgbClr val="DC2626"/>
              </a:gs>
            </a:gsLst>
            <a:lin ang="2700000" scaled="1"/>
          </a:gradFill>
          <a:ln/>
        </p:spPr>
      </p:sp>
      <p:sp>
        <p:nvSpPr>
          <p:cNvPr id="12" name="Shape 10"/>
          <p:cNvSpPr/>
          <p:nvPr/>
        </p:nvSpPr>
        <p:spPr>
          <a:xfrm>
            <a:off x="4374892" y="1187708"/>
            <a:ext cx="431894" cy="431894"/>
          </a:xfrm>
          <a:custGeom>
            <a:avLst/>
            <a:gdLst/>
            <a:ahLst/>
            <a:cxnLst/>
            <a:rect l="l" t="t" r="r" b="b"/>
            <a:pathLst>
              <a:path w="431894" h="431894">
                <a:moveTo>
                  <a:pt x="107973" y="0"/>
                </a:moveTo>
                <a:lnTo>
                  <a:pt x="323920" y="0"/>
                </a:lnTo>
                <a:cubicBezTo>
                  <a:pt x="383552" y="0"/>
                  <a:pt x="431894" y="48341"/>
                  <a:pt x="431894" y="107973"/>
                </a:cubicBezTo>
                <a:lnTo>
                  <a:pt x="431894" y="323920"/>
                </a:lnTo>
                <a:cubicBezTo>
                  <a:pt x="431894" y="383552"/>
                  <a:pt x="383552" y="431894"/>
                  <a:pt x="323920" y="431894"/>
                </a:cubicBezTo>
                <a:lnTo>
                  <a:pt x="107973" y="431894"/>
                </a:lnTo>
                <a:cubicBezTo>
                  <a:pt x="48341" y="431894"/>
                  <a:pt x="0" y="383552"/>
                  <a:pt x="0" y="323920"/>
                </a:cubicBezTo>
                <a:lnTo>
                  <a:pt x="0" y="107973"/>
                </a:lnTo>
                <a:cubicBezTo>
                  <a:pt x="0" y="48381"/>
                  <a:pt x="48381" y="0"/>
                  <a:pt x="107973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500861" y="1313677"/>
            <a:ext cx="179956" cy="179956"/>
          </a:xfrm>
          <a:custGeom>
            <a:avLst/>
            <a:gdLst/>
            <a:ahLst/>
            <a:cxnLst/>
            <a:rect l="l" t="t" r="r" b="b"/>
            <a:pathLst>
              <a:path w="179956" h="179956">
                <a:moveTo>
                  <a:pt x="89978" y="0"/>
                </a:moveTo>
                <a:cubicBezTo>
                  <a:pt x="91595" y="0"/>
                  <a:pt x="93211" y="351"/>
                  <a:pt x="94688" y="1019"/>
                </a:cubicBezTo>
                <a:lnTo>
                  <a:pt x="160906" y="29102"/>
                </a:lnTo>
                <a:cubicBezTo>
                  <a:pt x="168638" y="32371"/>
                  <a:pt x="174402" y="39998"/>
                  <a:pt x="174367" y="49207"/>
                </a:cubicBezTo>
                <a:cubicBezTo>
                  <a:pt x="174192" y="84073"/>
                  <a:pt x="159851" y="147866"/>
                  <a:pt x="99292" y="176863"/>
                </a:cubicBezTo>
                <a:cubicBezTo>
                  <a:pt x="93422" y="179675"/>
                  <a:pt x="86604" y="179675"/>
                  <a:pt x="80734" y="176863"/>
                </a:cubicBezTo>
                <a:cubicBezTo>
                  <a:pt x="20140" y="147866"/>
                  <a:pt x="5835" y="84073"/>
                  <a:pt x="5659" y="49207"/>
                </a:cubicBezTo>
                <a:cubicBezTo>
                  <a:pt x="5624" y="39998"/>
                  <a:pt x="11388" y="32371"/>
                  <a:pt x="19120" y="29102"/>
                </a:cubicBezTo>
                <a:lnTo>
                  <a:pt x="85303" y="1019"/>
                </a:lnTo>
                <a:cubicBezTo>
                  <a:pt x="86779" y="351"/>
                  <a:pt x="88361" y="0"/>
                  <a:pt x="89978" y="0"/>
                </a:cubicBezTo>
                <a:close/>
                <a:moveTo>
                  <a:pt x="89978" y="23479"/>
                </a:moveTo>
                <a:lnTo>
                  <a:pt x="89978" y="156372"/>
                </a:lnTo>
                <a:cubicBezTo>
                  <a:pt x="138482" y="132893"/>
                  <a:pt x="151521" y="80875"/>
                  <a:pt x="151838" y="49734"/>
                </a:cubicBezTo>
                <a:lnTo>
                  <a:pt x="89978" y="23514"/>
                </a:lnTo>
                <a:lnTo>
                  <a:pt x="89978" y="2351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374892" y="1727575"/>
            <a:ext cx="3527132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Leak-Free Features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74892" y="2051495"/>
            <a:ext cx="3509137" cy="701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4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Implemented rigorous </a:t>
            </a:r>
            <a:pPr>
              <a:lnSpc>
                <a:spcPct val="140000"/>
              </a:lnSpc>
            </a:pPr>
            <a:r>
              <a:rPr lang="en-US" sz="1134" b="1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shift(1) methodology</a:t>
            </a:r>
            <a:pPr>
              <a:lnSpc>
                <a:spcPct val="140000"/>
              </a:lnSpc>
            </a:pPr>
            <a:r>
              <a:rPr lang="en-US" sz="1134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across all features, ensuring no future data contamination and realistic model evaluation.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01944" y="1043743"/>
            <a:ext cx="3725083" cy="1853544"/>
          </a:xfrm>
          <a:custGeom>
            <a:avLst/>
            <a:gdLst/>
            <a:ahLst/>
            <a:cxnLst/>
            <a:rect l="l" t="t" r="r" b="b"/>
            <a:pathLst>
              <a:path w="3725083" h="1853544">
                <a:moveTo>
                  <a:pt x="143965" y="0"/>
                </a:moveTo>
                <a:lnTo>
                  <a:pt x="3581119" y="0"/>
                </a:lnTo>
                <a:cubicBezTo>
                  <a:pt x="3660628" y="0"/>
                  <a:pt x="3725083" y="64455"/>
                  <a:pt x="3725083" y="143965"/>
                </a:cubicBezTo>
                <a:lnTo>
                  <a:pt x="3725083" y="1709579"/>
                </a:lnTo>
                <a:cubicBezTo>
                  <a:pt x="3725083" y="1789089"/>
                  <a:pt x="3660628" y="1853544"/>
                  <a:pt x="3581119" y="1853544"/>
                </a:cubicBezTo>
                <a:lnTo>
                  <a:pt x="143965" y="1853544"/>
                </a:lnTo>
                <a:cubicBezTo>
                  <a:pt x="64455" y="1853544"/>
                  <a:pt x="0" y="1789089"/>
                  <a:pt x="0" y="1709579"/>
                </a:cubicBezTo>
                <a:lnTo>
                  <a:pt x="0" y="143965"/>
                </a:lnTo>
                <a:cubicBezTo>
                  <a:pt x="0" y="64508"/>
                  <a:pt x="64508" y="0"/>
                  <a:pt x="143965" y="0"/>
                </a:cubicBezTo>
                <a:close/>
              </a:path>
            </a:pathLst>
          </a:custGeom>
          <a:gradFill rotWithShape="1" flip="none">
            <a:gsLst>
              <a:gs pos="0">
                <a:srgbClr val="3B82F6"/>
              </a:gs>
              <a:gs pos="100000">
                <a:srgbClr val="1E3A8A"/>
              </a:gs>
            </a:gsLst>
            <a:lin ang="2700000" scaled="1"/>
          </a:gradFill>
          <a:ln/>
        </p:spPr>
      </p:sp>
      <p:sp>
        <p:nvSpPr>
          <p:cNvPr id="17" name="Shape 15"/>
          <p:cNvSpPr/>
          <p:nvPr/>
        </p:nvSpPr>
        <p:spPr>
          <a:xfrm>
            <a:off x="8245908" y="1187708"/>
            <a:ext cx="431894" cy="431894"/>
          </a:xfrm>
          <a:custGeom>
            <a:avLst/>
            <a:gdLst/>
            <a:ahLst/>
            <a:cxnLst/>
            <a:rect l="l" t="t" r="r" b="b"/>
            <a:pathLst>
              <a:path w="431894" h="431894">
                <a:moveTo>
                  <a:pt x="107973" y="0"/>
                </a:moveTo>
                <a:lnTo>
                  <a:pt x="323920" y="0"/>
                </a:lnTo>
                <a:cubicBezTo>
                  <a:pt x="383552" y="0"/>
                  <a:pt x="431894" y="48341"/>
                  <a:pt x="431894" y="107973"/>
                </a:cubicBezTo>
                <a:lnTo>
                  <a:pt x="431894" y="323920"/>
                </a:lnTo>
                <a:cubicBezTo>
                  <a:pt x="431894" y="383552"/>
                  <a:pt x="383552" y="431894"/>
                  <a:pt x="323920" y="431894"/>
                </a:cubicBezTo>
                <a:lnTo>
                  <a:pt x="107973" y="431894"/>
                </a:lnTo>
                <a:cubicBezTo>
                  <a:pt x="48341" y="431894"/>
                  <a:pt x="0" y="383552"/>
                  <a:pt x="0" y="323920"/>
                </a:cubicBezTo>
                <a:lnTo>
                  <a:pt x="0" y="107973"/>
                </a:lnTo>
                <a:cubicBezTo>
                  <a:pt x="0" y="48381"/>
                  <a:pt x="48381" y="0"/>
                  <a:pt x="107973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371877" y="1313677"/>
            <a:ext cx="179956" cy="179956"/>
          </a:xfrm>
          <a:custGeom>
            <a:avLst/>
            <a:gdLst/>
            <a:ahLst/>
            <a:cxnLst/>
            <a:rect l="l" t="t" r="r" b="b"/>
            <a:pathLst>
              <a:path w="179956" h="179956">
                <a:moveTo>
                  <a:pt x="89978" y="0"/>
                </a:moveTo>
                <a:cubicBezTo>
                  <a:pt x="139638" y="0"/>
                  <a:pt x="179956" y="40318"/>
                  <a:pt x="179956" y="89978"/>
                </a:cubicBezTo>
                <a:cubicBezTo>
                  <a:pt x="179956" y="139638"/>
                  <a:pt x="139638" y="179956"/>
                  <a:pt x="89978" y="179956"/>
                </a:cubicBezTo>
                <a:cubicBezTo>
                  <a:pt x="40318" y="179956"/>
                  <a:pt x="0" y="139638"/>
                  <a:pt x="0" y="89978"/>
                </a:cubicBezTo>
                <a:cubicBezTo>
                  <a:pt x="0" y="40318"/>
                  <a:pt x="40318" y="0"/>
                  <a:pt x="89978" y="0"/>
                </a:cubicBezTo>
                <a:close/>
                <a:moveTo>
                  <a:pt x="81542" y="42177"/>
                </a:moveTo>
                <a:lnTo>
                  <a:pt x="81542" y="89978"/>
                </a:lnTo>
                <a:cubicBezTo>
                  <a:pt x="81542" y="92790"/>
                  <a:pt x="82948" y="95426"/>
                  <a:pt x="85303" y="97007"/>
                </a:cubicBezTo>
                <a:lnTo>
                  <a:pt x="119045" y="119502"/>
                </a:lnTo>
                <a:cubicBezTo>
                  <a:pt x="122911" y="122103"/>
                  <a:pt x="128148" y="121048"/>
                  <a:pt x="130749" y="117147"/>
                </a:cubicBezTo>
                <a:cubicBezTo>
                  <a:pt x="133350" y="113246"/>
                  <a:pt x="132296" y="108044"/>
                  <a:pt x="128394" y="105443"/>
                </a:cubicBezTo>
                <a:lnTo>
                  <a:pt x="98413" y="85479"/>
                </a:lnTo>
                <a:lnTo>
                  <a:pt x="98413" y="42177"/>
                </a:lnTo>
                <a:cubicBezTo>
                  <a:pt x="98413" y="37502"/>
                  <a:pt x="94652" y="33742"/>
                  <a:pt x="89978" y="33742"/>
                </a:cubicBezTo>
                <a:cubicBezTo>
                  <a:pt x="85303" y="33742"/>
                  <a:pt x="81542" y="37502"/>
                  <a:pt x="81542" y="4217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8245908" y="1727575"/>
            <a:ext cx="3527132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Time-Series Validation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45908" y="2051495"/>
            <a:ext cx="3509137" cy="467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4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Applied proper </a:t>
            </a:r>
            <a:pPr>
              <a:lnSpc>
                <a:spcPct val="140000"/>
              </a:lnSpc>
            </a:pPr>
            <a:r>
              <a:rPr lang="en-US" sz="1134" b="1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temporal train-test splits</a:t>
            </a:r>
            <a:pPr>
              <a:lnSpc>
                <a:spcPct val="140000"/>
              </a:lnSpc>
            </a:pPr>
            <a:r>
              <a:rPr lang="en-US" sz="1134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(Train &lt;2023 | Val 2023 | Test ≥2024) with no random shuffling.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68909" y="3014258"/>
            <a:ext cx="3707088" cy="2267442"/>
          </a:xfrm>
          <a:custGeom>
            <a:avLst/>
            <a:gdLst/>
            <a:ahLst/>
            <a:cxnLst/>
            <a:rect l="l" t="t" r="r" b="b"/>
            <a:pathLst>
              <a:path w="3707088" h="2267442">
                <a:moveTo>
                  <a:pt x="143960" y="0"/>
                </a:moveTo>
                <a:lnTo>
                  <a:pt x="3563128" y="0"/>
                </a:lnTo>
                <a:cubicBezTo>
                  <a:pt x="3642582" y="0"/>
                  <a:pt x="3707088" y="64506"/>
                  <a:pt x="3707088" y="143960"/>
                </a:cubicBezTo>
                <a:lnTo>
                  <a:pt x="3707088" y="2123482"/>
                </a:lnTo>
                <a:cubicBezTo>
                  <a:pt x="3707088" y="2202936"/>
                  <a:pt x="3642582" y="2267442"/>
                  <a:pt x="3563128" y="2267442"/>
                </a:cubicBezTo>
                <a:lnTo>
                  <a:pt x="143960" y="2267442"/>
                </a:lnTo>
                <a:cubicBezTo>
                  <a:pt x="64506" y="2267442"/>
                  <a:pt x="0" y="2202936"/>
                  <a:pt x="0" y="2123482"/>
                </a:cubicBezTo>
                <a:lnTo>
                  <a:pt x="0" y="143960"/>
                </a:lnTo>
                <a:cubicBezTo>
                  <a:pt x="0" y="64506"/>
                  <a:pt x="64506" y="0"/>
                  <a:pt x="143960" y="0"/>
                </a:cubicBezTo>
                <a:close/>
              </a:path>
            </a:pathLst>
          </a:custGeom>
          <a:solidFill>
            <a:srgbClr val="F9FAFB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872" y="3167221"/>
            <a:ext cx="431894" cy="431894"/>
          </a:xfrm>
          <a:custGeom>
            <a:avLst/>
            <a:gdLst/>
            <a:ahLst/>
            <a:cxnLst/>
            <a:rect l="l" t="t" r="r" b="b"/>
            <a:pathLst>
              <a:path w="431894" h="431894">
                <a:moveTo>
                  <a:pt x="107973" y="0"/>
                </a:moveTo>
                <a:lnTo>
                  <a:pt x="323920" y="0"/>
                </a:lnTo>
                <a:cubicBezTo>
                  <a:pt x="383552" y="0"/>
                  <a:pt x="431894" y="48341"/>
                  <a:pt x="431894" y="107973"/>
                </a:cubicBezTo>
                <a:lnTo>
                  <a:pt x="431894" y="323920"/>
                </a:lnTo>
                <a:cubicBezTo>
                  <a:pt x="431894" y="383552"/>
                  <a:pt x="383552" y="431894"/>
                  <a:pt x="323920" y="431894"/>
                </a:cubicBezTo>
                <a:lnTo>
                  <a:pt x="107973" y="431894"/>
                </a:lnTo>
                <a:cubicBezTo>
                  <a:pt x="48341" y="431894"/>
                  <a:pt x="0" y="383552"/>
                  <a:pt x="0" y="323920"/>
                </a:cubicBezTo>
                <a:lnTo>
                  <a:pt x="0" y="107973"/>
                </a:lnTo>
                <a:cubicBezTo>
                  <a:pt x="0" y="48381"/>
                  <a:pt x="48381" y="0"/>
                  <a:pt x="107973" y="0"/>
                </a:cubicBez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23" name="Shape 21"/>
          <p:cNvSpPr/>
          <p:nvPr/>
        </p:nvSpPr>
        <p:spPr>
          <a:xfrm>
            <a:off x="647841" y="3293190"/>
            <a:ext cx="179956" cy="179956"/>
          </a:xfrm>
          <a:custGeom>
            <a:avLst/>
            <a:gdLst/>
            <a:ahLst/>
            <a:cxnLst/>
            <a:rect l="l" t="t" r="r" b="b"/>
            <a:pathLst>
              <a:path w="179956" h="179956">
                <a:moveTo>
                  <a:pt x="50718" y="0"/>
                </a:moveTo>
                <a:lnTo>
                  <a:pt x="129449" y="0"/>
                </a:lnTo>
                <a:cubicBezTo>
                  <a:pt x="138763" y="0"/>
                  <a:pt x="146355" y="7662"/>
                  <a:pt x="146003" y="16941"/>
                </a:cubicBezTo>
                <a:cubicBezTo>
                  <a:pt x="145933" y="18804"/>
                  <a:pt x="145863" y="20667"/>
                  <a:pt x="145757" y="22494"/>
                </a:cubicBezTo>
                <a:lnTo>
                  <a:pt x="163190" y="22494"/>
                </a:lnTo>
                <a:cubicBezTo>
                  <a:pt x="172364" y="22494"/>
                  <a:pt x="180448" y="30086"/>
                  <a:pt x="179745" y="39998"/>
                </a:cubicBezTo>
                <a:cubicBezTo>
                  <a:pt x="177109" y="76446"/>
                  <a:pt x="158481" y="96480"/>
                  <a:pt x="138271" y="106954"/>
                </a:cubicBezTo>
                <a:cubicBezTo>
                  <a:pt x="132717" y="109836"/>
                  <a:pt x="127059" y="111980"/>
                  <a:pt x="121681" y="113562"/>
                </a:cubicBezTo>
                <a:cubicBezTo>
                  <a:pt x="114581" y="123614"/>
                  <a:pt x="107200" y="128921"/>
                  <a:pt x="101331" y="131768"/>
                </a:cubicBezTo>
                <a:lnTo>
                  <a:pt x="101331" y="157461"/>
                </a:lnTo>
                <a:lnTo>
                  <a:pt x="123825" y="157461"/>
                </a:lnTo>
                <a:cubicBezTo>
                  <a:pt x="130046" y="157461"/>
                  <a:pt x="135072" y="162487"/>
                  <a:pt x="135072" y="168708"/>
                </a:cubicBezTo>
                <a:cubicBezTo>
                  <a:pt x="135072" y="174930"/>
                  <a:pt x="130046" y="179956"/>
                  <a:pt x="123825" y="179956"/>
                </a:cubicBezTo>
                <a:lnTo>
                  <a:pt x="56342" y="179956"/>
                </a:lnTo>
                <a:cubicBezTo>
                  <a:pt x="50120" y="179956"/>
                  <a:pt x="45094" y="174930"/>
                  <a:pt x="45094" y="168708"/>
                </a:cubicBezTo>
                <a:cubicBezTo>
                  <a:pt x="45094" y="162487"/>
                  <a:pt x="50120" y="157461"/>
                  <a:pt x="56342" y="157461"/>
                </a:cubicBezTo>
                <a:lnTo>
                  <a:pt x="78836" y="157461"/>
                </a:lnTo>
                <a:lnTo>
                  <a:pt x="78836" y="131768"/>
                </a:lnTo>
                <a:cubicBezTo>
                  <a:pt x="73212" y="129062"/>
                  <a:pt x="66218" y="124036"/>
                  <a:pt x="59399" y="114792"/>
                </a:cubicBezTo>
                <a:cubicBezTo>
                  <a:pt x="52932" y="113105"/>
                  <a:pt x="45903" y="110539"/>
                  <a:pt x="39049" y="106673"/>
                </a:cubicBezTo>
                <a:cubicBezTo>
                  <a:pt x="20034" y="96023"/>
                  <a:pt x="2882" y="75954"/>
                  <a:pt x="422" y="39928"/>
                </a:cubicBezTo>
                <a:cubicBezTo>
                  <a:pt x="-246" y="30051"/>
                  <a:pt x="7803" y="22459"/>
                  <a:pt x="16976" y="22459"/>
                </a:cubicBezTo>
                <a:lnTo>
                  <a:pt x="34410" y="22459"/>
                </a:lnTo>
                <a:cubicBezTo>
                  <a:pt x="34304" y="20632"/>
                  <a:pt x="34234" y="18804"/>
                  <a:pt x="34163" y="16906"/>
                </a:cubicBezTo>
                <a:cubicBezTo>
                  <a:pt x="33812" y="7592"/>
                  <a:pt x="41404" y="-35"/>
                  <a:pt x="50718" y="-35"/>
                </a:cubicBezTo>
                <a:close/>
                <a:moveTo>
                  <a:pt x="35675" y="39365"/>
                </a:moveTo>
                <a:lnTo>
                  <a:pt x="17257" y="39365"/>
                </a:lnTo>
                <a:cubicBezTo>
                  <a:pt x="19437" y="69135"/>
                  <a:pt x="33109" y="84038"/>
                  <a:pt x="47203" y="91946"/>
                </a:cubicBezTo>
                <a:cubicBezTo>
                  <a:pt x="42142" y="78836"/>
                  <a:pt x="37959" y="61719"/>
                  <a:pt x="35675" y="39365"/>
                </a:cubicBezTo>
                <a:close/>
                <a:moveTo>
                  <a:pt x="133561" y="90259"/>
                </a:moveTo>
                <a:cubicBezTo>
                  <a:pt x="147796" y="81894"/>
                  <a:pt x="160660" y="67026"/>
                  <a:pt x="162839" y="39365"/>
                </a:cubicBezTo>
                <a:lnTo>
                  <a:pt x="144457" y="39365"/>
                </a:lnTo>
                <a:cubicBezTo>
                  <a:pt x="142277" y="60770"/>
                  <a:pt x="138341" y="77395"/>
                  <a:pt x="133561" y="9025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1061739" y="3257199"/>
            <a:ext cx="1286683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7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Performer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21872" y="3707088"/>
            <a:ext cx="3473145" cy="701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4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</a:t>
            </a:r>
            <a:pPr>
              <a:lnSpc>
                <a:spcPct val="140000"/>
              </a:lnSpc>
            </a:pPr>
            <a:r>
              <a:rPr lang="en-US" sz="1134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emerged as the top model for both batsman and bowler predictions, with superior MAE scores.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21872" y="4516889"/>
            <a:ext cx="1664590" cy="611849"/>
          </a:xfrm>
          <a:custGeom>
            <a:avLst/>
            <a:gdLst/>
            <a:ahLst/>
            <a:cxnLst/>
            <a:rect l="l" t="t" r="r" b="b"/>
            <a:pathLst>
              <a:path w="1664590" h="611849">
                <a:moveTo>
                  <a:pt x="71984" y="0"/>
                </a:moveTo>
                <a:lnTo>
                  <a:pt x="1592606" y="0"/>
                </a:lnTo>
                <a:cubicBezTo>
                  <a:pt x="1632335" y="0"/>
                  <a:pt x="1664590" y="32255"/>
                  <a:pt x="1664590" y="71984"/>
                </a:cubicBezTo>
                <a:lnTo>
                  <a:pt x="1664590" y="539865"/>
                </a:lnTo>
                <a:cubicBezTo>
                  <a:pt x="1664590" y="579621"/>
                  <a:pt x="1632362" y="611849"/>
                  <a:pt x="1592606" y="611849"/>
                </a:cubicBezTo>
                <a:lnTo>
                  <a:pt x="71984" y="611849"/>
                </a:lnTo>
                <a:cubicBezTo>
                  <a:pt x="32255" y="611849"/>
                  <a:pt x="0" y="579594"/>
                  <a:pt x="0" y="539865"/>
                </a:cubicBezTo>
                <a:lnTo>
                  <a:pt x="0" y="71984"/>
                </a:lnTo>
                <a:cubicBezTo>
                  <a:pt x="0" y="32228"/>
                  <a:pt x="32228" y="0"/>
                  <a:pt x="71984" y="0"/>
                </a:cubicBezTo>
                <a:close/>
              </a:path>
            </a:pathLst>
          </a:custGeom>
          <a:solidFill>
            <a:srgbClr val="1E3A8A">
              <a:alpha val="1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57863" y="4588871"/>
            <a:ext cx="1592608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4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Batsman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8865" y="4804818"/>
            <a:ext cx="1610604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7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10.48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259428" y="4516889"/>
            <a:ext cx="1664590" cy="611849"/>
          </a:xfrm>
          <a:custGeom>
            <a:avLst/>
            <a:gdLst/>
            <a:ahLst/>
            <a:cxnLst/>
            <a:rect l="l" t="t" r="r" b="b"/>
            <a:pathLst>
              <a:path w="1664590" h="611849">
                <a:moveTo>
                  <a:pt x="71984" y="0"/>
                </a:moveTo>
                <a:lnTo>
                  <a:pt x="1592606" y="0"/>
                </a:lnTo>
                <a:cubicBezTo>
                  <a:pt x="1632335" y="0"/>
                  <a:pt x="1664590" y="32255"/>
                  <a:pt x="1664590" y="71984"/>
                </a:cubicBezTo>
                <a:lnTo>
                  <a:pt x="1664590" y="539865"/>
                </a:lnTo>
                <a:cubicBezTo>
                  <a:pt x="1664590" y="579621"/>
                  <a:pt x="1632362" y="611849"/>
                  <a:pt x="1592606" y="611849"/>
                </a:cubicBezTo>
                <a:lnTo>
                  <a:pt x="71984" y="611849"/>
                </a:lnTo>
                <a:cubicBezTo>
                  <a:pt x="32255" y="611849"/>
                  <a:pt x="0" y="579594"/>
                  <a:pt x="0" y="539865"/>
                </a:cubicBezTo>
                <a:lnTo>
                  <a:pt x="0" y="71984"/>
                </a:lnTo>
                <a:cubicBezTo>
                  <a:pt x="0" y="32228"/>
                  <a:pt x="32228" y="0"/>
                  <a:pt x="71984" y="0"/>
                </a:cubicBezTo>
                <a:close/>
              </a:path>
            </a:pathLst>
          </a:custGeom>
          <a:solidFill>
            <a:srgbClr val="1E3A8A">
              <a:alpha val="10196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2295420" y="4588871"/>
            <a:ext cx="1592608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4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Bowler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286422" y="4804818"/>
            <a:ext cx="1610604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17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0.115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239925" y="3014258"/>
            <a:ext cx="3707088" cy="2267442"/>
          </a:xfrm>
          <a:custGeom>
            <a:avLst/>
            <a:gdLst/>
            <a:ahLst/>
            <a:cxnLst/>
            <a:rect l="l" t="t" r="r" b="b"/>
            <a:pathLst>
              <a:path w="3707088" h="2267442">
                <a:moveTo>
                  <a:pt x="143960" y="0"/>
                </a:moveTo>
                <a:lnTo>
                  <a:pt x="3563128" y="0"/>
                </a:lnTo>
                <a:cubicBezTo>
                  <a:pt x="3642582" y="0"/>
                  <a:pt x="3707088" y="64506"/>
                  <a:pt x="3707088" y="143960"/>
                </a:cubicBezTo>
                <a:lnTo>
                  <a:pt x="3707088" y="2123482"/>
                </a:lnTo>
                <a:cubicBezTo>
                  <a:pt x="3707088" y="2202936"/>
                  <a:pt x="3642582" y="2267442"/>
                  <a:pt x="3563128" y="2267442"/>
                </a:cubicBezTo>
                <a:lnTo>
                  <a:pt x="143960" y="2267442"/>
                </a:lnTo>
                <a:cubicBezTo>
                  <a:pt x="64506" y="2267442"/>
                  <a:pt x="0" y="2202936"/>
                  <a:pt x="0" y="2123482"/>
                </a:cubicBezTo>
                <a:lnTo>
                  <a:pt x="0" y="143960"/>
                </a:lnTo>
                <a:cubicBezTo>
                  <a:pt x="0" y="64506"/>
                  <a:pt x="64506" y="0"/>
                  <a:pt x="143960" y="0"/>
                </a:cubicBezTo>
                <a:close/>
              </a:path>
            </a:pathLst>
          </a:custGeom>
          <a:solidFill>
            <a:srgbClr val="F9FAFB"/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92888" y="3167221"/>
            <a:ext cx="431894" cy="431894"/>
          </a:xfrm>
          <a:custGeom>
            <a:avLst/>
            <a:gdLst/>
            <a:ahLst/>
            <a:cxnLst/>
            <a:rect l="l" t="t" r="r" b="b"/>
            <a:pathLst>
              <a:path w="431894" h="431894">
                <a:moveTo>
                  <a:pt x="107973" y="0"/>
                </a:moveTo>
                <a:lnTo>
                  <a:pt x="323920" y="0"/>
                </a:lnTo>
                <a:cubicBezTo>
                  <a:pt x="383552" y="0"/>
                  <a:pt x="431894" y="48341"/>
                  <a:pt x="431894" y="107973"/>
                </a:cubicBezTo>
                <a:lnTo>
                  <a:pt x="431894" y="323920"/>
                </a:lnTo>
                <a:cubicBezTo>
                  <a:pt x="431894" y="383552"/>
                  <a:pt x="383552" y="431894"/>
                  <a:pt x="323920" y="431894"/>
                </a:cubicBezTo>
                <a:lnTo>
                  <a:pt x="107973" y="431894"/>
                </a:lnTo>
                <a:cubicBezTo>
                  <a:pt x="48341" y="431894"/>
                  <a:pt x="0" y="383552"/>
                  <a:pt x="0" y="323920"/>
                </a:cubicBezTo>
                <a:lnTo>
                  <a:pt x="0" y="107973"/>
                </a:lnTo>
                <a:cubicBezTo>
                  <a:pt x="0" y="48381"/>
                  <a:pt x="48381" y="0"/>
                  <a:pt x="107973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4518857" y="3293190"/>
            <a:ext cx="179956" cy="179956"/>
          </a:xfrm>
          <a:custGeom>
            <a:avLst/>
            <a:gdLst/>
            <a:ahLst/>
            <a:cxnLst/>
            <a:rect l="l" t="t" r="r" b="b"/>
            <a:pathLst>
              <a:path w="179956" h="179956">
                <a:moveTo>
                  <a:pt x="42177" y="19683"/>
                </a:moveTo>
                <a:cubicBezTo>
                  <a:pt x="42177" y="8822"/>
                  <a:pt x="50999" y="0"/>
                  <a:pt x="61860" y="0"/>
                </a:cubicBezTo>
                <a:lnTo>
                  <a:pt x="70295" y="0"/>
                </a:lnTo>
                <a:cubicBezTo>
                  <a:pt x="76516" y="0"/>
                  <a:pt x="81542" y="5026"/>
                  <a:pt x="81542" y="11247"/>
                </a:cubicBezTo>
                <a:lnTo>
                  <a:pt x="81542" y="168708"/>
                </a:lnTo>
                <a:cubicBezTo>
                  <a:pt x="81542" y="174930"/>
                  <a:pt x="76516" y="179956"/>
                  <a:pt x="70295" y="179956"/>
                </a:cubicBezTo>
                <a:lnTo>
                  <a:pt x="59048" y="179956"/>
                </a:lnTo>
                <a:cubicBezTo>
                  <a:pt x="48574" y="179956"/>
                  <a:pt x="39752" y="172786"/>
                  <a:pt x="37256" y="163085"/>
                </a:cubicBezTo>
                <a:cubicBezTo>
                  <a:pt x="37010" y="163085"/>
                  <a:pt x="36800" y="163085"/>
                  <a:pt x="36554" y="163085"/>
                </a:cubicBezTo>
                <a:cubicBezTo>
                  <a:pt x="21018" y="163085"/>
                  <a:pt x="8435" y="150502"/>
                  <a:pt x="8435" y="134967"/>
                </a:cubicBezTo>
                <a:cubicBezTo>
                  <a:pt x="8435" y="128640"/>
                  <a:pt x="10544" y="122806"/>
                  <a:pt x="14059" y="118096"/>
                </a:cubicBezTo>
                <a:cubicBezTo>
                  <a:pt x="7240" y="112964"/>
                  <a:pt x="2812" y="104810"/>
                  <a:pt x="2812" y="95601"/>
                </a:cubicBezTo>
                <a:cubicBezTo>
                  <a:pt x="2812" y="84741"/>
                  <a:pt x="8998" y="75286"/>
                  <a:pt x="17996" y="70612"/>
                </a:cubicBezTo>
                <a:cubicBezTo>
                  <a:pt x="15500" y="66394"/>
                  <a:pt x="14059" y="61473"/>
                  <a:pt x="14059" y="56236"/>
                </a:cubicBezTo>
                <a:cubicBezTo>
                  <a:pt x="14059" y="40701"/>
                  <a:pt x="26642" y="28118"/>
                  <a:pt x="42177" y="28118"/>
                </a:cubicBezTo>
                <a:lnTo>
                  <a:pt x="42177" y="19683"/>
                </a:lnTo>
                <a:close/>
                <a:moveTo>
                  <a:pt x="137779" y="19683"/>
                </a:moveTo>
                <a:lnTo>
                  <a:pt x="137779" y="28118"/>
                </a:lnTo>
                <a:cubicBezTo>
                  <a:pt x="153314" y="28118"/>
                  <a:pt x="165897" y="40701"/>
                  <a:pt x="165897" y="56236"/>
                </a:cubicBezTo>
                <a:cubicBezTo>
                  <a:pt x="165897" y="61508"/>
                  <a:pt x="164456" y="66429"/>
                  <a:pt x="161960" y="70612"/>
                </a:cubicBezTo>
                <a:cubicBezTo>
                  <a:pt x="170993" y="75286"/>
                  <a:pt x="177144" y="84706"/>
                  <a:pt x="177144" y="95601"/>
                </a:cubicBezTo>
                <a:cubicBezTo>
                  <a:pt x="177144" y="104810"/>
                  <a:pt x="172715" y="112964"/>
                  <a:pt x="165897" y="118096"/>
                </a:cubicBezTo>
                <a:cubicBezTo>
                  <a:pt x="169411" y="122806"/>
                  <a:pt x="171520" y="128640"/>
                  <a:pt x="171520" y="134967"/>
                </a:cubicBezTo>
                <a:cubicBezTo>
                  <a:pt x="171520" y="150502"/>
                  <a:pt x="158937" y="163085"/>
                  <a:pt x="143402" y="163085"/>
                </a:cubicBezTo>
                <a:cubicBezTo>
                  <a:pt x="143156" y="163085"/>
                  <a:pt x="142945" y="163085"/>
                  <a:pt x="142699" y="163085"/>
                </a:cubicBezTo>
                <a:cubicBezTo>
                  <a:pt x="140204" y="172786"/>
                  <a:pt x="131382" y="179956"/>
                  <a:pt x="120908" y="179956"/>
                </a:cubicBezTo>
                <a:lnTo>
                  <a:pt x="109661" y="179956"/>
                </a:lnTo>
                <a:cubicBezTo>
                  <a:pt x="103439" y="179956"/>
                  <a:pt x="98413" y="174930"/>
                  <a:pt x="98413" y="168708"/>
                </a:cubicBezTo>
                <a:lnTo>
                  <a:pt x="98413" y="11247"/>
                </a:lnTo>
                <a:cubicBezTo>
                  <a:pt x="98413" y="5026"/>
                  <a:pt x="103439" y="0"/>
                  <a:pt x="109661" y="0"/>
                </a:cubicBezTo>
                <a:lnTo>
                  <a:pt x="118096" y="0"/>
                </a:lnTo>
                <a:cubicBezTo>
                  <a:pt x="128957" y="0"/>
                  <a:pt x="137779" y="8822"/>
                  <a:pt x="137779" y="1968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4932755" y="3257199"/>
            <a:ext cx="1655593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7" b="1" dirty="0">
                <a:solidFill>
                  <a:srgbClr val="8B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SHAP Explainability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392888" y="3707088"/>
            <a:ext cx="3473145" cy="467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4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Integrated </a:t>
            </a:r>
            <a:pPr>
              <a:lnSpc>
                <a:spcPct val="140000"/>
              </a:lnSpc>
            </a:pPr>
            <a:r>
              <a:rPr lang="en-US" sz="1134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SHAP values</a:t>
            </a:r>
            <a:pPr>
              <a:lnSpc>
                <a:spcPct val="140000"/>
              </a:lnSpc>
            </a:pPr>
            <a:r>
              <a:rPr lang="en-US" sz="1134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provide transparency, showing which features drive each prediction.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410883" y="4282946"/>
            <a:ext cx="3383168" cy="431894"/>
          </a:xfrm>
          <a:custGeom>
            <a:avLst/>
            <a:gdLst/>
            <a:ahLst/>
            <a:cxnLst/>
            <a:rect l="l" t="t" r="r" b="b"/>
            <a:pathLst>
              <a:path w="3383168" h="431894">
                <a:moveTo>
                  <a:pt x="35991" y="0"/>
                </a:moveTo>
                <a:lnTo>
                  <a:pt x="3311184" y="0"/>
                </a:lnTo>
                <a:cubicBezTo>
                  <a:pt x="3350939" y="0"/>
                  <a:pt x="3383168" y="32228"/>
                  <a:pt x="3383168" y="71984"/>
                </a:cubicBezTo>
                <a:lnTo>
                  <a:pt x="3383168" y="359910"/>
                </a:lnTo>
                <a:cubicBezTo>
                  <a:pt x="3383168" y="399666"/>
                  <a:pt x="3350939" y="431894"/>
                  <a:pt x="3311184" y="431894"/>
                </a:cubicBezTo>
                <a:lnTo>
                  <a:pt x="35991" y="431894"/>
                </a:lnTo>
                <a:cubicBezTo>
                  <a:pt x="16114" y="431894"/>
                  <a:pt x="0" y="415780"/>
                  <a:pt x="0" y="395903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410883" y="4282946"/>
            <a:ext cx="35991" cy="431894"/>
          </a:xfrm>
          <a:custGeom>
            <a:avLst/>
            <a:gdLst/>
            <a:ahLst/>
            <a:cxnLst/>
            <a:rect l="l" t="t" r="r" b="b"/>
            <a:pathLst>
              <a:path w="35991" h="431894">
                <a:moveTo>
                  <a:pt x="35991" y="0"/>
                </a:moveTo>
                <a:lnTo>
                  <a:pt x="35991" y="0"/>
                </a:lnTo>
                <a:lnTo>
                  <a:pt x="35991" y="431894"/>
                </a:lnTo>
                <a:lnTo>
                  <a:pt x="35991" y="431894"/>
                </a:lnTo>
                <a:cubicBezTo>
                  <a:pt x="16114" y="431894"/>
                  <a:pt x="0" y="415780"/>
                  <a:pt x="0" y="395903"/>
                </a:cubicBezTo>
                <a:lnTo>
                  <a:pt x="0" y="35991"/>
                </a:lnTo>
                <a:cubicBezTo>
                  <a:pt x="0" y="16127"/>
                  <a:pt x="16127" y="0"/>
                  <a:pt x="35991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9" name="Shape 37"/>
          <p:cNvSpPr/>
          <p:nvPr/>
        </p:nvSpPr>
        <p:spPr>
          <a:xfrm>
            <a:off x="4572844" y="4426911"/>
            <a:ext cx="107973" cy="143965"/>
          </a:xfrm>
          <a:custGeom>
            <a:avLst/>
            <a:gdLst/>
            <a:ahLst/>
            <a:cxnLst/>
            <a:rect l="l" t="t" r="r" b="b"/>
            <a:pathLst>
              <a:path w="107973" h="143965">
                <a:moveTo>
                  <a:pt x="82358" y="107973"/>
                </a:moveTo>
                <a:cubicBezTo>
                  <a:pt x="84410" y="101703"/>
                  <a:pt x="88516" y="96023"/>
                  <a:pt x="93155" y="91131"/>
                </a:cubicBezTo>
                <a:cubicBezTo>
                  <a:pt x="102350" y="81458"/>
                  <a:pt x="107973" y="68383"/>
                  <a:pt x="107973" y="53987"/>
                </a:cubicBezTo>
                <a:cubicBezTo>
                  <a:pt x="107973" y="24182"/>
                  <a:pt x="83792" y="0"/>
                  <a:pt x="53987" y="0"/>
                </a:cubicBezTo>
                <a:cubicBezTo>
                  <a:pt x="24182" y="0"/>
                  <a:pt x="0" y="24182"/>
                  <a:pt x="0" y="53987"/>
                </a:cubicBezTo>
                <a:cubicBezTo>
                  <a:pt x="0" y="68383"/>
                  <a:pt x="5624" y="81458"/>
                  <a:pt x="14818" y="91131"/>
                </a:cubicBezTo>
                <a:cubicBezTo>
                  <a:pt x="19458" y="96023"/>
                  <a:pt x="23591" y="101703"/>
                  <a:pt x="25616" y="107973"/>
                </a:cubicBezTo>
                <a:lnTo>
                  <a:pt x="82330" y="107973"/>
                </a:lnTo>
                <a:close/>
                <a:moveTo>
                  <a:pt x="80980" y="121470"/>
                </a:moveTo>
                <a:lnTo>
                  <a:pt x="26993" y="121470"/>
                </a:lnTo>
                <a:lnTo>
                  <a:pt x="26993" y="125969"/>
                </a:lnTo>
                <a:cubicBezTo>
                  <a:pt x="26993" y="138397"/>
                  <a:pt x="37060" y="148463"/>
                  <a:pt x="49488" y="148463"/>
                </a:cubicBezTo>
                <a:lnTo>
                  <a:pt x="58486" y="148463"/>
                </a:lnTo>
                <a:cubicBezTo>
                  <a:pt x="70914" y="148463"/>
                  <a:pt x="80980" y="138397"/>
                  <a:pt x="80980" y="125969"/>
                </a:cubicBezTo>
                <a:lnTo>
                  <a:pt x="80980" y="121470"/>
                </a:lnTo>
                <a:close/>
                <a:moveTo>
                  <a:pt x="51737" y="31492"/>
                </a:moveTo>
                <a:cubicBezTo>
                  <a:pt x="40546" y="31492"/>
                  <a:pt x="31492" y="40546"/>
                  <a:pt x="31492" y="51737"/>
                </a:cubicBezTo>
                <a:cubicBezTo>
                  <a:pt x="31492" y="55477"/>
                  <a:pt x="28484" y="58486"/>
                  <a:pt x="24744" y="58486"/>
                </a:cubicBezTo>
                <a:cubicBezTo>
                  <a:pt x="21004" y="58486"/>
                  <a:pt x="17996" y="55477"/>
                  <a:pt x="17996" y="51737"/>
                </a:cubicBezTo>
                <a:cubicBezTo>
                  <a:pt x="17996" y="33095"/>
                  <a:pt x="33095" y="17996"/>
                  <a:pt x="51737" y="17996"/>
                </a:cubicBezTo>
                <a:cubicBezTo>
                  <a:pt x="55477" y="17996"/>
                  <a:pt x="58486" y="21004"/>
                  <a:pt x="58486" y="24744"/>
                </a:cubicBezTo>
                <a:cubicBezTo>
                  <a:pt x="58486" y="28484"/>
                  <a:pt x="55477" y="31492"/>
                  <a:pt x="51737" y="31492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0" name="Text 38"/>
          <p:cNvSpPr/>
          <p:nvPr/>
        </p:nvSpPr>
        <p:spPr>
          <a:xfrm>
            <a:off x="4767807" y="4390920"/>
            <a:ext cx="2990253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8B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Trust through transparency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110942" y="3014258"/>
            <a:ext cx="3707088" cy="2267442"/>
          </a:xfrm>
          <a:custGeom>
            <a:avLst/>
            <a:gdLst/>
            <a:ahLst/>
            <a:cxnLst/>
            <a:rect l="l" t="t" r="r" b="b"/>
            <a:pathLst>
              <a:path w="3707088" h="2267442">
                <a:moveTo>
                  <a:pt x="143960" y="0"/>
                </a:moveTo>
                <a:lnTo>
                  <a:pt x="3563128" y="0"/>
                </a:lnTo>
                <a:cubicBezTo>
                  <a:pt x="3642582" y="0"/>
                  <a:pt x="3707088" y="64506"/>
                  <a:pt x="3707088" y="143960"/>
                </a:cubicBezTo>
                <a:lnTo>
                  <a:pt x="3707088" y="2123482"/>
                </a:lnTo>
                <a:cubicBezTo>
                  <a:pt x="3707088" y="2202936"/>
                  <a:pt x="3642582" y="2267442"/>
                  <a:pt x="3563128" y="2267442"/>
                </a:cubicBezTo>
                <a:lnTo>
                  <a:pt x="143960" y="2267442"/>
                </a:lnTo>
                <a:cubicBezTo>
                  <a:pt x="64506" y="2267442"/>
                  <a:pt x="0" y="2202936"/>
                  <a:pt x="0" y="2123482"/>
                </a:cubicBezTo>
                <a:lnTo>
                  <a:pt x="0" y="143960"/>
                </a:lnTo>
                <a:cubicBezTo>
                  <a:pt x="0" y="64506"/>
                  <a:pt x="64506" y="0"/>
                  <a:pt x="143960" y="0"/>
                </a:cubicBezTo>
                <a:close/>
              </a:path>
            </a:pathLst>
          </a:custGeom>
          <a:solidFill>
            <a:srgbClr val="F9FAF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63904" y="3167221"/>
            <a:ext cx="431894" cy="431894"/>
          </a:xfrm>
          <a:custGeom>
            <a:avLst/>
            <a:gdLst/>
            <a:ahLst/>
            <a:cxnLst/>
            <a:rect l="l" t="t" r="r" b="b"/>
            <a:pathLst>
              <a:path w="431894" h="431894">
                <a:moveTo>
                  <a:pt x="107973" y="0"/>
                </a:moveTo>
                <a:lnTo>
                  <a:pt x="323920" y="0"/>
                </a:lnTo>
                <a:cubicBezTo>
                  <a:pt x="383552" y="0"/>
                  <a:pt x="431894" y="48341"/>
                  <a:pt x="431894" y="107973"/>
                </a:cubicBezTo>
                <a:lnTo>
                  <a:pt x="431894" y="323920"/>
                </a:lnTo>
                <a:cubicBezTo>
                  <a:pt x="431894" y="383552"/>
                  <a:pt x="383552" y="431894"/>
                  <a:pt x="323920" y="431894"/>
                </a:cubicBezTo>
                <a:lnTo>
                  <a:pt x="107973" y="431894"/>
                </a:lnTo>
                <a:cubicBezTo>
                  <a:pt x="48341" y="431894"/>
                  <a:pt x="0" y="383552"/>
                  <a:pt x="0" y="323920"/>
                </a:cubicBezTo>
                <a:lnTo>
                  <a:pt x="0" y="107973"/>
                </a:lnTo>
                <a:cubicBezTo>
                  <a:pt x="0" y="48381"/>
                  <a:pt x="48381" y="0"/>
                  <a:pt x="107973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3" name="Shape 41"/>
          <p:cNvSpPr/>
          <p:nvPr/>
        </p:nvSpPr>
        <p:spPr>
          <a:xfrm>
            <a:off x="8389873" y="3293190"/>
            <a:ext cx="179956" cy="179956"/>
          </a:xfrm>
          <a:custGeom>
            <a:avLst/>
            <a:gdLst/>
            <a:ahLst/>
            <a:cxnLst/>
            <a:rect l="l" t="t" r="r" b="b"/>
            <a:pathLst>
              <a:path w="179956" h="179956">
                <a:moveTo>
                  <a:pt x="44989" y="112472"/>
                </a:moveTo>
                <a:lnTo>
                  <a:pt x="8611" y="112472"/>
                </a:lnTo>
                <a:cubicBezTo>
                  <a:pt x="-141" y="112472"/>
                  <a:pt x="-5518" y="102947"/>
                  <a:pt x="-1019" y="95426"/>
                </a:cubicBezTo>
                <a:lnTo>
                  <a:pt x="17574" y="64426"/>
                </a:lnTo>
                <a:cubicBezTo>
                  <a:pt x="20632" y="59329"/>
                  <a:pt x="26115" y="56236"/>
                  <a:pt x="32055" y="56236"/>
                </a:cubicBezTo>
                <a:lnTo>
                  <a:pt x="65445" y="56236"/>
                </a:lnTo>
                <a:cubicBezTo>
                  <a:pt x="92192" y="10931"/>
                  <a:pt x="132085" y="8646"/>
                  <a:pt x="158762" y="12548"/>
                </a:cubicBezTo>
                <a:cubicBezTo>
                  <a:pt x="163261" y="13215"/>
                  <a:pt x="166775" y="16730"/>
                  <a:pt x="167408" y="21194"/>
                </a:cubicBezTo>
                <a:cubicBezTo>
                  <a:pt x="171309" y="47871"/>
                  <a:pt x="169025" y="87764"/>
                  <a:pt x="123720" y="114511"/>
                </a:cubicBezTo>
                <a:lnTo>
                  <a:pt x="123720" y="147901"/>
                </a:lnTo>
                <a:cubicBezTo>
                  <a:pt x="123720" y="153841"/>
                  <a:pt x="120627" y="159324"/>
                  <a:pt x="115530" y="162382"/>
                </a:cubicBezTo>
                <a:lnTo>
                  <a:pt x="84530" y="180975"/>
                </a:lnTo>
                <a:cubicBezTo>
                  <a:pt x="77044" y="185474"/>
                  <a:pt x="67483" y="180061"/>
                  <a:pt x="67483" y="171345"/>
                </a:cubicBezTo>
                <a:lnTo>
                  <a:pt x="67483" y="134967"/>
                </a:lnTo>
                <a:cubicBezTo>
                  <a:pt x="67483" y="122560"/>
                  <a:pt x="57396" y="112472"/>
                  <a:pt x="44989" y="112472"/>
                </a:cubicBezTo>
                <a:lnTo>
                  <a:pt x="44954" y="112472"/>
                </a:lnTo>
                <a:close/>
                <a:moveTo>
                  <a:pt x="140590" y="56236"/>
                </a:moveTo>
                <a:cubicBezTo>
                  <a:pt x="140590" y="46925"/>
                  <a:pt x="133031" y="39365"/>
                  <a:pt x="123720" y="39365"/>
                </a:cubicBezTo>
                <a:cubicBezTo>
                  <a:pt x="114408" y="39365"/>
                  <a:pt x="106849" y="46925"/>
                  <a:pt x="106849" y="56236"/>
                </a:cubicBezTo>
                <a:cubicBezTo>
                  <a:pt x="106849" y="65547"/>
                  <a:pt x="114408" y="73107"/>
                  <a:pt x="123720" y="73107"/>
                </a:cubicBezTo>
                <a:cubicBezTo>
                  <a:pt x="133031" y="73107"/>
                  <a:pt x="140590" y="65547"/>
                  <a:pt x="140590" y="5623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8803771" y="3257199"/>
            <a:ext cx="1529624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7" b="1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Production-Ready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263904" y="3707088"/>
            <a:ext cx="3473145" cy="467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4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Deployed a </a:t>
            </a:r>
            <a:pPr>
              <a:lnSpc>
                <a:spcPct val="140000"/>
              </a:lnSpc>
            </a:pPr>
            <a:r>
              <a:rPr lang="en-US" sz="1134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fully functional Streamlit dashboard</a:t>
            </a:r>
            <a:pPr>
              <a:lnSpc>
                <a:spcPct val="140000"/>
              </a:lnSpc>
            </a:pPr>
            <a:r>
              <a:rPr lang="en-US" sz="1134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caching, error handling, and responsive design.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281900" y="4318937"/>
            <a:ext cx="143965" cy="143965"/>
          </a:xfrm>
          <a:custGeom>
            <a:avLst/>
            <a:gdLst/>
            <a:ahLst/>
            <a:cxnLst/>
            <a:rect l="l" t="t" r="r" b="b"/>
            <a:pathLst>
              <a:path w="143965" h="143965">
                <a:moveTo>
                  <a:pt x="71982" y="143965"/>
                </a:moveTo>
                <a:cubicBezTo>
                  <a:pt x="111710" y="143965"/>
                  <a:pt x="143965" y="111710"/>
                  <a:pt x="143965" y="71982"/>
                </a:cubicBezTo>
                <a:cubicBezTo>
                  <a:pt x="143965" y="32254"/>
                  <a:pt x="111710" y="0"/>
                  <a:pt x="71982" y="0"/>
                </a:cubicBezTo>
                <a:cubicBezTo>
                  <a:pt x="32254" y="0"/>
                  <a:pt x="0" y="32254"/>
                  <a:pt x="0" y="71982"/>
                </a:cubicBezTo>
                <a:cubicBezTo>
                  <a:pt x="0" y="111710"/>
                  <a:pt x="32254" y="143965"/>
                  <a:pt x="71982" y="143965"/>
                </a:cubicBezTo>
                <a:close/>
                <a:moveTo>
                  <a:pt x="95714" y="59807"/>
                </a:moveTo>
                <a:lnTo>
                  <a:pt x="73219" y="95798"/>
                </a:lnTo>
                <a:cubicBezTo>
                  <a:pt x="72039" y="97682"/>
                  <a:pt x="70014" y="98863"/>
                  <a:pt x="67793" y="98976"/>
                </a:cubicBezTo>
                <a:cubicBezTo>
                  <a:pt x="65571" y="99088"/>
                  <a:pt x="63434" y="98076"/>
                  <a:pt x="62113" y="96276"/>
                </a:cubicBezTo>
                <a:lnTo>
                  <a:pt x="48616" y="78281"/>
                </a:lnTo>
                <a:cubicBezTo>
                  <a:pt x="46367" y="75300"/>
                  <a:pt x="46985" y="71083"/>
                  <a:pt x="49966" y="68833"/>
                </a:cubicBezTo>
                <a:cubicBezTo>
                  <a:pt x="52946" y="66584"/>
                  <a:pt x="57164" y="67202"/>
                  <a:pt x="59414" y="70183"/>
                </a:cubicBezTo>
                <a:lnTo>
                  <a:pt x="67005" y="80305"/>
                </a:lnTo>
                <a:lnTo>
                  <a:pt x="84270" y="52665"/>
                </a:lnTo>
                <a:cubicBezTo>
                  <a:pt x="86238" y="49516"/>
                  <a:pt x="90400" y="48532"/>
                  <a:pt x="93577" y="50528"/>
                </a:cubicBezTo>
                <a:cubicBezTo>
                  <a:pt x="96754" y="52525"/>
                  <a:pt x="97710" y="56658"/>
                  <a:pt x="95714" y="59835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7" name="Text 45"/>
          <p:cNvSpPr/>
          <p:nvPr/>
        </p:nvSpPr>
        <p:spPr>
          <a:xfrm>
            <a:off x="8515842" y="4282946"/>
            <a:ext cx="1070737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Cached lookups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81900" y="4570875"/>
            <a:ext cx="143965" cy="143965"/>
          </a:xfrm>
          <a:custGeom>
            <a:avLst/>
            <a:gdLst/>
            <a:ahLst/>
            <a:cxnLst/>
            <a:rect l="l" t="t" r="r" b="b"/>
            <a:pathLst>
              <a:path w="143965" h="143965">
                <a:moveTo>
                  <a:pt x="71982" y="143965"/>
                </a:moveTo>
                <a:cubicBezTo>
                  <a:pt x="111710" y="143965"/>
                  <a:pt x="143965" y="111710"/>
                  <a:pt x="143965" y="71982"/>
                </a:cubicBezTo>
                <a:cubicBezTo>
                  <a:pt x="143965" y="32254"/>
                  <a:pt x="111710" y="0"/>
                  <a:pt x="71982" y="0"/>
                </a:cubicBezTo>
                <a:cubicBezTo>
                  <a:pt x="32254" y="0"/>
                  <a:pt x="0" y="32254"/>
                  <a:pt x="0" y="71982"/>
                </a:cubicBezTo>
                <a:cubicBezTo>
                  <a:pt x="0" y="111710"/>
                  <a:pt x="32254" y="143965"/>
                  <a:pt x="71982" y="143965"/>
                </a:cubicBezTo>
                <a:close/>
                <a:moveTo>
                  <a:pt x="95714" y="59807"/>
                </a:moveTo>
                <a:lnTo>
                  <a:pt x="73219" y="95798"/>
                </a:lnTo>
                <a:cubicBezTo>
                  <a:pt x="72039" y="97682"/>
                  <a:pt x="70014" y="98863"/>
                  <a:pt x="67793" y="98976"/>
                </a:cubicBezTo>
                <a:cubicBezTo>
                  <a:pt x="65571" y="99088"/>
                  <a:pt x="63434" y="98076"/>
                  <a:pt x="62113" y="96276"/>
                </a:cubicBezTo>
                <a:lnTo>
                  <a:pt x="48616" y="78281"/>
                </a:lnTo>
                <a:cubicBezTo>
                  <a:pt x="46367" y="75300"/>
                  <a:pt x="46985" y="71083"/>
                  <a:pt x="49966" y="68833"/>
                </a:cubicBezTo>
                <a:cubicBezTo>
                  <a:pt x="52946" y="66584"/>
                  <a:pt x="57164" y="67202"/>
                  <a:pt x="59414" y="70183"/>
                </a:cubicBezTo>
                <a:lnTo>
                  <a:pt x="67005" y="80305"/>
                </a:lnTo>
                <a:lnTo>
                  <a:pt x="84270" y="52665"/>
                </a:lnTo>
                <a:cubicBezTo>
                  <a:pt x="86238" y="49516"/>
                  <a:pt x="90400" y="48532"/>
                  <a:pt x="93577" y="50528"/>
                </a:cubicBezTo>
                <a:cubicBezTo>
                  <a:pt x="96754" y="52525"/>
                  <a:pt x="97710" y="56658"/>
                  <a:pt x="95714" y="59835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9" name="Text 47"/>
          <p:cNvSpPr/>
          <p:nvPr/>
        </p:nvSpPr>
        <p:spPr>
          <a:xfrm>
            <a:off x="8515842" y="4534884"/>
            <a:ext cx="935770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 inference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59911" y="5398672"/>
            <a:ext cx="11472177" cy="863787"/>
          </a:xfrm>
          <a:custGeom>
            <a:avLst/>
            <a:gdLst/>
            <a:ahLst/>
            <a:cxnLst/>
            <a:rect l="l" t="t" r="r" b="b"/>
            <a:pathLst>
              <a:path w="11472177" h="863787">
                <a:moveTo>
                  <a:pt x="143967" y="0"/>
                </a:moveTo>
                <a:lnTo>
                  <a:pt x="11328210" y="0"/>
                </a:lnTo>
                <a:cubicBezTo>
                  <a:pt x="11407721" y="0"/>
                  <a:pt x="11472177" y="64456"/>
                  <a:pt x="11472177" y="143967"/>
                </a:cubicBezTo>
                <a:lnTo>
                  <a:pt x="11472177" y="719820"/>
                </a:lnTo>
                <a:cubicBezTo>
                  <a:pt x="11472177" y="799331"/>
                  <a:pt x="11407721" y="863787"/>
                  <a:pt x="11328210" y="863787"/>
                </a:cubicBezTo>
                <a:lnTo>
                  <a:pt x="143967" y="863787"/>
                </a:lnTo>
                <a:cubicBezTo>
                  <a:pt x="64510" y="863787"/>
                  <a:pt x="0" y="799278"/>
                  <a:pt x="0" y="719820"/>
                </a:cubicBezTo>
                <a:lnTo>
                  <a:pt x="0" y="143967"/>
                </a:lnTo>
                <a:cubicBezTo>
                  <a:pt x="0" y="64510"/>
                  <a:pt x="64510" y="0"/>
                  <a:pt x="143967" y="0"/>
                </a:cubicBez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51" name="Shape 49"/>
          <p:cNvSpPr/>
          <p:nvPr/>
        </p:nvSpPr>
        <p:spPr>
          <a:xfrm>
            <a:off x="503876" y="5578627"/>
            <a:ext cx="503876" cy="503876"/>
          </a:xfrm>
          <a:custGeom>
            <a:avLst/>
            <a:gdLst/>
            <a:ahLst/>
            <a:cxnLst/>
            <a:rect l="l" t="t" r="r" b="b"/>
            <a:pathLst>
              <a:path w="503876" h="503876">
                <a:moveTo>
                  <a:pt x="107976" y="0"/>
                </a:moveTo>
                <a:lnTo>
                  <a:pt x="395900" y="0"/>
                </a:lnTo>
                <a:cubicBezTo>
                  <a:pt x="455494" y="0"/>
                  <a:pt x="503876" y="48382"/>
                  <a:pt x="503876" y="107976"/>
                </a:cubicBezTo>
                <a:lnTo>
                  <a:pt x="503876" y="395900"/>
                </a:lnTo>
                <a:cubicBezTo>
                  <a:pt x="503876" y="455494"/>
                  <a:pt x="455494" y="503876"/>
                  <a:pt x="395900" y="503876"/>
                </a:cubicBezTo>
                <a:lnTo>
                  <a:pt x="107976" y="503876"/>
                </a:lnTo>
                <a:cubicBezTo>
                  <a:pt x="48382" y="503876"/>
                  <a:pt x="0" y="455494"/>
                  <a:pt x="0" y="395900"/>
                </a:cubicBezTo>
                <a:lnTo>
                  <a:pt x="0" y="107976"/>
                </a:lnTo>
                <a:cubicBezTo>
                  <a:pt x="0" y="48382"/>
                  <a:pt x="48382" y="0"/>
                  <a:pt x="107976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47841" y="5722592"/>
            <a:ext cx="215947" cy="215947"/>
          </a:xfrm>
          <a:custGeom>
            <a:avLst/>
            <a:gdLst/>
            <a:ahLst/>
            <a:cxnLst/>
            <a:rect l="l" t="t" r="r" b="b"/>
            <a:pathLst>
              <a:path w="215947" h="215947">
                <a:moveTo>
                  <a:pt x="26993" y="26993"/>
                </a:moveTo>
                <a:cubicBezTo>
                  <a:pt x="26993" y="19528"/>
                  <a:pt x="20962" y="13497"/>
                  <a:pt x="13497" y="13497"/>
                </a:cubicBezTo>
                <a:cubicBezTo>
                  <a:pt x="6031" y="13497"/>
                  <a:pt x="0" y="19528"/>
                  <a:pt x="0" y="26993"/>
                </a:cubicBezTo>
                <a:lnTo>
                  <a:pt x="0" y="168708"/>
                </a:lnTo>
                <a:cubicBezTo>
                  <a:pt x="0" y="187351"/>
                  <a:pt x="15099" y="202450"/>
                  <a:pt x="33742" y="202450"/>
                </a:cubicBezTo>
                <a:lnTo>
                  <a:pt x="202450" y="202450"/>
                </a:lnTo>
                <a:cubicBezTo>
                  <a:pt x="209916" y="202450"/>
                  <a:pt x="215947" y="196419"/>
                  <a:pt x="215947" y="188954"/>
                </a:cubicBezTo>
                <a:cubicBezTo>
                  <a:pt x="215947" y="181488"/>
                  <a:pt x="209916" y="175457"/>
                  <a:pt x="202450" y="175457"/>
                </a:cubicBezTo>
                <a:lnTo>
                  <a:pt x="33742" y="175457"/>
                </a:lnTo>
                <a:cubicBezTo>
                  <a:pt x="30030" y="175457"/>
                  <a:pt x="26993" y="172420"/>
                  <a:pt x="26993" y="168708"/>
                </a:cubicBezTo>
                <a:lnTo>
                  <a:pt x="26993" y="26993"/>
                </a:lnTo>
                <a:close/>
                <a:moveTo>
                  <a:pt x="198486" y="63519"/>
                </a:moveTo>
                <a:cubicBezTo>
                  <a:pt x="203758" y="58247"/>
                  <a:pt x="203758" y="49685"/>
                  <a:pt x="198486" y="44413"/>
                </a:cubicBezTo>
                <a:cubicBezTo>
                  <a:pt x="193213" y="39140"/>
                  <a:pt x="184651" y="39140"/>
                  <a:pt x="179379" y="44413"/>
                </a:cubicBezTo>
                <a:lnTo>
                  <a:pt x="134967" y="88867"/>
                </a:lnTo>
                <a:lnTo>
                  <a:pt x="110757" y="64700"/>
                </a:lnTo>
                <a:cubicBezTo>
                  <a:pt x="105485" y="59428"/>
                  <a:pt x="96923" y="59428"/>
                  <a:pt x="91651" y="64700"/>
                </a:cubicBezTo>
                <a:lnTo>
                  <a:pt x="51161" y="105190"/>
                </a:lnTo>
                <a:cubicBezTo>
                  <a:pt x="45889" y="110462"/>
                  <a:pt x="45889" y="119024"/>
                  <a:pt x="51161" y="124296"/>
                </a:cubicBezTo>
                <a:cubicBezTo>
                  <a:pt x="56433" y="129568"/>
                  <a:pt x="64995" y="129568"/>
                  <a:pt x="70267" y="124296"/>
                </a:cubicBezTo>
                <a:lnTo>
                  <a:pt x="101225" y="93338"/>
                </a:lnTo>
                <a:lnTo>
                  <a:pt x="125435" y="117548"/>
                </a:lnTo>
                <a:cubicBezTo>
                  <a:pt x="130707" y="122820"/>
                  <a:pt x="139269" y="122820"/>
                  <a:pt x="144541" y="117548"/>
                </a:cubicBezTo>
                <a:lnTo>
                  <a:pt x="198528" y="6356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1151717" y="5542636"/>
            <a:ext cx="3716086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Overall Performance Improvement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151717" y="5794574"/>
            <a:ext cx="3779070" cy="32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42% (Batsman) | 86% (Bowler)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0515038" y="5542636"/>
            <a:ext cx="1169712" cy="215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134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Models Deployed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0452053" y="5794574"/>
            <a:ext cx="1232697" cy="32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1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4.ftcdn.net/8dbafbc4b2ff35f446255da36cdd7575b7896b2a.jp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rcRect l="0" r="0" t="7813" b="781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317500" y="412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4" name="Shape 1"/>
          <p:cNvSpPr/>
          <p:nvPr/>
        </p:nvSpPr>
        <p:spPr>
          <a:xfrm>
            <a:off x="438547" y="523875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9922" y="0"/>
                </a:moveTo>
                <a:cubicBezTo>
                  <a:pt x="15410" y="0"/>
                  <a:pt x="19844" y="4434"/>
                  <a:pt x="19844" y="9922"/>
                </a:cubicBezTo>
                <a:lnTo>
                  <a:pt x="19844" y="14883"/>
                </a:lnTo>
                <a:lnTo>
                  <a:pt x="41238" y="9550"/>
                </a:lnTo>
                <a:cubicBezTo>
                  <a:pt x="53051" y="6604"/>
                  <a:pt x="65515" y="7969"/>
                  <a:pt x="76429" y="13426"/>
                </a:cubicBezTo>
                <a:cubicBezTo>
                  <a:pt x="90785" y="20619"/>
                  <a:pt x="107683" y="20619"/>
                  <a:pt x="122039" y="13426"/>
                </a:cubicBezTo>
                <a:lnTo>
                  <a:pt x="125016" y="11937"/>
                </a:lnTo>
                <a:cubicBezTo>
                  <a:pt x="131403" y="8713"/>
                  <a:pt x="138906" y="13364"/>
                  <a:pt x="138906" y="20495"/>
                </a:cubicBezTo>
                <a:lnTo>
                  <a:pt x="138906" y="107218"/>
                </a:lnTo>
                <a:cubicBezTo>
                  <a:pt x="138906" y="111342"/>
                  <a:pt x="136333" y="115063"/>
                  <a:pt x="132457" y="116520"/>
                </a:cubicBezTo>
                <a:lnTo>
                  <a:pt x="121698" y="120551"/>
                </a:lnTo>
                <a:cubicBezTo>
                  <a:pt x="107373" y="125915"/>
                  <a:pt x="91436" y="125078"/>
                  <a:pt x="77763" y="118256"/>
                </a:cubicBezTo>
                <a:cubicBezTo>
                  <a:pt x="66011" y="112365"/>
                  <a:pt x="52524" y="110908"/>
                  <a:pt x="39781" y="114102"/>
                </a:cubicBezTo>
                <a:lnTo>
                  <a:pt x="19844" y="119062"/>
                </a:lnTo>
                <a:lnTo>
                  <a:pt x="19844" y="148828"/>
                </a:lnTo>
                <a:cubicBezTo>
                  <a:pt x="19844" y="154316"/>
                  <a:pt x="15410" y="158750"/>
                  <a:pt x="9922" y="158750"/>
                </a:cubicBezTo>
                <a:cubicBezTo>
                  <a:pt x="4434" y="158750"/>
                  <a:pt x="0" y="154316"/>
                  <a:pt x="0" y="148828"/>
                </a:cubicBezTo>
                <a:lnTo>
                  <a:pt x="0" y="9922"/>
                </a:lnTo>
                <a:cubicBezTo>
                  <a:pt x="0" y="4434"/>
                  <a:pt x="4434" y="0"/>
                  <a:pt x="9922" y="0"/>
                </a:cubicBezTo>
                <a:close/>
                <a:moveTo>
                  <a:pt x="19844" y="58012"/>
                </a:moveTo>
                <a:lnTo>
                  <a:pt x="39688" y="53702"/>
                </a:lnTo>
                <a:lnTo>
                  <a:pt x="39688" y="74011"/>
                </a:lnTo>
                <a:lnTo>
                  <a:pt x="19844" y="78321"/>
                </a:lnTo>
                <a:lnTo>
                  <a:pt x="19844" y="98630"/>
                </a:lnTo>
                <a:lnTo>
                  <a:pt x="34975" y="94847"/>
                </a:lnTo>
                <a:cubicBezTo>
                  <a:pt x="36556" y="94444"/>
                  <a:pt x="38106" y="94103"/>
                  <a:pt x="39688" y="93824"/>
                </a:cubicBezTo>
                <a:lnTo>
                  <a:pt x="39688" y="74011"/>
                </a:lnTo>
                <a:lnTo>
                  <a:pt x="51749" y="71406"/>
                </a:lnTo>
                <a:cubicBezTo>
                  <a:pt x="54322" y="70848"/>
                  <a:pt x="56927" y="70631"/>
                  <a:pt x="59531" y="70755"/>
                </a:cubicBezTo>
                <a:lnTo>
                  <a:pt x="59531" y="50912"/>
                </a:lnTo>
                <a:cubicBezTo>
                  <a:pt x="63748" y="51036"/>
                  <a:pt x="67965" y="51718"/>
                  <a:pt x="72058" y="52896"/>
                </a:cubicBezTo>
                <a:lnTo>
                  <a:pt x="79375" y="55035"/>
                </a:lnTo>
                <a:lnTo>
                  <a:pt x="79375" y="75716"/>
                </a:lnTo>
                <a:lnTo>
                  <a:pt x="66446" y="71903"/>
                </a:lnTo>
                <a:cubicBezTo>
                  <a:pt x="64182" y="71251"/>
                  <a:pt x="61857" y="70848"/>
                  <a:pt x="59531" y="70724"/>
                </a:cubicBezTo>
                <a:lnTo>
                  <a:pt x="59531" y="92863"/>
                </a:lnTo>
                <a:cubicBezTo>
                  <a:pt x="66291" y="93452"/>
                  <a:pt x="72957" y="94940"/>
                  <a:pt x="79375" y="97327"/>
                </a:cubicBezTo>
                <a:lnTo>
                  <a:pt x="79375" y="75685"/>
                </a:lnTo>
                <a:lnTo>
                  <a:pt x="86413" y="77763"/>
                </a:lnTo>
                <a:cubicBezTo>
                  <a:pt x="90599" y="79003"/>
                  <a:pt x="94878" y="79747"/>
                  <a:pt x="99219" y="80057"/>
                </a:cubicBezTo>
                <a:lnTo>
                  <a:pt x="99219" y="60151"/>
                </a:lnTo>
                <a:cubicBezTo>
                  <a:pt x="96800" y="59903"/>
                  <a:pt x="94382" y="59438"/>
                  <a:pt x="92025" y="58756"/>
                </a:cubicBezTo>
                <a:lnTo>
                  <a:pt x="79375" y="55035"/>
                </a:lnTo>
                <a:lnTo>
                  <a:pt x="79375" y="35812"/>
                </a:lnTo>
                <a:cubicBezTo>
                  <a:pt x="75344" y="34634"/>
                  <a:pt x="71375" y="33083"/>
                  <a:pt x="67531" y="31161"/>
                </a:cubicBezTo>
                <a:cubicBezTo>
                  <a:pt x="64988" y="29890"/>
                  <a:pt x="62291" y="28990"/>
                  <a:pt x="59531" y="28432"/>
                </a:cubicBezTo>
                <a:lnTo>
                  <a:pt x="59531" y="50881"/>
                </a:lnTo>
                <a:cubicBezTo>
                  <a:pt x="55500" y="50757"/>
                  <a:pt x="51470" y="51129"/>
                  <a:pt x="47532" y="51997"/>
                </a:cubicBezTo>
                <a:lnTo>
                  <a:pt x="39688" y="53702"/>
                </a:lnTo>
                <a:lnTo>
                  <a:pt x="39688" y="30386"/>
                </a:lnTo>
                <a:lnTo>
                  <a:pt x="19844" y="35347"/>
                </a:lnTo>
                <a:lnTo>
                  <a:pt x="19844" y="58012"/>
                </a:lnTo>
                <a:close/>
                <a:moveTo>
                  <a:pt x="99219" y="104087"/>
                </a:moveTo>
                <a:cubicBezTo>
                  <a:pt x="104428" y="104552"/>
                  <a:pt x="109730" y="103870"/>
                  <a:pt x="114722" y="101978"/>
                </a:cubicBezTo>
                <a:lnTo>
                  <a:pt x="119062" y="100366"/>
                </a:lnTo>
                <a:lnTo>
                  <a:pt x="119062" y="78135"/>
                </a:lnTo>
                <a:lnTo>
                  <a:pt x="116613" y="78693"/>
                </a:lnTo>
                <a:cubicBezTo>
                  <a:pt x="110908" y="80026"/>
                  <a:pt x="105048" y="80460"/>
                  <a:pt x="99219" y="80088"/>
                </a:cubicBezTo>
                <a:lnTo>
                  <a:pt x="99219" y="104087"/>
                </a:lnTo>
                <a:close/>
                <a:moveTo>
                  <a:pt x="119062" y="57764"/>
                </a:moveTo>
                <a:lnTo>
                  <a:pt x="119062" y="35812"/>
                </a:lnTo>
                <a:cubicBezTo>
                  <a:pt x="112582" y="37703"/>
                  <a:pt x="105916" y="38633"/>
                  <a:pt x="99219" y="38633"/>
                </a:cubicBezTo>
                <a:lnTo>
                  <a:pt x="99219" y="60151"/>
                </a:lnTo>
                <a:cubicBezTo>
                  <a:pt x="103529" y="60585"/>
                  <a:pt x="107900" y="60306"/>
                  <a:pt x="112148" y="59345"/>
                </a:cubicBezTo>
                <a:lnTo>
                  <a:pt x="119062" y="5773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793750" y="317500"/>
            <a:ext cx="1944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spc="50" kern="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Wrap-Up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93750" y="508000"/>
            <a:ext cx="20716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17500" y="1016000"/>
            <a:ext cx="11557000" cy="2611438"/>
          </a:xfrm>
          <a:custGeom>
            <a:avLst/>
            <a:gdLst/>
            <a:ahLst/>
            <a:cxnLst/>
            <a:rect l="l" t="t" r="r" b="b"/>
            <a:pathLst>
              <a:path w="11557000" h="2611438">
                <a:moveTo>
                  <a:pt x="126994" y="0"/>
                </a:moveTo>
                <a:lnTo>
                  <a:pt x="11430006" y="0"/>
                </a:lnTo>
                <a:cubicBezTo>
                  <a:pt x="11500143" y="0"/>
                  <a:pt x="11557000" y="56857"/>
                  <a:pt x="11557000" y="126994"/>
                </a:cubicBezTo>
                <a:lnTo>
                  <a:pt x="11557000" y="2484443"/>
                </a:lnTo>
                <a:cubicBezTo>
                  <a:pt x="11557000" y="2554580"/>
                  <a:pt x="11500143" y="2611438"/>
                  <a:pt x="11430006" y="2611438"/>
                </a:cubicBezTo>
                <a:lnTo>
                  <a:pt x="126994" y="2611438"/>
                </a:lnTo>
                <a:cubicBezTo>
                  <a:pt x="56857" y="2611438"/>
                  <a:pt x="0" y="2554580"/>
                  <a:pt x="0" y="2484443"/>
                </a:cubicBezTo>
                <a:lnTo>
                  <a:pt x="0" y="126994"/>
                </a:lnTo>
                <a:cubicBezTo>
                  <a:pt x="0" y="56904"/>
                  <a:pt x="56904" y="0"/>
                  <a:pt x="126994" y="0"/>
                </a:cubicBezTo>
                <a:close/>
              </a:path>
            </a:pathLst>
          </a:custGeom>
          <a:gradFill rotWithShape="1" flip="none">
            <a:gsLst>
              <a:gs pos="0">
                <a:srgbClr val="1E3A8A"/>
              </a:gs>
              <a:gs pos="100000">
                <a:srgbClr val="3B82F6"/>
              </a:gs>
            </a:gsLst>
            <a:lin ang="2700000" scaled="1"/>
          </a:gradFill>
          <a:ln/>
        </p:spPr>
      </p:sp>
      <p:sp>
        <p:nvSpPr>
          <p:cNvPr id="8" name="Shape 5"/>
          <p:cNvSpPr/>
          <p:nvPr/>
        </p:nvSpPr>
        <p:spPr>
          <a:xfrm>
            <a:off x="476250" y="117475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95250" y="0"/>
                </a:moveTo>
                <a:lnTo>
                  <a:pt x="412750" y="0"/>
                </a:lnTo>
                <a:cubicBezTo>
                  <a:pt x="465320" y="0"/>
                  <a:pt x="508000" y="42680"/>
                  <a:pt x="508000" y="95250"/>
                </a:cubicBezTo>
                <a:lnTo>
                  <a:pt x="508000" y="412750"/>
                </a:lnTo>
                <a:cubicBezTo>
                  <a:pt x="508000" y="465320"/>
                  <a:pt x="465320" y="508000"/>
                  <a:pt x="412750" y="508000"/>
                </a:cubicBezTo>
                <a:lnTo>
                  <a:pt x="95250" y="508000"/>
                </a:lnTo>
                <a:cubicBezTo>
                  <a:pt x="42680" y="508000"/>
                  <a:pt x="0" y="465320"/>
                  <a:pt x="0" y="412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13172" y="1309688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119062" y="238125"/>
                </a:moveTo>
                <a:cubicBezTo>
                  <a:pt x="184775" y="238125"/>
                  <a:pt x="238125" y="184775"/>
                  <a:pt x="238125" y="119062"/>
                </a:cubicBezTo>
                <a:cubicBezTo>
                  <a:pt x="238125" y="53350"/>
                  <a:pt x="184775" y="0"/>
                  <a:pt x="119062" y="0"/>
                </a:cubicBezTo>
                <a:cubicBezTo>
                  <a:pt x="53350" y="0"/>
                  <a:pt x="0" y="53350"/>
                  <a:pt x="0" y="119062"/>
                </a:cubicBezTo>
                <a:cubicBezTo>
                  <a:pt x="0" y="184775"/>
                  <a:pt x="53350" y="238125"/>
                  <a:pt x="119062" y="238125"/>
                </a:cubicBezTo>
                <a:close/>
                <a:moveTo>
                  <a:pt x="158316" y="98924"/>
                </a:moveTo>
                <a:lnTo>
                  <a:pt x="121109" y="158455"/>
                </a:lnTo>
                <a:cubicBezTo>
                  <a:pt x="119156" y="161572"/>
                  <a:pt x="115807" y="163525"/>
                  <a:pt x="112133" y="163711"/>
                </a:cubicBezTo>
                <a:cubicBezTo>
                  <a:pt x="108458" y="163897"/>
                  <a:pt x="104924" y="162223"/>
                  <a:pt x="102738" y="159246"/>
                </a:cubicBezTo>
                <a:lnTo>
                  <a:pt x="80414" y="129480"/>
                </a:lnTo>
                <a:cubicBezTo>
                  <a:pt x="76693" y="124551"/>
                  <a:pt x="77716" y="117574"/>
                  <a:pt x="82646" y="113854"/>
                </a:cubicBezTo>
                <a:cubicBezTo>
                  <a:pt x="87576" y="110133"/>
                  <a:pt x="94552" y="111156"/>
                  <a:pt x="98273" y="116086"/>
                </a:cubicBezTo>
                <a:lnTo>
                  <a:pt x="110830" y="132829"/>
                </a:lnTo>
                <a:lnTo>
                  <a:pt x="139387" y="87111"/>
                </a:lnTo>
                <a:cubicBezTo>
                  <a:pt x="142642" y="81902"/>
                  <a:pt x="149526" y="80274"/>
                  <a:pt x="154781" y="83576"/>
                </a:cubicBezTo>
                <a:cubicBezTo>
                  <a:pt x="160037" y="86878"/>
                  <a:pt x="161618" y="93715"/>
                  <a:pt x="158316" y="9897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111250" y="1285875"/>
            <a:ext cx="18018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Success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76250" y="1809750"/>
            <a:ext cx="11318875" cy="51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Successfully built an </a:t>
            </a:r>
            <a:pPr>
              <a:lnSpc>
                <a:spcPct val="140000"/>
              </a:lnSpc>
            </a:pPr>
            <a:r>
              <a:rPr lang="en-US" sz="12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AI-based cricket prediction system</a:t>
            </a:r>
            <a:pPr>
              <a:lnSpc>
                <a:spcPct val="140000"/>
              </a:lnSpc>
            </a:pPr>
            <a:r>
              <a:rPr lang="en-US" sz="12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significantly outperforms baseline approaches. The system demonstrates production-ready ML engineering with robust data pipelines, leak-free feature engineering, and an intuitive user interface.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80219" y="2456656"/>
            <a:ext cx="3651250" cy="1008063"/>
          </a:xfrm>
          <a:custGeom>
            <a:avLst/>
            <a:gdLst/>
            <a:ahLst/>
            <a:cxnLst/>
            <a:rect l="l" t="t" r="r" b="b"/>
            <a:pathLst>
              <a:path w="3651250" h="1008063">
                <a:moveTo>
                  <a:pt x="95252" y="0"/>
                </a:moveTo>
                <a:lnTo>
                  <a:pt x="3555998" y="0"/>
                </a:lnTo>
                <a:cubicBezTo>
                  <a:pt x="3608604" y="0"/>
                  <a:pt x="3651250" y="42646"/>
                  <a:pt x="3651250" y="95252"/>
                </a:cubicBezTo>
                <a:lnTo>
                  <a:pt x="3651250" y="912811"/>
                </a:lnTo>
                <a:cubicBezTo>
                  <a:pt x="3651250" y="965417"/>
                  <a:pt x="3608604" y="1008063"/>
                  <a:pt x="3555998" y="1008063"/>
                </a:cubicBezTo>
                <a:lnTo>
                  <a:pt x="95252" y="1008063"/>
                </a:lnTo>
                <a:cubicBezTo>
                  <a:pt x="42646" y="1008063"/>
                  <a:pt x="0" y="965417"/>
                  <a:pt x="0" y="912811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190006" y="2587625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9766" y="29766"/>
                </a:moveTo>
                <a:cubicBezTo>
                  <a:pt x="29766" y="21534"/>
                  <a:pt x="23115" y="14883"/>
                  <a:pt x="14883" y="14883"/>
                </a:cubicBezTo>
                <a:cubicBezTo>
                  <a:pt x="6651" y="14883"/>
                  <a:pt x="0" y="21534"/>
                  <a:pt x="0" y="29766"/>
                </a:cubicBezTo>
                <a:lnTo>
                  <a:pt x="0" y="186035"/>
                </a:lnTo>
                <a:cubicBezTo>
                  <a:pt x="0" y="206592"/>
                  <a:pt x="16650" y="223242"/>
                  <a:pt x="37207" y="223242"/>
                </a:cubicBezTo>
                <a:lnTo>
                  <a:pt x="223242" y="223242"/>
                </a:lnTo>
                <a:cubicBezTo>
                  <a:pt x="231474" y="223242"/>
                  <a:pt x="238125" y="216591"/>
                  <a:pt x="238125" y="208359"/>
                </a:cubicBezTo>
                <a:cubicBezTo>
                  <a:pt x="238125" y="200127"/>
                  <a:pt x="231474" y="193477"/>
                  <a:pt x="223242" y="193477"/>
                </a:cubicBezTo>
                <a:lnTo>
                  <a:pt x="37207" y="193477"/>
                </a:lnTo>
                <a:cubicBezTo>
                  <a:pt x="33114" y="193477"/>
                  <a:pt x="29766" y="190128"/>
                  <a:pt x="29766" y="186035"/>
                </a:cubicBezTo>
                <a:lnTo>
                  <a:pt x="29766" y="29766"/>
                </a:lnTo>
                <a:close/>
                <a:moveTo>
                  <a:pt x="218870" y="70042"/>
                </a:moveTo>
                <a:cubicBezTo>
                  <a:pt x="224684" y="64229"/>
                  <a:pt x="224684" y="54787"/>
                  <a:pt x="218870" y="48974"/>
                </a:cubicBezTo>
                <a:cubicBezTo>
                  <a:pt x="213057" y="43160"/>
                  <a:pt x="203615" y="43160"/>
                  <a:pt x="197802" y="48974"/>
                </a:cubicBezTo>
                <a:lnTo>
                  <a:pt x="148828" y="97994"/>
                </a:lnTo>
                <a:lnTo>
                  <a:pt x="122132" y="71344"/>
                </a:lnTo>
                <a:cubicBezTo>
                  <a:pt x="116318" y="65531"/>
                  <a:pt x="106877" y="65531"/>
                  <a:pt x="101064" y="71344"/>
                </a:cubicBezTo>
                <a:lnTo>
                  <a:pt x="56415" y="115993"/>
                </a:lnTo>
                <a:cubicBezTo>
                  <a:pt x="50602" y="121807"/>
                  <a:pt x="50602" y="131248"/>
                  <a:pt x="56415" y="137061"/>
                </a:cubicBezTo>
                <a:cubicBezTo>
                  <a:pt x="62229" y="142875"/>
                  <a:pt x="71670" y="142875"/>
                  <a:pt x="77484" y="137061"/>
                </a:cubicBezTo>
                <a:lnTo>
                  <a:pt x="111621" y="102924"/>
                </a:lnTo>
                <a:lnTo>
                  <a:pt x="138317" y="129620"/>
                </a:lnTo>
                <a:cubicBezTo>
                  <a:pt x="144131" y="135434"/>
                  <a:pt x="153572" y="135434"/>
                  <a:pt x="159386" y="129620"/>
                </a:cubicBezTo>
                <a:lnTo>
                  <a:pt x="218917" y="7008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563563" y="2889250"/>
            <a:ext cx="3484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42-86%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79438" y="3143250"/>
            <a:ext cx="3452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 Improvement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269011" y="2456656"/>
            <a:ext cx="3651250" cy="1008063"/>
          </a:xfrm>
          <a:custGeom>
            <a:avLst/>
            <a:gdLst/>
            <a:ahLst/>
            <a:cxnLst/>
            <a:rect l="l" t="t" r="r" b="b"/>
            <a:pathLst>
              <a:path w="3651250" h="1008063">
                <a:moveTo>
                  <a:pt x="95252" y="0"/>
                </a:moveTo>
                <a:lnTo>
                  <a:pt x="3555998" y="0"/>
                </a:lnTo>
                <a:cubicBezTo>
                  <a:pt x="3608604" y="0"/>
                  <a:pt x="3651250" y="42646"/>
                  <a:pt x="3651250" y="95252"/>
                </a:cubicBezTo>
                <a:lnTo>
                  <a:pt x="3651250" y="912811"/>
                </a:lnTo>
                <a:cubicBezTo>
                  <a:pt x="3651250" y="965417"/>
                  <a:pt x="3608604" y="1008063"/>
                  <a:pt x="3555998" y="1008063"/>
                </a:cubicBezTo>
                <a:lnTo>
                  <a:pt x="95252" y="1008063"/>
                </a:lnTo>
                <a:cubicBezTo>
                  <a:pt x="42646" y="1008063"/>
                  <a:pt x="0" y="965417"/>
                  <a:pt x="0" y="912811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78798" y="2587625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59531" y="148828"/>
                </a:moveTo>
                <a:lnTo>
                  <a:pt x="11395" y="148828"/>
                </a:lnTo>
                <a:cubicBezTo>
                  <a:pt x="-186" y="148828"/>
                  <a:pt x="-7302" y="136224"/>
                  <a:pt x="-1349" y="126271"/>
                </a:cubicBezTo>
                <a:lnTo>
                  <a:pt x="23254" y="85251"/>
                </a:lnTo>
                <a:cubicBezTo>
                  <a:pt x="27301" y="78507"/>
                  <a:pt x="34556" y="74414"/>
                  <a:pt x="42416" y="74414"/>
                </a:cubicBezTo>
                <a:lnTo>
                  <a:pt x="86599" y="74414"/>
                </a:lnTo>
                <a:cubicBezTo>
                  <a:pt x="121993" y="14464"/>
                  <a:pt x="174780" y="11441"/>
                  <a:pt x="210080" y="16604"/>
                </a:cubicBezTo>
                <a:cubicBezTo>
                  <a:pt x="216033" y="17487"/>
                  <a:pt x="220684" y="22138"/>
                  <a:pt x="221521" y="28045"/>
                </a:cubicBezTo>
                <a:cubicBezTo>
                  <a:pt x="226684" y="63345"/>
                  <a:pt x="223661" y="116132"/>
                  <a:pt x="163711" y="151526"/>
                </a:cubicBezTo>
                <a:lnTo>
                  <a:pt x="163711" y="195709"/>
                </a:lnTo>
                <a:cubicBezTo>
                  <a:pt x="163711" y="203569"/>
                  <a:pt x="159618" y="210824"/>
                  <a:pt x="152874" y="214871"/>
                </a:cubicBezTo>
                <a:lnTo>
                  <a:pt x="111854" y="239474"/>
                </a:lnTo>
                <a:cubicBezTo>
                  <a:pt x="101947" y="245427"/>
                  <a:pt x="89297" y="238265"/>
                  <a:pt x="89297" y="226730"/>
                </a:cubicBezTo>
                <a:lnTo>
                  <a:pt x="89297" y="178594"/>
                </a:lnTo>
                <a:cubicBezTo>
                  <a:pt x="89297" y="162176"/>
                  <a:pt x="75949" y="148828"/>
                  <a:pt x="59531" y="148828"/>
                </a:cubicBezTo>
                <a:lnTo>
                  <a:pt x="59485" y="148828"/>
                </a:lnTo>
                <a:close/>
                <a:moveTo>
                  <a:pt x="186035" y="74414"/>
                </a:moveTo>
                <a:cubicBezTo>
                  <a:pt x="186035" y="62093"/>
                  <a:pt x="176032" y="52090"/>
                  <a:pt x="163711" y="52090"/>
                </a:cubicBezTo>
                <a:cubicBezTo>
                  <a:pt x="151390" y="52090"/>
                  <a:pt x="141387" y="62093"/>
                  <a:pt x="141387" y="74414"/>
                </a:cubicBezTo>
                <a:cubicBezTo>
                  <a:pt x="141387" y="86735"/>
                  <a:pt x="151390" y="96738"/>
                  <a:pt x="163711" y="96738"/>
                </a:cubicBezTo>
                <a:cubicBezTo>
                  <a:pt x="176032" y="96738"/>
                  <a:pt x="186035" y="86735"/>
                  <a:pt x="186035" y="7441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4352354" y="2889250"/>
            <a:ext cx="3484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368229" y="3143250"/>
            <a:ext cx="3452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Deployable System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057803" y="2456656"/>
            <a:ext cx="3651250" cy="1008063"/>
          </a:xfrm>
          <a:custGeom>
            <a:avLst/>
            <a:gdLst/>
            <a:ahLst/>
            <a:cxnLst/>
            <a:rect l="l" t="t" r="r" b="b"/>
            <a:pathLst>
              <a:path w="3651250" h="1008063">
                <a:moveTo>
                  <a:pt x="95252" y="0"/>
                </a:moveTo>
                <a:lnTo>
                  <a:pt x="3555998" y="0"/>
                </a:lnTo>
                <a:cubicBezTo>
                  <a:pt x="3608604" y="0"/>
                  <a:pt x="3651250" y="42646"/>
                  <a:pt x="3651250" y="95252"/>
                </a:cubicBezTo>
                <a:lnTo>
                  <a:pt x="3651250" y="912811"/>
                </a:lnTo>
                <a:cubicBezTo>
                  <a:pt x="3651250" y="965417"/>
                  <a:pt x="3608604" y="1008063"/>
                  <a:pt x="3555998" y="1008063"/>
                </a:cubicBezTo>
                <a:lnTo>
                  <a:pt x="95252" y="1008063"/>
                </a:lnTo>
                <a:cubicBezTo>
                  <a:pt x="42646" y="1008063"/>
                  <a:pt x="0" y="965417"/>
                  <a:pt x="0" y="912811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737948" y="2587625"/>
            <a:ext cx="297656" cy="238125"/>
          </a:xfrm>
          <a:custGeom>
            <a:avLst/>
            <a:gdLst/>
            <a:ahLst/>
            <a:cxnLst/>
            <a:rect l="l" t="t" r="r" b="b"/>
            <a:pathLst>
              <a:path w="297656" h="238125">
                <a:moveTo>
                  <a:pt x="148828" y="7441"/>
                </a:moveTo>
                <a:cubicBezTo>
                  <a:pt x="175524" y="7441"/>
                  <a:pt x="197197" y="29115"/>
                  <a:pt x="197197" y="55811"/>
                </a:cubicBezTo>
                <a:cubicBezTo>
                  <a:pt x="197197" y="82506"/>
                  <a:pt x="175524" y="104180"/>
                  <a:pt x="148828" y="104180"/>
                </a:cubicBezTo>
                <a:cubicBezTo>
                  <a:pt x="122132" y="104180"/>
                  <a:pt x="100459" y="82506"/>
                  <a:pt x="100459" y="55811"/>
                </a:cubicBezTo>
                <a:cubicBezTo>
                  <a:pt x="100459" y="29115"/>
                  <a:pt x="122132" y="7441"/>
                  <a:pt x="148828" y="7441"/>
                </a:cubicBezTo>
                <a:close/>
                <a:moveTo>
                  <a:pt x="44648" y="40928"/>
                </a:moveTo>
                <a:cubicBezTo>
                  <a:pt x="63130" y="40928"/>
                  <a:pt x="78135" y="55932"/>
                  <a:pt x="78135" y="74414"/>
                </a:cubicBezTo>
                <a:cubicBezTo>
                  <a:pt x="78135" y="92896"/>
                  <a:pt x="63130" y="107900"/>
                  <a:pt x="44648" y="107900"/>
                </a:cubicBezTo>
                <a:cubicBezTo>
                  <a:pt x="26167" y="107900"/>
                  <a:pt x="11162" y="92896"/>
                  <a:pt x="11162" y="74414"/>
                </a:cubicBezTo>
                <a:cubicBezTo>
                  <a:pt x="11162" y="55932"/>
                  <a:pt x="26167" y="40928"/>
                  <a:pt x="44648" y="40928"/>
                </a:cubicBezTo>
                <a:close/>
                <a:moveTo>
                  <a:pt x="0" y="193477"/>
                </a:moveTo>
                <a:cubicBezTo>
                  <a:pt x="0" y="160595"/>
                  <a:pt x="26650" y="133945"/>
                  <a:pt x="59531" y="133945"/>
                </a:cubicBezTo>
                <a:cubicBezTo>
                  <a:pt x="65484" y="133945"/>
                  <a:pt x="71251" y="134829"/>
                  <a:pt x="76693" y="136457"/>
                </a:cubicBezTo>
                <a:cubicBezTo>
                  <a:pt x="61392" y="153572"/>
                  <a:pt x="52090" y="176175"/>
                  <a:pt x="52090" y="200918"/>
                </a:cubicBezTo>
                <a:lnTo>
                  <a:pt x="52090" y="208359"/>
                </a:lnTo>
                <a:cubicBezTo>
                  <a:pt x="52090" y="213661"/>
                  <a:pt x="53206" y="218684"/>
                  <a:pt x="55206" y="223242"/>
                </a:cubicBezTo>
                <a:lnTo>
                  <a:pt x="14883" y="223242"/>
                </a:lnTo>
                <a:cubicBezTo>
                  <a:pt x="6651" y="223242"/>
                  <a:pt x="0" y="216591"/>
                  <a:pt x="0" y="208359"/>
                </a:cubicBezTo>
                <a:lnTo>
                  <a:pt x="0" y="193477"/>
                </a:lnTo>
                <a:close/>
                <a:moveTo>
                  <a:pt x="242450" y="223242"/>
                </a:moveTo>
                <a:cubicBezTo>
                  <a:pt x="244450" y="218684"/>
                  <a:pt x="245566" y="213661"/>
                  <a:pt x="245566" y="208359"/>
                </a:cubicBezTo>
                <a:lnTo>
                  <a:pt x="245566" y="200918"/>
                </a:lnTo>
                <a:cubicBezTo>
                  <a:pt x="245566" y="176175"/>
                  <a:pt x="236265" y="153572"/>
                  <a:pt x="220963" y="136457"/>
                </a:cubicBezTo>
                <a:cubicBezTo>
                  <a:pt x="226405" y="134829"/>
                  <a:pt x="232172" y="133945"/>
                  <a:pt x="238125" y="133945"/>
                </a:cubicBezTo>
                <a:cubicBezTo>
                  <a:pt x="271007" y="133945"/>
                  <a:pt x="297656" y="160595"/>
                  <a:pt x="297656" y="193477"/>
                </a:cubicBezTo>
                <a:lnTo>
                  <a:pt x="297656" y="208359"/>
                </a:lnTo>
                <a:cubicBezTo>
                  <a:pt x="297656" y="216591"/>
                  <a:pt x="291005" y="223242"/>
                  <a:pt x="282773" y="223242"/>
                </a:cubicBezTo>
                <a:lnTo>
                  <a:pt x="242450" y="223242"/>
                </a:lnTo>
                <a:close/>
                <a:moveTo>
                  <a:pt x="219521" y="74414"/>
                </a:moveTo>
                <a:cubicBezTo>
                  <a:pt x="219521" y="55932"/>
                  <a:pt x="234526" y="40928"/>
                  <a:pt x="253008" y="40928"/>
                </a:cubicBezTo>
                <a:cubicBezTo>
                  <a:pt x="271489" y="40928"/>
                  <a:pt x="286494" y="55932"/>
                  <a:pt x="286494" y="74414"/>
                </a:cubicBezTo>
                <a:cubicBezTo>
                  <a:pt x="286494" y="92896"/>
                  <a:pt x="271489" y="107900"/>
                  <a:pt x="253008" y="107900"/>
                </a:cubicBezTo>
                <a:cubicBezTo>
                  <a:pt x="234526" y="107900"/>
                  <a:pt x="219521" y="92896"/>
                  <a:pt x="219521" y="74414"/>
                </a:cubicBezTo>
                <a:close/>
                <a:moveTo>
                  <a:pt x="74414" y="200918"/>
                </a:moveTo>
                <a:cubicBezTo>
                  <a:pt x="74414" y="159804"/>
                  <a:pt x="107714" y="126504"/>
                  <a:pt x="148828" y="126504"/>
                </a:cubicBezTo>
                <a:cubicBezTo>
                  <a:pt x="189942" y="126504"/>
                  <a:pt x="223242" y="159804"/>
                  <a:pt x="223242" y="200918"/>
                </a:cubicBezTo>
                <a:lnTo>
                  <a:pt x="223242" y="208359"/>
                </a:lnTo>
                <a:cubicBezTo>
                  <a:pt x="223242" y="216591"/>
                  <a:pt x="216591" y="223242"/>
                  <a:pt x="208359" y="223242"/>
                </a:cubicBezTo>
                <a:lnTo>
                  <a:pt x="89297" y="223242"/>
                </a:lnTo>
                <a:cubicBezTo>
                  <a:pt x="81065" y="223242"/>
                  <a:pt x="74414" y="216591"/>
                  <a:pt x="74414" y="208359"/>
                </a:cubicBezTo>
                <a:lnTo>
                  <a:pt x="74414" y="20091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8141146" y="2889250"/>
            <a:ext cx="3484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450+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157021" y="3143250"/>
            <a:ext cx="3452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Players Covered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325438" y="3762375"/>
            <a:ext cx="5683250" cy="2651125"/>
          </a:xfrm>
          <a:custGeom>
            <a:avLst/>
            <a:gdLst/>
            <a:ahLst/>
            <a:cxnLst/>
            <a:rect l="l" t="t" r="r" b="b"/>
            <a:pathLst>
              <a:path w="5683250" h="2651125">
                <a:moveTo>
                  <a:pt x="126989" y="0"/>
                </a:moveTo>
                <a:lnTo>
                  <a:pt x="5556261" y="0"/>
                </a:lnTo>
                <a:cubicBezTo>
                  <a:pt x="5626395" y="0"/>
                  <a:pt x="5683250" y="56855"/>
                  <a:pt x="5683250" y="126989"/>
                </a:cubicBezTo>
                <a:lnTo>
                  <a:pt x="5683250" y="2524136"/>
                </a:lnTo>
                <a:cubicBezTo>
                  <a:pt x="5683250" y="2594270"/>
                  <a:pt x="5626395" y="2651125"/>
                  <a:pt x="5556261" y="2651125"/>
                </a:cubicBezTo>
                <a:lnTo>
                  <a:pt x="126989" y="2651125"/>
                </a:lnTo>
                <a:cubicBezTo>
                  <a:pt x="56855" y="2651125"/>
                  <a:pt x="0" y="2594270"/>
                  <a:pt x="0" y="2524136"/>
                </a:cubicBezTo>
                <a:lnTo>
                  <a:pt x="0" y="126989"/>
                </a:lnTo>
                <a:cubicBezTo>
                  <a:pt x="0" y="56902"/>
                  <a:pt x="56902" y="0"/>
                  <a:pt x="126989" y="0"/>
                </a:cubicBezTo>
                <a:close/>
              </a:path>
            </a:pathLst>
          </a:custGeom>
          <a:solidFill>
            <a:srgbClr val="F9FAFB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92125" y="392906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26" name="Shape 23"/>
          <p:cNvSpPr/>
          <p:nvPr/>
        </p:nvSpPr>
        <p:spPr>
          <a:xfrm>
            <a:off x="613172" y="4040188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76243" y="-8031"/>
                </a:moveTo>
                <a:cubicBezTo>
                  <a:pt x="72089" y="-10573"/>
                  <a:pt x="66849" y="-10573"/>
                  <a:pt x="62694" y="-8031"/>
                </a:cubicBezTo>
                <a:cubicBezTo>
                  <a:pt x="55128" y="-3411"/>
                  <a:pt x="50447" y="-2170"/>
                  <a:pt x="41579" y="-2356"/>
                </a:cubicBezTo>
                <a:cubicBezTo>
                  <a:pt x="36711" y="-2480"/>
                  <a:pt x="32184" y="155"/>
                  <a:pt x="29828" y="4434"/>
                </a:cubicBezTo>
                <a:cubicBezTo>
                  <a:pt x="25580" y="12216"/>
                  <a:pt x="22138" y="15658"/>
                  <a:pt x="14356" y="19906"/>
                </a:cubicBezTo>
                <a:cubicBezTo>
                  <a:pt x="10077" y="22231"/>
                  <a:pt x="7472" y="26789"/>
                  <a:pt x="7565" y="31657"/>
                </a:cubicBezTo>
                <a:cubicBezTo>
                  <a:pt x="7782" y="40525"/>
                  <a:pt x="6511" y="45207"/>
                  <a:pt x="1891" y="52772"/>
                </a:cubicBezTo>
                <a:cubicBezTo>
                  <a:pt x="-651" y="56927"/>
                  <a:pt x="-651" y="62167"/>
                  <a:pt x="1891" y="66322"/>
                </a:cubicBezTo>
                <a:cubicBezTo>
                  <a:pt x="6511" y="73887"/>
                  <a:pt x="7751" y="78569"/>
                  <a:pt x="7565" y="87437"/>
                </a:cubicBezTo>
                <a:cubicBezTo>
                  <a:pt x="7441" y="92304"/>
                  <a:pt x="10077" y="96831"/>
                  <a:pt x="14356" y="99188"/>
                </a:cubicBezTo>
                <a:cubicBezTo>
                  <a:pt x="21208" y="102939"/>
                  <a:pt x="24681" y="106040"/>
                  <a:pt x="28339" y="112055"/>
                </a:cubicBezTo>
                <a:lnTo>
                  <a:pt x="13240" y="142162"/>
                </a:lnTo>
                <a:cubicBezTo>
                  <a:pt x="11410" y="145852"/>
                  <a:pt x="12898" y="150316"/>
                  <a:pt x="16557" y="152146"/>
                </a:cubicBezTo>
                <a:lnTo>
                  <a:pt x="43222" y="165478"/>
                </a:lnTo>
                <a:cubicBezTo>
                  <a:pt x="46788" y="167246"/>
                  <a:pt x="51129" y="165912"/>
                  <a:pt x="53051" y="162440"/>
                </a:cubicBezTo>
                <a:lnTo>
                  <a:pt x="69422" y="132953"/>
                </a:lnTo>
                <a:lnTo>
                  <a:pt x="85793" y="162440"/>
                </a:lnTo>
                <a:cubicBezTo>
                  <a:pt x="87716" y="165912"/>
                  <a:pt x="92056" y="167277"/>
                  <a:pt x="95622" y="165478"/>
                </a:cubicBezTo>
                <a:lnTo>
                  <a:pt x="122287" y="152146"/>
                </a:lnTo>
                <a:cubicBezTo>
                  <a:pt x="125977" y="150316"/>
                  <a:pt x="127465" y="145852"/>
                  <a:pt x="125605" y="142162"/>
                </a:cubicBezTo>
                <a:lnTo>
                  <a:pt x="110536" y="112024"/>
                </a:lnTo>
                <a:cubicBezTo>
                  <a:pt x="114164" y="106009"/>
                  <a:pt x="117667" y="102908"/>
                  <a:pt x="124520" y="99157"/>
                </a:cubicBezTo>
                <a:cubicBezTo>
                  <a:pt x="128798" y="96831"/>
                  <a:pt x="131403" y="92273"/>
                  <a:pt x="131310" y="87406"/>
                </a:cubicBezTo>
                <a:cubicBezTo>
                  <a:pt x="131093" y="78538"/>
                  <a:pt x="132364" y="73856"/>
                  <a:pt x="136984" y="66291"/>
                </a:cubicBezTo>
                <a:cubicBezTo>
                  <a:pt x="139526" y="62136"/>
                  <a:pt x="139526" y="56896"/>
                  <a:pt x="136984" y="52741"/>
                </a:cubicBezTo>
                <a:cubicBezTo>
                  <a:pt x="132364" y="45176"/>
                  <a:pt x="131124" y="40494"/>
                  <a:pt x="131310" y="31626"/>
                </a:cubicBezTo>
                <a:cubicBezTo>
                  <a:pt x="131434" y="26758"/>
                  <a:pt x="128798" y="22231"/>
                  <a:pt x="124520" y="19875"/>
                </a:cubicBezTo>
                <a:cubicBezTo>
                  <a:pt x="116737" y="15627"/>
                  <a:pt x="113295" y="12185"/>
                  <a:pt x="109048" y="4403"/>
                </a:cubicBezTo>
                <a:cubicBezTo>
                  <a:pt x="106722" y="124"/>
                  <a:pt x="102164" y="-2480"/>
                  <a:pt x="97296" y="-2387"/>
                </a:cubicBezTo>
                <a:cubicBezTo>
                  <a:pt x="88429" y="-2170"/>
                  <a:pt x="83747" y="-3442"/>
                  <a:pt x="76181" y="-8062"/>
                </a:cubicBezTo>
                <a:close/>
                <a:moveTo>
                  <a:pt x="69453" y="29766"/>
                </a:moveTo>
                <a:cubicBezTo>
                  <a:pt x="85881" y="29766"/>
                  <a:pt x="99219" y="43103"/>
                  <a:pt x="99219" y="59531"/>
                </a:cubicBezTo>
                <a:cubicBezTo>
                  <a:pt x="99219" y="75959"/>
                  <a:pt x="85881" y="89297"/>
                  <a:pt x="69453" y="89297"/>
                </a:cubicBezTo>
                <a:cubicBezTo>
                  <a:pt x="53025" y="89297"/>
                  <a:pt x="39688" y="75959"/>
                  <a:pt x="39688" y="59531"/>
                </a:cubicBezTo>
                <a:cubicBezTo>
                  <a:pt x="39688" y="43103"/>
                  <a:pt x="53025" y="29766"/>
                  <a:pt x="69453" y="2976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4"/>
          <p:cNvSpPr/>
          <p:nvPr/>
        </p:nvSpPr>
        <p:spPr>
          <a:xfrm>
            <a:off x="968375" y="3992563"/>
            <a:ext cx="1301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Achievements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11969" y="4468813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94990" y="59355"/>
                </a:moveTo>
                <a:lnTo>
                  <a:pt x="72665" y="95073"/>
                </a:lnTo>
                <a:cubicBezTo>
                  <a:pt x="71493" y="96943"/>
                  <a:pt x="69484" y="98115"/>
                  <a:pt x="67280" y="98227"/>
                </a:cubicBezTo>
                <a:cubicBezTo>
                  <a:pt x="65075" y="98338"/>
                  <a:pt x="62954" y="97334"/>
                  <a:pt x="61643" y="95548"/>
                </a:cubicBezTo>
                <a:lnTo>
                  <a:pt x="48248" y="77688"/>
                </a:lnTo>
                <a:cubicBezTo>
                  <a:pt x="46016" y="74730"/>
                  <a:pt x="46630" y="70545"/>
                  <a:pt x="49588" y="68312"/>
                </a:cubicBezTo>
                <a:cubicBezTo>
                  <a:pt x="52546" y="66080"/>
                  <a:pt x="56731" y="66694"/>
                  <a:pt x="58964" y="69652"/>
                </a:cubicBezTo>
                <a:lnTo>
                  <a:pt x="66498" y="79697"/>
                </a:lnTo>
                <a:lnTo>
                  <a:pt x="83632" y="52267"/>
                </a:lnTo>
                <a:cubicBezTo>
                  <a:pt x="85585" y="49141"/>
                  <a:pt x="89715" y="48165"/>
                  <a:pt x="92869" y="50146"/>
                </a:cubicBezTo>
                <a:cubicBezTo>
                  <a:pt x="96022" y="52127"/>
                  <a:pt x="96971" y="56229"/>
                  <a:pt x="94990" y="59382"/>
                </a:cubicBez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29" name="Text 26"/>
          <p:cNvSpPr/>
          <p:nvPr/>
        </p:nvSpPr>
        <p:spPr>
          <a:xfrm>
            <a:off x="765969" y="4437063"/>
            <a:ext cx="277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ML pipeline from data to deployment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511969" y="4754563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94990" y="59355"/>
                </a:moveTo>
                <a:lnTo>
                  <a:pt x="72665" y="95073"/>
                </a:lnTo>
                <a:cubicBezTo>
                  <a:pt x="71493" y="96943"/>
                  <a:pt x="69484" y="98115"/>
                  <a:pt x="67280" y="98227"/>
                </a:cubicBezTo>
                <a:cubicBezTo>
                  <a:pt x="65075" y="98338"/>
                  <a:pt x="62954" y="97334"/>
                  <a:pt x="61643" y="95548"/>
                </a:cubicBezTo>
                <a:lnTo>
                  <a:pt x="48248" y="77688"/>
                </a:lnTo>
                <a:cubicBezTo>
                  <a:pt x="46016" y="74730"/>
                  <a:pt x="46630" y="70545"/>
                  <a:pt x="49588" y="68312"/>
                </a:cubicBezTo>
                <a:cubicBezTo>
                  <a:pt x="52546" y="66080"/>
                  <a:pt x="56731" y="66694"/>
                  <a:pt x="58964" y="69652"/>
                </a:cubicBezTo>
                <a:lnTo>
                  <a:pt x="66498" y="79697"/>
                </a:lnTo>
                <a:lnTo>
                  <a:pt x="83632" y="52267"/>
                </a:lnTo>
                <a:cubicBezTo>
                  <a:pt x="85585" y="49141"/>
                  <a:pt x="89715" y="48165"/>
                  <a:pt x="92869" y="50146"/>
                </a:cubicBezTo>
                <a:cubicBezTo>
                  <a:pt x="96022" y="52127"/>
                  <a:pt x="96971" y="56229"/>
                  <a:pt x="94990" y="59382"/>
                </a:cubicBez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31" name="Text 28"/>
          <p:cNvSpPr/>
          <p:nvPr/>
        </p:nvSpPr>
        <p:spPr>
          <a:xfrm>
            <a:off x="765969" y="4722813"/>
            <a:ext cx="2333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Leak-free feature engineering with shift(1)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511969" y="5040313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94990" y="59355"/>
                </a:moveTo>
                <a:lnTo>
                  <a:pt x="72665" y="95073"/>
                </a:lnTo>
                <a:cubicBezTo>
                  <a:pt x="71493" y="96943"/>
                  <a:pt x="69484" y="98115"/>
                  <a:pt x="67280" y="98227"/>
                </a:cubicBezTo>
                <a:cubicBezTo>
                  <a:pt x="65075" y="98338"/>
                  <a:pt x="62954" y="97334"/>
                  <a:pt x="61643" y="95548"/>
                </a:cubicBezTo>
                <a:lnTo>
                  <a:pt x="48248" y="77688"/>
                </a:lnTo>
                <a:cubicBezTo>
                  <a:pt x="46016" y="74730"/>
                  <a:pt x="46630" y="70545"/>
                  <a:pt x="49588" y="68312"/>
                </a:cubicBezTo>
                <a:cubicBezTo>
                  <a:pt x="52546" y="66080"/>
                  <a:pt x="56731" y="66694"/>
                  <a:pt x="58964" y="69652"/>
                </a:cubicBezTo>
                <a:lnTo>
                  <a:pt x="66498" y="79697"/>
                </a:lnTo>
                <a:lnTo>
                  <a:pt x="83632" y="52267"/>
                </a:lnTo>
                <a:cubicBezTo>
                  <a:pt x="85585" y="49141"/>
                  <a:pt x="89715" y="48165"/>
                  <a:pt x="92869" y="50146"/>
                </a:cubicBezTo>
                <a:cubicBezTo>
                  <a:pt x="96022" y="52127"/>
                  <a:pt x="96971" y="56229"/>
                  <a:pt x="94990" y="59382"/>
                </a:cubicBez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33" name="Text 30"/>
          <p:cNvSpPr/>
          <p:nvPr/>
        </p:nvSpPr>
        <p:spPr>
          <a:xfrm>
            <a:off x="765969" y="5008563"/>
            <a:ext cx="241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Proper time-series validation methodology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511969" y="5326063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94990" y="59355"/>
                </a:moveTo>
                <a:lnTo>
                  <a:pt x="72665" y="95073"/>
                </a:lnTo>
                <a:cubicBezTo>
                  <a:pt x="71493" y="96943"/>
                  <a:pt x="69484" y="98115"/>
                  <a:pt x="67280" y="98227"/>
                </a:cubicBezTo>
                <a:cubicBezTo>
                  <a:pt x="65075" y="98338"/>
                  <a:pt x="62954" y="97334"/>
                  <a:pt x="61643" y="95548"/>
                </a:cubicBezTo>
                <a:lnTo>
                  <a:pt x="48248" y="77688"/>
                </a:lnTo>
                <a:cubicBezTo>
                  <a:pt x="46016" y="74730"/>
                  <a:pt x="46630" y="70545"/>
                  <a:pt x="49588" y="68312"/>
                </a:cubicBezTo>
                <a:cubicBezTo>
                  <a:pt x="52546" y="66080"/>
                  <a:pt x="56731" y="66694"/>
                  <a:pt x="58964" y="69652"/>
                </a:cubicBezTo>
                <a:lnTo>
                  <a:pt x="66498" y="79697"/>
                </a:lnTo>
                <a:lnTo>
                  <a:pt x="83632" y="52267"/>
                </a:lnTo>
                <a:cubicBezTo>
                  <a:pt x="85585" y="49141"/>
                  <a:pt x="89715" y="48165"/>
                  <a:pt x="92869" y="50146"/>
                </a:cubicBezTo>
                <a:cubicBezTo>
                  <a:pt x="96022" y="52127"/>
                  <a:pt x="96971" y="56229"/>
                  <a:pt x="94990" y="59382"/>
                </a:cubicBez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35" name="Text 32"/>
          <p:cNvSpPr/>
          <p:nvPr/>
        </p:nvSpPr>
        <p:spPr>
          <a:xfrm>
            <a:off x="765969" y="5294313"/>
            <a:ext cx="263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dashboard with SHAP explainability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511969" y="5611813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142875"/>
                </a:moveTo>
                <a:cubicBezTo>
                  <a:pt x="110865" y="142875"/>
                  <a:pt x="142875" y="110865"/>
                  <a:pt x="142875" y="71438"/>
                </a:cubicBezTo>
                <a:cubicBezTo>
                  <a:pt x="142875" y="32010"/>
                  <a:pt x="110865" y="0"/>
                  <a:pt x="71438" y="0"/>
                </a:cubicBezTo>
                <a:cubicBezTo>
                  <a:pt x="32010" y="0"/>
                  <a:pt x="0" y="32010"/>
                  <a:pt x="0" y="71438"/>
                </a:cubicBezTo>
                <a:cubicBezTo>
                  <a:pt x="0" y="110865"/>
                  <a:pt x="32010" y="142875"/>
                  <a:pt x="71437" y="142875"/>
                </a:cubicBezTo>
                <a:close/>
                <a:moveTo>
                  <a:pt x="94990" y="59355"/>
                </a:moveTo>
                <a:lnTo>
                  <a:pt x="72665" y="95073"/>
                </a:lnTo>
                <a:cubicBezTo>
                  <a:pt x="71493" y="96943"/>
                  <a:pt x="69484" y="98115"/>
                  <a:pt x="67280" y="98227"/>
                </a:cubicBezTo>
                <a:cubicBezTo>
                  <a:pt x="65075" y="98338"/>
                  <a:pt x="62954" y="97334"/>
                  <a:pt x="61643" y="95548"/>
                </a:cubicBezTo>
                <a:lnTo>
                  <a:pt x="48248" y="77688"/>
                </a:lnTo>
                <a:cubicBezTo>
                  <a:pt x="46016" y="74730"/>
                  <a:pt x="46630" y="70545"/>
                  <a:pt x="49588" y="68312"/>
                </a:cubicBezTo>
                <a:cubicBezTo>
                  <a:pt x="52546" y="66080"/>
                  <a:pt x="56731" y="66694"/>
                  <a:pt x="58964" y="69652"/>
                </a:cubicBezTo>
                <a:lnTo>
                  <a:pt x="66498" y="79697"/>
                </a:lnTo>
                <a:lnTo>
                  <a:pt x="83632" y="52267"/>
                </a:lnTo>
                <a:cubicBezTo>
                  <a:pt x="85585" y="49141"/>
                  <a:pt x="89715" y="48165"/>
                  <a:pt x="92869" y="50146"/>
                </a:cubicBezTo>
                <a:cubicBezTo>
                  <a:pt x="96022" y="52127"/>
                  <a:pt x="96971" y="56229"/>
                  <a:pt x="94990" y="59382"/>
                </a:cubicBez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37" name="Text 34"/>
          <p:cNvSpPr/>
          <p:nvPr/>
        </p:nvSpPr>
        <p:spPr>
          <a:xfrm>
            <a:off x="765969" y="5580063"/>
            <a:ext cx="2801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Significant accuracy improvements over baselines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6183313" y="3762375"/>
            <a:ext cx="5683250" cy="2651125"/>
          </a:xfrm>
          <a:custGeom>
            <a:avLst/>
            <a:gdLst/>
            <a:ahLst/>
            <a:cxnLst/>
            <a:rect l="l" t="t" r="r" b="b"/>
            <a:pathLst>
              <a:path w="5683250" h="2651125">
                <a:moveTo>
                  <a:pt x="126989" y="0"/>
                </a:moveTo>
                <a:lnTo>
                  <a:pt x="5556261" y="0"/>
                </a:lnTo>
                <a:cubicBezTo>
                  <a:pt x="5626395" y="0"/>
                  <a:pt x="5683250" y="56855"/>
                  <a:pt x="5683250" y="126989"/>
                </a:cubicBezTo>
                <a:lnTo>
                  <a:pt x="5683250" y="2524136"/>
                </a:lnTo>
                <a:cubicBezTo>
                  <a:pt x="5683250" y="2594270"/>
                  <a:pt x="5626395" y="2651125"/>
                  <a:pt x="5556261" y="2651125"/>
                </a:cubicBezTo>
                <a:lnTo>
                  <a:pt x="126989" y="2651125"/>
                </a:lnTo>
                <a:cubicBezTo>
                  <a:pt x="56855" y="2651125"/>
                  <a:pt x="0" y="2594270"/>
                  <a:pt x="0" y="2524136"/>
                </a:cubicBezTo>
                <a:lnTo>
                  <a:pt x="0" y="126989"/>
                </a:lnTo>
                <a:cubicBezTo>
                  <a:pt x="0" y="56902"/>
                  <a:pt x="56902" y="0"/>
                  <a:pt x="126989" y="0"/>
                </a:cubicBezTo>
                <a:close/>
              </a:path>
            </a:pathLst>
          </a:custGeom>
          <a:solidFill>
            <a:srgbClr val="F9FAFB"/>
          </a:solidFill>
          <a:ln w="25400">
            <a:solidFill>
              <a:srgbClr val="8B000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350000" y="392906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0" name="Shape 37"/>
          <p:cNvSpPr/>
          <p:nvPr/>
        </p:nvSpPr>
        <p:spPr>
          <a:xfrm>
            <a:off x="6461125" y="404018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39688" y="99219"/>
                </a:moveTo>
                <a:lnTo>
                  <a:pt x="7596" y="99219"/>
                </a:lnTo>
                <a:cubicBezTo>
                  <a:pt x="-124" y="99219"/>
                  <a:pt x="-4868" y="90816"/>
                  <a:pt x="-899" y="84181"/>
                </a:cubicBezTo>
                <a:lnTo>
                  <a:pt x="15503" y="56834"/>
                </a:lnTo>
                <a:cubicBezTo>
                  <a:pt x="18200" y="52338"/>
                  <a:pt x="23037" y="49609"/>
                  <a:pt x="28277" y="49609"/>
                </a:cubicBezTo>
                <a:lnTo>
                  <a:pt x="57733" y="49609"/>
                </a:lnTo>
                <a:cubicBezTo>
                  <a:pt x="81328" y="9643"/>
                  <a:pt x="116520" y="7627"/>
                  <a:pt x="140053" y="11069"/>
                </a:cubicBezTo>
                <a:cubicBezTo>
                  <a:pt x="144022" y="11658"/>
                  <a:pt x="147123" y="14759"/>
                  <a:pt x="147681" y="18697"/>
                </a:cubicBezTo>
                <a:cubicBezTo>
                  <a:pt x="151123" y="42230"/>
                  <a:pt x="149107" y="77422"/>
                  <a:pt x="109141" y="101017"/>
                </a:cubicBezTo>
                <a:lnTo>
                  <a:pt x="109141" y="130473"/>
                </a:lnTo>
                <a:cubicBezTo>
                  <a:pt x="109141" y="135713"/>
                  <a:pt x="106412" y="140550"/>
                  <a:pt x="101916" y="143247"/>
                </a:cubicBezTo>
                <a:lnTo>
                  <a:pt x="74569" y="159649"/>
                </a:lnTo>
                <a:cubicBezTo>
                  <a:pt x="67965" y="163618"/>
                  <a:pt x="59531" y="158843"/>
                  <a:pt x="59531" y="151154"/>
                </a:cubicBezTo>
                <a:lnTo>
                  <a:pt x="59531" y="119062"/>
                </a:lnTo>
                <a:cubicBezTo>
                  <a:pt x="59531" y="108117"/>
                  <a:pt x="50633" y="99219"/>
                  <a:pt x="39688" y="99219"/>
                </a:cubicBezTo>
                <a:lnTo>
                  <a:pt x="39656" y="99219"/>
                </a:lnTo>
                <a:close/>
                <a:moveTo>
                  <a:pt x="124023" y="49609"/>
                </a:moveTo>
                <a:cubicBezTo>
                  <a:pt x="124023" y="41395"/>
                  <a:pt x="117355" y="34727"/>
                  <a:pt x="109141" y="34727"/>
                </a:cubicBezTo>
                <a:cubicBezTo>
                  <a:pt x="100927" y="34727"/>
                  <a:pt x="94258" y="41395"/>
                  <a:pt x="94258" y="49609"/>
                </a:cubicBezTo>
                <a:cubicBezTo>
                  <a:pt x="94258" y="57823"/>
                  <a:pt x="100927" y="64492"/>
                  <a:pt x="109141" y="64492"/>
                </a:cubicBezTo>
                <a:cubicBezTo>
                  <a:pt x="117355" y="64492"/>
                  <a:pt x="124023" y="57823"/>
                  <a:pt x="124023" y="4960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1" name="Text 38"/>
          <p:cNvSpPr/>
          <p:nvPr/>
        </p:nvSpPr>
        <p:spPr>
          <a:xfrm>
            <a:off x="6826250" y="3992563"/>
            <a:ext cx="12144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8B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6350000" y="446881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</p:sp>
      <p:sp>
        <p:nvSpPr>
          <p:cNvPr id="43" name="Text 40"/>
          <p:cNvSpPr/>
          <p:nvPr/>
        </p:nvSpPr>
        <p:spPr>
          <a:xfrm>
            <a:off x="6451575" y="4500563"/>
            <a:ext cx="11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8B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6699250" y="4437063"/>
            <a:ext cx="2389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Learning Integration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6699250" y="4627563"/>
            <a:ext cx="2389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LSTM/Transformer for sequence modeling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6350000" y="494506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</p:sp>
      <p:sp>
        <p:nvSpPr>
          <p:cNvPr id="47" name="Text 44"/>
          <p:cNvSpPr/>
          <p:nvPr/>
        </p:nvSpPr>
        <p:spPr>
          <a:xfrm>
            <a:off x="6440041" y="4976813"/>
            <a:ext cx="134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8B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6699250" y="4913313"/>
            <a:ext cx="1547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APIs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6699250" y="5103813"/>
            <a:ext cx="1547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match data integration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6350000" y="542131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</p:sp>
      <p:sp>
        <p:nvSpPr>
          <p:cNvPr id="51" name="Text 48"/>
          <p:cNvSpPr/>
          <p:nvPr/>
        </p:nvSpPr>
        <p:spPr>
          <a:xfrm>
            <a:off x="6439421" y="5453063"/>
            <a:ext cx="134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8B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6699250" y="5389563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Team-Level Predictions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6699250" y="5580063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Match outcome &amp; team performance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6350000" y="589756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</p:sp>
      <p:sp>
        <p:nvSpPr>
          <p:cNvPr id="55" name="Text 52"/>
          <p:cNvSpPr/>
          <p:nvPr/>
        </p:nvSpPr>
        <p:spPr>
          <a:xfrm>
            <a:off x="6439545" y="5929313"/>
            <a:ext cx="134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8B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6699250" y="5865813"/>
            <a:ext cx="1809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 App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6699250" y="6056313"/>
            <a:ext cx="1809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iOS/Android native applications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325438" y="6556375"/>
            <a:ext cx="11541125" cy="714375"/>
          </a:xfrm>
          <a:custGeom>
            <a:avLst/>
            <a:gdLst/>
            <a:ahLst/>
            <a:cxnLst/>
            <a:rect l="l" t="t" r="r" b="b"/>
            <a:pathLst>
              <a:path w="11541125" h="714375">
                <a:moveTo>
                  <a:pt x="127002" y="0"/>
                </a:moveTo>
                <a:lnTo>
                  <a:pt x="11414123" y="0"/>
                </a:lnTo>
                <a:cubicBezTo>
                  <a:pt x="11484264" y="0"/>
                  <a:pt x="11541125" y="56861"/>
                  <a:pt x="11541125" y="127002"/>
                </a:cubicBezTo>
                <a:lnTo>
                  <a:pt x="11541125" y="587373"/>
                </a:lnTo>
                <a:cubicBezTo>
                  <a:pt x="11541125" y="657514"/>
                  <a:pt x="11484264" y="714375"/>
                  <a:pt x="11414123" y="714375"/>
                </a:cubicBezTo>
                <a:lnTo>
                  <a:pt x="127002" y="714375"/>
                </a:lnTo>
                <a:cubicBezTo>
                  <a:pt x="56861" y="714375"/>
                  <a:pt x="0" y="657514"/>
                  <a:pt x="0" y="587373"/>
                </a:cubicBezTo>
                <a:lnTo>
                  <a:pt x="0" y="127002"/>
                </a:lnTo>
                <a:cubicBezTo>
                  <a:pt x="0" y="56908"/>
                  <a:pt x="56908" y="0"/>
                  <a:pt x="127002" y="0"/>
                </a:cubicBezTo>
                <a:close/>
              </a:path>
            </a:pathLst>
          </a:custGeom>
          <a:solidFill>
            <a:srgbClr val="1E3A8A">
              <a:alpha val="5098"/>
            </a:srgbClr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496094" y="681831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1E3A8A"/>
          </a:solidFill>
          <a:ln/>
        </p:spPr>
      </p:sp>
      <p:sp>
        <p:nvSpPr>
          <p:cNvPr id="60" name="Text 57"/>
          <p:cNvSpPr/>
          <p:nvPr/>
        </p:nvSpPr>
        <p:spPr>
          <a:xfrm>
            <a:off x="767209" y="6691313"/>
            <a:ext cx="11033125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Real-World Impact:</a:t>
            </a:r>
            <a:pPr>
              <a:lnSpc>
                <a:spcPct val="130000"/>
              </a:lnSpc>
            </a:pPr>
            <a:r>
              <a:rPr lang="en-US" sz="1125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This system can assist coaches, analysts, and fantasy cricket players in making data-driven decisions, demonstrating the practical application of machine learning in sports analytics.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68ecb59e745cf535c39d57b803e74d6a5763ad06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765" b="765"/>
          <a:stretch/>
        </p:blipFill>
        <p:spPr>
          <a:xfrm>
            <a:off x="0" y="0"/>
            <a:ext cx="12192000" cy="6860275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60275"/>
          </a:xfrm>
          <a:custGeom>
            <a:avLst/>
            <a:gdLst/>
            <a:ahLst/>
            <a:cxnLst/>
            <a:rect l="l" t="t" r="r" b="b"/>
            <a:pathLst>
              <a:path w="12192000" h="6860275">
                <a:moveTo>
                  <a:pt x="0" y="0"/>
                </a:moveTo>
                <a:lnTo>
                  <a:pt x="12192000" y="0"/>
                </a:lnTo>
                <a:lnTo>
                  <a:pt x="12192000" y="6860275"/>
                </a:lnTo>
                <a:lnTo>
                  <a:pt x="0" y="6860275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E3A8A">
                  <a:alpha val="95000"/>
                </a:srgbClr>
              </a:gs>
              <a:gs pos="50000">
                <a:srgbClr val="1E3A8A">
                  <a:alpha val="85000"/>
                </a:srgbClr>
              </a:gs>
              <a:gs pos="100000">
                <a:srgbClr val="3B82F6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670360" y="-145576"/>
            <a:ext cx="855260" cy="855260"/>
          </a:xfrm>
          <a:custGeom>
            <a:avLst/>
            <a:gdLst/>
            <a:ahLst/>
            <a:cxnLst/>
            <a:rect l="l" t="t" r="r" b="b"/>
            <a:pathLst>
              <a:path w="855260" h="855260">
                <a:moveTo>
                  <a:pt x="427630" y="0"/>
                </a:moveTo>
                <a:lnTo>
                  <a:pt x="427630" y="0"/>
                </a:lnTo>
                <a:cubicBezTo>
                  <a:pt x="663645" y="0"/>
                  <a:pt x="855260" y="191615"/>
                  <a:pt x="855260" y="427630"/>
                </a:cubicBezTo>
                <a:lnTo>
                  <a:pt x="855260" y="427630"/>
                </a:lnTo>
                <a:cubicBezTo>
                  <a:pt x="855260" y="663645"/>
                  <a:pt x="663645" y="855260"/>
                  <a:pt x="427630" y="855260"/>
                </a:cubicBezTo>
                <a:lnTo>
                  <a:pt x="427630" y="855260"/>
                </a:lnTo>
                <a:cubicBezTo>
                  <a:pt x="191615" y="855260"/>
                  <a:pt x="0" y="663645"/>
                  <a:pt x="0" y="427630"/>
                </a:cubicBezTo>
                <a:lnTo>
                  <a:pt x="0" y="427630"/>
                </a:lnTo>
                <a:cubicBezTo>
                  <a:pt x="0" y="191615"/>
                  <a:pt x="191615" y="0"/>
                  <a:pt x="42763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25400">
            <a:solidFill>
              <a:srgbClr val="FFFFFF">
                <a:alpha val="30196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879626" y="63690"/>
            <a:ext cx="436728" cy="436728"/>
          </a:xfrm>
          <a:custGeom>
            <a:avLst/>
            <a:gdLst/>
            <a:ahLst/>
            <a:cxnLst/>
            <a:rect l="l" t="t" r="r" b="b"/>
            <a:pathLst>
              <a:path w="436728" h="436728">
                <a:moveTo>
                  <a:pt x="56212" y="194907"/>
                </a:moveTo>
                <a:cubicBezTo>
                  <a:pt x="67556" y="115579"/>
                  <a:pt x="135881" y="54591"/>
                  <a:pt x="218364" y="54591"/>
                </a:cubicBezTo>
                <a:cubicBezTo>
                  <a:pt x="263572" y="54591"/>
                  <a:pt x="304516" y="72930"/>
                  <a:pt x="334200" y="102529"/>
                </a:cubicBezTo>
                <a:cubicBezTo>
                  <a:pt x="334370" y="102699"/>
                  <a:pt x="334541" y="102870"/>
                  <a:pt x="334711" y="103041"/>
                </a:cubicBezTo>
                <a:lnTo>
                  <a:pt x="341194" y="109182"/>
                </a:lnTo>
                <a:lnTo>
                  <a:pt x="300336" y="109182"/>
                </a:lnTo>
                <a:cubicBezTo>
                  <a:pt x="285238" y="109182"/>
                  <a:pt x="273041" y="121380"/>
                  <a:pt x="273041" y="136478"/>
                </a:cubicBezTo>
                <a:cubicBezTo>
                  <a:pt x="273041" y="151575"/>
                  <a:pt x="285238" y="163773"/>
                  <a:pt x="300336" y="163773"/>
                </a:cubicBezTo>
                <a:lnTo>
                  <a:pt x="409518" y="163773"/>
                </a:lnTo>
                <a:cubicBezTo>
                  <a:pt x="424616" y="163773"/>
                  <a:pt x="436814" y="151575"/>
                  <a:pt x="436814" y="136478"/>
                </a:cubicBezTo>
                <a:lnTo>
                  <a:pt x="436814" y="27296"/>
                </a:lnTo>
                <a:cubicBezTo>
                  <a:pt x="436814" y="12198"/>
                  <a:pt x="424616" y="0"/>
                  <a:pt x="409518" y="0"/>
                </a:cubicBezTo>
                <a:cubicBezTo>
                  <a:pt x="394420" y="0"/>
                  <a:pt x="382223" y="12198"/>
                  <a:pt x="382223" y="27296"/>
                </a:cubicBezTo>
                <a:lnTo>
                  <a:pt x="382223" y="72845"/>
                </a:lnTo>
                <a:lnTo>
                  <a:pt x="372584" y="63718"/>
                </a:lnTo>
                <a:cubicBezTo>
                  <a:pt x="333091" y="24395"/>
                  <a:pt x="278500" y="0"/>
                  <a:pt x="218364" y="0"/>
                </a:cubicBezTo>
                <a:cubicBezTo>
                  <a:pt x="108329" y="0"/>
                  <a:pt x="17316" y="81375"/>
                  <a:pt x="2218" y="187230"/>
                </a:cubicBezTo>
                <a:cubicBezTo>
                  <a:pt x="85" y="202157"/>
                  <a:pt x="10406" y="215976"/>
                  <a:pt x="25334" y="218108"/>
                </a:cubicBezTo>
                <a:cubicBezTo>
                  <a:pt x="40261" y="220241"/>
                  <a:pt x="54079" y="209834"/>
                  <a:pt x="56212" y="194992"/>
                </a:cubicBezTo>
                <a:close/>
                <a:moveTo>
                  <a:pt x="434511" y="249498"/>
                </a:moveTo>
                <a:cubicBezTo>
                  <a:pt x="436643" y="234571"/>
                  <a:pt x="426237" y="220753"/>
                  <a:pt x="411395" y="218620"/>
                </a:cubicBezTo>
                <a:cubicBezTo>
                  <a:pt x="396553" y="216488"/>
                  <a:pt x="382649" y="226894"/>
                  <a:pt x="380517" y="241736"/>
                </a:cubicBezTo>
                <a:cubicBezTo>
                  <a:pt x="369172" y="321064"/>
                  <a:pt x="300848" y="382052"/>
                  <a:pt x="218364" y="382052"/>
                </a:cubicBezTo>
                <a:cubicBezTo>
                  <a:pt x="173156" y="382052"/>
                  <a:pt x="132213" y="363713"/>
                  <a:pt x="102529" y="334114"/>
                </a:cubicBezTo>
                <a:cubicBezTo>
                  <a:pt x="102358" y="333944"/>
                  <a:pt x="102188" y="333773"/>
                  <a:pt x="102017" y="333602"/>
                </a:cubicBezTo>
                <a:lnTo>
                  <a:pt x="95534" y="327461"/>
                </a:lnTo>
                <a:lnTo>
                  <a:pt x="136392" y="327461"/>
                </a:lnTo>
                <a:cubicBezTo>
                  <a:pt x="151490" y="327461"/>
                  <a:pt x="163688" y="315263"/>
                  <a:pt x="163688" y="300165"/>
                </a:cubicBezTo>
                <a:cubicBezTo>
                  <a:pt x="163688" y="285068"/>
                  <a:pt x="151490" y="272870"/>
                  <a:pt x="136392" y="272870"/>
                </a:cubicBezTo>
                <a:lnTo>
                  <a:pt x="27296" y="272955"/>
                </a:lnTo>
                <a:cubicBezTo>
                  <a:pt x="20045" y="272955"/>
                  <a:pt x="13051" y="275855"/>
                  <a:pt x="7933" y="281059"/>
                </a:cubicBezTo>
                <a:cubicBezTo>
                  <a:pt x="2815" y="286262"/>
                  <a:pt x="-85" y="293171"/>
                  <a:pt x="0" y="300507"/>
                </a:cubicBezTo>
                <a:lnTo>
                  <a:pt x="853" y="408836"/>
                </a:lnTo>
                <a:cubicBezTo>
                  <a:pt x="938" y="423934"/>
                  <a:pt x="13307" y="436046"/>
                  <a:pt x="28404" y="435875"/>
                </a:cubicBezTo>
                <a:cubicBezTo>
                  <a:pt x="43502" y="435705"/>
                  <a:pt x="55615" y="423422"/>
                  <a:pt x="55444" y="408324"/>
                </a:cubicBezTo>
                <a:lnTo>
                  <a:pt x="55103" y="364395"/>
                </a:lnTo>
                <a:lnTo>
                  <a:pt x="64230" y="373010"/>
                </a:lnTo>
                <a:cubicBezTo>
                  <a:pt x="103723" y="412333"/>
                  <a:pt x="158229" y="436728"/>
                  <a:pt x="218364" y="436728"/>
                </a:cubicBezTo>
                <a:cubicBezTo>
                  <a:pt x="328399" y="436728"/>
                  <a:pt x="419413" y="355354"/>
                  <a:pt x="434511" y="24949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4695541" y="937146"/>
            <a:ext cx="2802340" cy="545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29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515686" y="1628633"/>
            <a:ext cx="1164609" cy="36394"/>
          </a:xfrm>
          <a:custGeom>
            <a:avLst/>
            <a:gdLst/>
            <a:ahLst/>
            <a:cxnLst/>
            <a:rect l="l" t="t" r="r" b="b"/>
            <a:pathLst>
              <a:path w="1164609" h="36394">
                <a:moveTo>
                  <a:pt x="0" y="0"/>
                </a:moveTo>
                <a:lnTo>
                  <a:pt x="1164609" y="0"/>
                </a:lnTo>
                <a:lnTo>
                  <a:pt x="1164609" y="36394"/>
                </a:lnTo>
                <a:lnTo>
                  <a:pt x="0" y="36394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3056388" y="2106304"/>
            <a:ext cx="6086901" cy="2174543"/>
          </a:xfrm>
          <a:custGeom>
            <a:avLst/>
            <a:gdLst/>
            <a:ahLst/>
            <a:cxnLst/>
            <a:rect l="l" t="t" r="r" b="b"/>
            <a:pathLst>
              <a:path w="6086901" h="2174543">
                <a:moveTo>
                  <a:pt x="218368" y="0"/>
                </a:moveTo>
                <a:lnTo>
                  <a:pt x="5868534" y="0"/>
                </a:lnTo>
                <a:cubicBezTo>
                  <a:pt x="5989135" y="0"/>
                  <a:pt x="6086901" y="97767"/>
                  <a:pt x="6086901" y="218368"/>
                </a:cubicBezTo>
                <a:lnTo>
                  <a:pt x="6086901" y="1956176"/>
                </a:lnTo>
                <a:cubicBezTo>
                  <a:pt x="6086901" y="2076777"/>
                  <a:pt x="5989135" y="2174543"/>
                  <a:pt x="5868534" y="2174543"/>
                </a:cubicBezTo>
                <a:lnTo>
                  <a:pt x="218368" y="2174543"/>
                </a:lnTo>
                <a:cubicBezTo>
                  <a:pt x="97767" y="2174543"/>
                  <a:pt x="0" y="2076777"/>
                  <a:pt x="0" y="1956176"/>
                </a:cubicBezTo>
                <a:lnTo>
                  <a:pt x="0" y="218368"/>
                </a:lnTo>
                <a:cubicBezTo>
                  <a:pt x="0" y="97847"/>
                  <a:pt x="97847" y="0"/>
                  <a:pt x="21836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70203" y="2402006"/>
            <a:ext cx="5659272" cy="363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57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Cricket Player Performance Prediction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306597" y="2911522"/>
            <a:ext cx="5586484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33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IPL 2008–2025 | Machine Learning System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502072" y="3389194"/>
            <a:ext cx="1528549" cy="373039"/>
          </a:xfrm>
          <a:custGeom>
            <a:avLst/>
            <a:gdLst/>
            <a:ahLst/>
            <a:cxnLst/>
            <a:rect l="l" t="t" r="r" b="b"/>
            <a:pathLst>
              <a:path w="1528549" h="373039">
                <a:moveTo>
                  <a:pt x="72787" y="0"/>
                </a:moveTo>
                <a:lnTo>
                  <a:pt x="1455762" y="0"/>
                </a:lnTo>
                <a:cubicBezTo>
                  <a:pt x="1495961" y="0"/>
                  <a:pt x="1528549" y="32588"/>
                  <a:pt x="1528549" y="72787"/>
                </a:cubicBezTo>
                <a:lnTo>
                  <a:pt x="1528549" y="300251"/>
                </a:lnTo>
                <a:cubicBezTo>
                  <a:pt x="1528549" y="340451"/>
                  <a:pt x="1495961" y="373039"/>
                  <a:pt x="1455762" y="373039"/>
                </a:cubicBezTo>
                <a:lnTo>
                  <a:pt x="72787" y="373039"/>
                </a:lnTo>
                <a:cubicBezTo>
                  <a:pt x="32588" y="373039"/>
                  <a:pt x="0" y="340451"/>
                  <a:pt x="0" y="300251"/>
                </a:cubicBezTo>
                <a:lnTo>
                  <a:pt x="0" y="72787"/>
                </a:lnTo>
                <a:cubicBezTo>
                  <a:pt x="0" y="32615"/>
                  <a:pt x="32615" y="0"/>
                  <a:pt x="7278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85180" y="3493827"/>
            <a:ext cx="143301" cy="163773"/>
          </a:xfrm>
          <a:custGeom>
            <a:avLst/>
            <a:gdLst/>
            <a:ahLst/>
            <a:cxnLst/>
            <a:rect l="l" t="t" r="r" b="b"/>
            <a:pathLst>
              <a:path w="143301" h="163773">
                <a:moveTo>
                  <a:pt x="71651" y="-10236"/>
                </a:moveTo>
                <a:cubicBezTo>
                  <a:pt x="73890" y="-10236"/>
                  <a:pt x="76033" y="-9244"/>
                  <a:pt x="77504" y="-7517"/>
                </a:cubicBezTo>
                <a:lnTo>
                  <a:pt x="121007" y="43662"/>
                </a:lnTo>
                <a:cubicBezTo>
                  <a:pt x="122958" y="45933"/>
                  <a:pt x="123374" y="49132"/>
                  <a:pt x="122126" y="51851"/>
                </a:cubicBezTo>
                <a:cubicBezTo>
                  <a:pt x="120879" y="54570"/>
                  <a:pt x="118160" y="56297"/>
                  <a:pt x="115153" y="56297"/>
                </a:cubicBezTo>
                <a:lnTo>
                  <a:pt x="107188" y="56297"/>
                </a:lnTo>
                <a:lnTo>
                  <a:pt x="131242" y="84605"/>
                </a:lnTo>
                <a:cubicBezTo>
                  <a:pt x="133194" y="86877"/>
                  <a:pt x="133609" y="90075"/>
                  <a:pt x="132362" y="92794"/>
                </a:cubicBezTo>
                <a:cubicBezTo>
                  <a:pt x="131114" y="95513"/>
                  <a:pt x="128396" y="97240"/>
                  <a:pt x="125389" y="97240"/>
                </a:cubicBezTo>
                <a:lnTo>
                  <a:pt x="113074" y="97240"/>
                </a:lnTo>
                <a:lnTo>
                  <a:pt x="141478" y="130667"/>
                </a:lnTo>
                <a:cubicBezTo>
                  <a:pt x="143429" y="132938"/>
                  <a:pt x="143845" y="136136"/>
                  <a:pt x="142598" y="138855"/>
                </a:cubicBezTo>
                <a:cubicBezTo>
                  <a:pt x="141350" y="141574"/>
                  <a:pt x="138631" y="143301"/>
                  <a:pt x="135625" y="143301"/>
                </a:cubicBezTo>
                <a:lnTo>
                  <a:pt x="81887" y="143301"/>
                </a:lnTo>
                <a:lnTo>
                  <a:pt x="81887" y="163773"/>
                </a:lnTo>
                <a:cubicBezTo>
                  <a:pt x="81887" y="169435"/>
                  <a:pt x="77312" y="174009"/>
                  <a:pt x="71651" y="174009"/>
                </a:cubicBezTo>
                <a:cubicBezTo>
                  <a:pt x="65989" y="174009"/>
                  <a:pt x="61415" y="169435"/>
                  <a:pt x="61415" y="163773"/>
                </a:cubicBezTo>
                <a:lnTo>
                  <a:pt x="61415" y="143301"/>
                </a:lnTo>
                <a:lnTo>
                  <a:pt x="7677" y="143301"/>
                </a:lnTo>
                <a:cubicBezTo>
                  <a:pt x="4670" y="143301"/>
                  <a:pt x="1951" y="141574"/>
                  <a:pt x="704" y="138855"/>
                </a:cubicBezTo>
                <a:cubicBezTo>
                  <a:pt x="-544" y="136136"/>
                  <a:pt x="-128" y="132938"/>
                  <a:pt x="1823" y="130667"/>
                </a:cubicBezTo>
                <a:lnTo>
                  <a:pt x="30228" y="97240"/>
                </a:lnTo>
                <a:lnTo>
                  <a:pt x="17913" y="97240"/>
                </a:lnTo>
                <a:cubicBezTo>
                  <a:pt x="14906" y="97240"/>
                  <a:pt x="12187" y="95513"/>
                  <a:pt x="10940" y="92794"/>
                </a:cubicBezTo>
                <a:cubicBezTo>
                  <a:pt x="9692" y="90075"/>
                  <a:pt x="10108" y="86877"/>
                  <a:pt x="12059" y="84605"/>
                </a:cubicBezTo>
                <a:lnTo>
                  <a:pt x="36113" y="56297"/>
                </a:lnTo>
                <a:lnTo>
                  <a:pt x="28149" y="56297"/>
                </a:lnTo>
                <a:cubicBezTo>
                  <a:pt x="25142" y="56297"/>
                  <a:pt x="22423" y="54570"/>
                  <a:pt x="21175" y="51851"/>
                </a:cubicBezTo>
                <a:cubicBezTo>
                  <a:pt x="19928" y="49132"/>
                  <a:pt x="20344" y="45933"/>
                  <a:pt x="22295" y="43662"/>
                </a:cubicBezTo>
                <a:lnTo>
                  <a:pt x="65797" y="-7517"/>
                </a:lnTo>
                <a:cubicBezTo>
                  <a:pt x="67269" y="-9244"/>
                  <a:pt x="69412" y="-10236"/>
                  <a:pt x="71651" y="-10236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3" name="Text 10"/>
          <p:cNvSpPr/>
          <p:nvPr/>
        </p:nvSpPr>
        <p:spPr>
          <a:xfrm>
            <a:off x="3893308" y="3466531"/>
            <a:ext cx="1028131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6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187713" y="3389194"/>
            <a:ext cx="1128215" cy="373039"/>
          </a:xfrm>
          <a:custGeom>
            <a:avLst/>
            <a:gdLst/>
            <a:ahLst/>
            <a:cxnLst/>
            <a:rect l="l" t="t" r="r" b="b"/>
            <a:pathLst>
              <a:path w="1128215" h="373039">
                <a:moveTo>
                  <a:pt x="72787" y="0"/>
                </a:moveTo>
                <a:lnTo>
                  <a:pt x="1055428" y="0"/>
                </a:lnTo>
                <a:cubicBezTo>
                  <a:pt x="1095627" y="0"/>
                  <a:pt x="1128215" y="32588"/>
                  <a:pt x="1128215" y="72787"/>
                </a:cubicBezTo>
                <a:lnTo>
                  <a:pt x="1128215" y="300251"/>
                </a:lnTo>
                <a:cubicBezTo>
                  <a:pt x="1128215" y="340451"/>
                  <a:pt x="1095627" y="373039"/>
                  <a:pt x="1055428" y="373039"/>
                </a:cubicBezTo>
                <a:lnTo>
                  <a:pt x="72787" y="373039"/>
                </a:lnTo>
                <a:cubicBezTo>
                  <a:pt x="32588" y="373039"/>
                  <a:pt x="0" y="340451"/>
                  <a:pt x="0" y="300251"/>
                </a:cubicBezTo>
                <a:lnTo>
                  <a:pt x="0" y="72787"/>
                </a:lnTo>
                <a:cubicBezTo>
                  <a:pt x="0" y="32615"/>
                  <a:pt x="32615" y="0"/>
                  <a:pt x="7278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370821" y="3493827"/>
            <a:ext cx="143301" cy="163773"/>
          </a:xfrm>
          <a:custGeom>
            <a:avLst/>
            <a:gdLst/>
            <a:ahLst/>
            <a:cxnLst/>
            <a:rect l="l" t="t" r="r" b="b"/>
            <a:pathLst>
              <a:path w="143301" h="163773">
                <a:moveTo>
                  <a:pt x="108372" y="-3167"/>
                </a:moveTo>
                <a:cubicBezTo>
                  <a:pt x="112178" y="-416"/>
                  <a:pt x="113586" y="4574"/>
                  <a:pt x="111858" y="8924"/>
                </a:cubicBezTo>
                <a:lnTo>
                  <a:pt x="86781" y="71651"/>
                </a:lnTo>
                <a:lnTo>
                  <a:pt x="133066" y="71651"/>
                </a:lnTo>
                <a:cubicBezTo>
                  <a:pt x="137384" y="71651"/>
                  <a:pt x="141222" y="74338"/>
                  <a:pt x="142694" y="78400"/>
                </a:cubicBezTo>
                <a:cubicBezTo>
                  <a:pt x="144165" y="82462"/>
                  <a:pt x="142918" y="87004"/>
                  <a:pt x="139623" y="89755"/>
                </a:cubicBezTo>
                <a:lnTo>
                  <a:pt x="47501" y="166524"/>
                </a:lnTo>
                <a:cubicBezTo>
                  <a:pt x="43886" y="169531"/>
                  <a:pt x="38736" y="169691"/>
                  <a:pt x="34930" y="166940"/>
                </a:cubicBezTo>
                <a:cubicBezTo>
                  <a:pt x="31123" y="164189"/>
                  <a:pt x="29716" y="159199"/>
                  <a:pt x="31443" y="154849"/>
                </a:cubicBezTo>
                <a:lnTo>
                  <a:pt x="56521" y="92122"/>
                </a:lnTo>
                <a:lnTo>
                  <a:pt x="10236" y="92122"/>
                </a:lnTo>
                <a:cubicBezTo>
                  <a:pt x="5918" y="92122"/>
                  <a:pt x="2079" y="89435"/>
                  <a:pt x="608" y="85373"/>
                </a:cubicBezTo>
                <a:cubicBezTo>
                  <a:pt x="-864" y="81311"/>
                  <a:pt x="384" y="76769"/>
                  <a:pt x="3678" y="74018"/>
                </a:cubicBezTo>
                <a:lnTo>
                  <a:pt x="95801" y="-2751"/>
                </a:lnTo>
                <a:cubicBezTo>
                  <a:pt x="99415" y="-5758"/>
                  <a:pt x="104565" y="-5918"/>
                  <a:pt x="108372" y="-3167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6" name="Text 13"/>
          <p:cNvSpPr/>
          <p:nvPr/>
        </p:nvSpPr>
        <p:spPr>
          <a:xfrm>
            <a:off x="5578949" y="3466531"/>
            <a:ext cx="618699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6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XGBoost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466622" y="3389194"/>
            <a:ext cx="928048" cy="373039"/>
          </a:xfrm>
          <a:custGeom>
            <a:avLst/>
            <a:gdLst/>
            <a:ahLst/>
            <a:cxnLst/>
            <a:rect l="l" t="t" r="r" b="b"/>
            <a:pathLst>
              <a:path w="928048" h="373039">
                <a:moveTo>
                  <a:pt x="72787" y="0"/>
                </a:moveTo>
                <a:lnTo>
                  <a:pt x="855260" y="0"/>
                </a:lnTo>
                <a:cubicBezTo>
                  <a:pt x="895460" y="0"/>
                  <a:pt x="928048" y="32588"/>
                  <a:pt x="928048" y="72787"/>
                </a:cubicBezTo>
                <a:lnTo>
                  <a:pt x="928048" y="300251"/>
                </a:lnTo>
                <a:cubicBezTo>
                  <a:pt x="928048" y="340451"/>
                  <a:pt x="895460" y="373039"/>
                  <a:pt x="855260" y="373039"/>
                </a:cubicBezTo>
                <a:lnTo>
                  <a:pt x="72787" y="373039"/>
                </a:lnTo>
                <a:cubicBezTo>
                  <a:pt x="32588" y="373039"/>
                  <a:pt x="0" y="340451"/>
                  <a:pt x="0" y="300251"/>
                </a:cubicBezTo>
                <a:lnTo>
                  <a:pt x="0" y="72787"/>
                </a:lnTo>
                <a:cubicBezTo>
                  <a:pt x="0" y="32615"/>
                  <a:pt x="32615" y="0"/>
                  <a:pt x="7278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639494" y="3493827"/>
            <a:ext cx="163773" cy="163773"/>
          </a:xfrm>
          <a:custGeom>
            <a:avLst/>
            <a:gdLst/>
            <a:ahLst/>
            <a:cxnLst/>
            <a:rect l="l" t="t" r="r" b="b"/>
            <a:pathLst>
              <a:path w="163773" h="163773">
                <a:moveTo>
                  <a:pt x="38384" y="17913"/>
                </a:moveTo>
                <a:cubicBezTo>
                  <a:pt x="38384" y="8029"/>
                  <a:pt x="46413" y="0"/>
                  <a:pt x="56297" y="0"/>
                </a:cubicBezTo>
                <a:lnTo>
                  <a:pt x="63974" y="0"/>
                </a:lnTo>
                <a:cubicBezTo>
                  <a:pt x="69636" y="0"/>
                  <a:pt x="74210" y="4574"/>
                  <a:pt x="74210" y="10236"/>
                </a:cubicBezTo>
                <a:lnTo>
                  <a:pt x="74210" y="153537"/>
                </a:lnTo>
                <a:cubicBezTo>
                  <a:pt x="74210" y="159199"/>
                  <a:pt x="69636" y="163773"/>
                  <a:pt x="63974" y="163773"/>
                </a:cubicBezTo>
                <a:lnTo>
                  <a:pt x="53738" y="163773"/>
                </a:lnTo>
                <a:cubicBezTo>
                  <a:pt x="44206" y="163773"/>
                  <a:pt x="36177" y="157248"/>
                  <a:pt x="33906" y="148419"/>
                </a:cubicBezTo>
                <a:cubicBezTo>
                  <a:pt x="33682" y="148419"/>
                  <a:pt x="33490" y="148419"/>
                  <a:pt x="33266" y="148419"/>
                </a:cubicBezTo>
                <a:cubicBezTo>
                  <a:pt x="19128" y="148419"/>
                  <a:pt x="7677" y="136968"/>
                  <a:pt x="7677" y="122830"/>
                </a:cubicBezTo>
                <a:cubicBezTo>
                  <a:pt x="7677" y="117072"/>
                  <a:pt x="9596" y="111762"/>
                  <a:pt x="12795" y="107476"/>
                </a:cubicBezTo>
                <a:cubicBezTo>
                  <a:pt x="6589" y="102806"/>
                  <a:pt x="2559" y="95385"/>
                  <a:pt x="2559" y="87004"/>
                </a:cubicBezTo>
                <a:cubicBezTo>
                  <a:pt x="2559" y="77121"/>
                  <a:pt x="8189" y="68516"/>
                  <a:pt x="16377" y="64262"/>
                </a:cubicBezTo>
                <a:cubicBezTo>
                  <a:pt x="14106" y="60423"/>
                  <a:pt x="12795" y="55945"/>
                  <a:pt x="12795" y="51179"/>
                </a:cubicBezTo>
                <a:cubicBezTo>
                  <a:pt x="12795" y="37041"/>
                  <a:pt x="24246" y="25590"/>
                  <a:pt x="38384" y="25590"/>
                </a:cubicBezTo>
                <a:lnTo>
                  <a:pt x="38384" y="17913"/>
                </a:lnTo>
                <a:close/>
                <a:moveTo>
                  <a:pt x="125389" y="17913"/>
                </a:moveTo>
                <a:lnTo>
                  <a:pt x="125389" y="25590"/>
                </a:lnTo>
                <a:cubicBezTo>
                  <a:pt x="139527" y="25590"/>
                  <a:pt x="150978" y="37041"/>
                  <a:pt x="150978" y="51179"/>
                </a:cubicBezTo>
                <a:cubicBezTo>
                  <a:pt x="150978" y="55977"/>
                  <a:pt x="149667" y="60455"/>
                  <a:pt x="147396" y="64262"/>
                </a:cubicBezTo>
                <a:cubicBezTo>
                  <a:pt x="155616" y="68516"/>
                  <a:pt x="161214" y="77089"/>
                  <a:pt x="161214" y="87004"/>
                </a:cubicBezTo>
                <a:cubicBezTo>
                  <a:pt x="161214" y="95385"/>
                  <a:pt x="157184" y="102806"/>
                  <a:pt x="150978" y="107476"/>
                </a:cubicBezTo>
                <a:cubicBezTo>
                  <a:pt x="154177" y="111762"/>
                  <a:pt x="156096" y="117072"/>
                  <a:pt x="156096" y="122830"/>
                </a:cubicBezTo>
                <a:cubicBezTo>
                  <a:pt x="156096" y="136968"/>
                  <a:pt x="144645" y="148419"/>
                  <a:pt x="130507" y="148419"/>
                </a:cubicBezTo>
                <a:cubicBezTo>
                  <a:pt x="130283" y="148419"/>
                  <a:pt x="130091" y="148419"/>
                  <a:pt x="129867" y="148419"/>
                </a:cubicBezTo>
                <a:cubicBezTo>
                  <a:pt x="127596" y="157248"/>
                  <a:pt x="119567" y="163773"/>
                  <a:pt x="110035" y="163773"/>
                </a:cubicBezTo>
                <a:lnTo>
                  <a:pt x="99799" y="163773"/>
                </a:lnTo>
                <a:cubicBezTo>
                  <a:pt x="94138" y="163773"/>
                  <a:pt x="89563" y="159199"/>
                  <a:pt x="89563" y="153537"/>
                </a:cubicBezTo>
                <a:lnTo>
                  <a:pt x="89563" y="10236"/>
                </a:lnTo>
                <a:cubicBezTo>
                  <a:pt x="89563" y="4574"/>
                  <a:pt x="94138" y="0"/>
                  <a:pt x="99799" y="0"/>
                </a:cubicBezTo>
                <a:lnTo>
                  <a:pt x="107476" y="0"/>
                </a:lnTo>
                <a:cubicBezTo>
                  <a:pt x="117360" y="0"/>
                  <a:pt x="125389" y="8029"/>
                  <a:pt x="125389" y="17913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9" name="Text 16"/>
          <p:cNvSpPr/>
          <p:nvPr/>
        </p:nvSpPr>
        <p:spPr>
          <a:xfrm>
            <a:off x="6857858" y="3466531"/>
            <a:ext cx="427630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6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SHAP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552330" y="3389194"/>
            <a:ext cx="1137313" cy="373039"/>
          </a:xfrm>
          <a:custGeom>
            <a:avLst/>
            <a:gdLst/>
            <a:ahLst/>
            <a:cxnLst/>
            <a:rect l="l" t="t" r="r" b="b"/>
            <a:pathLst>
              <a:path w="1137313" h="373039">
                <a:moveTo>
                  <a:pt x="72787" y="0"/>
                </a:moveTo>
                <a:lnTo>
                  <a:pt x="1064526" y="0"/>
                </a:lnTo>
                <a:cubicBezTo>
                  <a:pt x="1104725" y="0"/>
                  <a:pt x="1137313" y="32588"/>
                  <a:pt x="1137313" y="72787"/>
                </a:cubicBezTo>
                <a:lnTo>
                  <a:pt x="1137313" y="300251"/>
                </a:lnTo>
                <a:cubicBezTo>
                  <a:pt x="1137313" y="340451"/>
                  <a:pt x="1104725" y="373039"/>
                  <a:pt x="1064526" y="373039"/>
                </a:cubicBezTo>
                <a:lnTo>
                  <a:pt x="72787" y="373039"/>
                </a:lnTo>
                <a:cubicBezTo>
                  <a:pt x="32588" y="373039"/>
                  <a:pt x="0" y="340451"/>
                  <a:pt x="0" y="300251"/>
                </a:cubicBezTo>
                <a:lnTo>
                  <a:pt x="0" y="72787"/>
                </a:lnTo>
                <a:cubicBezTo>
                  <a:pt x="0" y="32615"/>
                  <a:pt x="32615" y="0"/>
                  <a:pt x="7278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725201" y="3493827"/>
            <a:ext cx="163773" cy="163773"/>
          </a:xfrm>
          <a:custGeom>
            <a:avLst/>
            <a:gdLst/>
            <a:ahLst/>
            <a:cxnLst/>
            <a:rect l="l" t="t" r="r" b="b"/>
            <a:pathLst>
              <a:path w="163773" h="163773">
                <a:moveTo>
                  <a:pt x="20472" y="10236"/>
                </a:moveTo>
                <a:cubicBezTo>
                  <a:pt x="9180" y="10236"/>
                  <a:pt x="0" y="19416"/>
                  <a:pt x="0" y="30707"/>
                </a:cubicBezTo>
                <a:lnTo>
                  <a:pt x="0" y="112594"/>
                </a:lnTo>
                <a:cubicBezTo>
                  <a:pt x="0" y="123885"/>
                  <a:pt x="9180" y="133066"/>
                  <a:pt x="20472" y="133066"/>
                </a:cubicBezTo>
                <a:lnTo>
                  <a:pt x="66533" y="133066"/>
                </a:lnTo>
                <a:lnTo>
                  <a:pt x="61415" y="148419"/>
                </a:lnTo>
                <a:lnTo>
                  <a:pt x="38384" y="148419"/>
                </a:lnTo>
                <a:cubicBezTo>
                  <a:pt x="34130" y="148419"/>
                  <a:pt x="30707" y="151842"/>
                  <a:pt x="30707" y="156096"/>
                </a:cubicBezTo>
                <a:cubicBezTo>
                  <a:pt x="30707" y="160351"/>
                  <a:pt x="34130" y="163773"/>
                  <a:pt x="38384" y="163773"/>
                </a:cubicBezTo>
                <a:lnTo>
                  <a:pt x="125389" y="163773"/>
                </a:lnTo>
                <a:cubicBezTo>
                  <a:pt x="129643" y="163773"/>
                  <a:pt x="133066" y="160351"/>
                  <a:pt x="133066" y="156096"/>
                </a:cubicBezTo>
                <a:cubicBezTo>
                  <a:pt x="133066" y="151842"/>
                  <a:pt x="129643" y="148419"/>
                  <a:pt x="125389" y="148419"/>
                </a:cubicBezTo>
                <a:lnTo>
                  <a:pt x="102358" y="148419"/>
                </a:lnTo>
                <a:lnTo>
                  <a:pt x="97240" y="133066"/>
                </a:lnTo>
                <a:lnTo>
                  <a:pt x="143301" y="133066"/>
                </a:lnTo>
                <a:cubicBezTo>
                  <a:pt x="154593" y="133066"/>
                  <a:pt x="163773" y="123885"/>
                  <a:pt x="163773" y="112594"/>
                </a:cubicBezTo>
                <a:lnTo>
                  <a:pt x="163773" y="30707"/>
                </a:lnTo>
                <a:cubicBezTo>
                  <a:pt x="163773" y="19416"/>
                  <a:pt x="154593" y="10236"/>
                  <a:pt x="143301" y="10236"/>
                </a:cubicBezTo>
                <a:lnTo>
                  <a:pt x="20472" y="10236"/>
                </a:lnTo>
                <a:close/>
                <a:moveTo>
                  <a:pt x="30707" y="30707"/>
                </a:moveTo>
                <a:lnTo>
                  <a:pt x="133066" y="30707"/>
                </a:lnTo>
                <a:cubicBezTo>
                  <a:pt x="138727" y="30707"/>
                  <a:pt x="143301" y="35282"/>
                  <a:pt x="143301" y="40943"/>
                </a:cubicBezTo>
                <a:lnTo>
                  <a:pt x="143301" y="92122"/>
                </a:lnTo>
                <a:cubicBezTo>
                  <a:pt x="143301" y="97784"/>
                  <a:pt x="138727" y="102358"/>
                  <a:pt x="133066" y="102358"/>
                </a:cubicBezTo>
                <a:lnTo>
                  <a:pt x="30707" y="102358"/>
                </a:lnTo>
                <a:cubicBezTo>
                  <a:pt x="25046" y="102358"/>
                  <a:pt x="20472" y="97784"/>
                  <a:pt x="20472" y="92122"/>
                </a:cubicBezTo>
                <a:lnTo>
                  <a:pt x="20472" y="40943"/>
                </a:lnTo>
                <a:cubicBezTo>
                  <a:pt x="20472" y="35282"/>
                  <a:pt x="25046" y="30707"/>
                  <a:pt x="30707" y="30707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2" name="Text 19"/>
          <p:cNvSpPr/>
          <p:nvPr/>
        </p:nvSpPr>
        <p:spPr>
          <a:xfrm>
            <a:off x="7943566" y="3466531"/>
            <a:ext cx="636896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6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Streamlit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947046" y="4508310"/>
            <a:ext cx="1282890" cy="1301087"/>
          </a:xfrm>
          <a:custGeom>
            <a:avLst/>
            <a:gdLst/>
            <a:ahLst/>
            <a:cxnLst/>
            <a:rect l="l" t="t" r="r" b="b"/>
            <a:pathLst>
              <a:path w="1282890" h="1301087">
                <a:moveTo>
                  <a:pt x="145582" y="0"/>
                </a:moveTo>
                <a:lnTo>
                  <a:pt x="1137307" y="0"/>
                </a:lnTo>
                <a:cubicBezTo>
                  <a:pt x="1217710" y="0"/>
                  <a:pt x="1282890" y="65179"/>
                  <a:pt x="1282890" y="145582"/>
                </a:cubicBezTo>
                <a:lnTo>
                  <a:pt x="1282890" y="1155504"/>
                </a:lnTo>
                <a:cubicBezTo>
                  <a:pt x="1282890" y="1235907"/>
                  <a:pt x="1217710" y="1301087"/>
                  <a:pt x="1137307" y="1301087"/>
                </a:cubicBezTo>
                <a:lnTo>
                  <a:pt x="145582" y="1301087"/>
                </a:lnTo>
                <a:cubicBezTo>
                  <a:pt x="65179" y="1301087"/>
                  <a:pt x="0" y="1235907"/>
                  <a:pt x="0" y="1155504"/>
                </a:cubicBezTo>
                <a:lnTo>
                  <a:pt x="0" y="145582"/>
                </a:lnTo>
                <a:cubicBezTo>
                  <a:pt x="0" y="65233"/>
                  <a:pt x="65233" y="0"/>
                  <a:pt x="14558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454004" y="4694830"/>
            <a:ext cx="272955" cy="272955"/>
          </a:xfrm>
          <a:custGeom>
            <a:avLst/>
            <a:gdLst/>
            <a:ahLst/>
            <a:cxnLst/>
            <a:rect l="l" t="t" r="r" b="b"/>
            <a:pathLst>
              <a:path w="272955" h="272955">
                <a:moveTo>
                  <a:pt x="34119" y="34119"/>
                </a:moveTo>
                <a:cubicBezTo>
                  <a:pt x="34119" y="24683"/>
                  <a:pt x="26496" y="17060"/>
                  <a:pt x="17060" y="17060"/>
                </a:cubicBezTo>
                <a:cubicBezTo>
                  <a:pt x="7624" y="17060"/>
                  <a:pt x="0" y="24683"/>
                  <a:pt x="0" y="34119"/>
                </a:cubicBezTo>
                <a:lnTo>
                  <a:pt x="0" y="213246"/>
                </a:lnTo>
                <a:cubicBezTo>
                  <a:pt x="0" y="236810"/>
                  <a:pt x="19086" y="255896"/>
                  <a:pt x="42649" y="255896"/>
                </a:cubicBezTo>
                <a:lnTo>
                  <a:pt x="255896" y="255896"/>
                </a:lnTo>
                <a:cubicBezTo>
                  <a:pt x="265332" y="255896"/>
                  <a:pt x="272955" y="248272"/>
                  <a:pt x="272955" y="238836"/>
                </a:cubicBezTo>
                <a:cubicBezTo>
                  <a:pt x="272955" y="229400"/>
                  <a:pt x="265332" y="221776"/>
                  <a:pt x="255896" y="221776"/>
                </a:cubicBezTo>
                <a:lnTo>
                  <a:pt x="42649" y="221776"/>
                </a:lnTo>
                <a:cubicBezTo>
                  <a:pt x="37958" y="221776"/>
                  <a:pt x="34119" y="217938"/>
                  <a:pt x="34119" y="213246"/>
                </a:cubicBezTo>
                <a:lnTo>
                  <a:pt x="34119" y="34119"/>
                </a:lnTo>
                <a:close/>
                <a:moveTo>
                  <a:pt x="250884" y="80287"/>
                </a:moveTo>
                <a:cubicBezTo>
                  <a:pt x="257548" y="73623"/>
                  <a:pt x="257548" y="62801"/>
                  <a:pt x="250884" y="56137"/>
                </a:cubicBezTo>
                <a:cubicBezTo>
                  <a:pt x="244220" y="49473"/>
                  <a:pt x="233398" y="49473"/>
                  <a:pt x="226734" y="56137"/>
                </a:cubicBezTo>
                <a:lnTo>
                  <a:pt x="170597" y="112327"/>
                </a:lnTo>
                <a:lnTo>
                  <a:pt x="139996" y="81780"/>
                </a:lnTo>
                <a:cubicBezTo>
                  <a:pt x="133332" y="75116"/>
                  <a:pt x="122510" y="75116"/>
                  <a:pt x="115846" y="81780"/>
                </a:cubicBezTo>
                <a:lnTo>
                  <a:pt x="64667" y="132959"/>
                </a:lnTo>
                <a:cubicBezTo>
                  <a:pt x="58003" y="139623"/>
                  <a:pt x="58003" y="150445"/>
                  <a:pt x="64667" y="157109"/>
                </a:cubicBezTo>
                <a:cubicBezTo>
                  <a:pt x="71331" y="163773"/>
                  <a:pt x="82153" y="163773"/>
                  <a:pt x="88817" y="157109"/>
                </a:cubicBezTo>
                <a:lnTo>
                  <a:pt x="127948" y="117978"/>
                </a:lnTo>
                <a:lnTo>
                  <a:pt x="158549" y="148579"/>
                </a:lnTo>
                <a:cubicBezTo>
                  <a:pt x="165213" y="155243"/>
                  <a:pt x="176035" y="155243"/>
                  <a:pt x="182699" y="148579"/>
                </a:cubicBezTo>
                <a:lnTo>
                  <a:pt x="250938" y="8034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2"/>
          <p:cNvSpPr/>
          <p:nvPr/>
        </p:nvSpPr>
        <p:spPr>
          <a:xfrm>
            <a:off x="4078975" y="5076967"/>
            <a:ext cx="1019033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1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42-86%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097172" y="5404513"/>
            <a:ext cx="982639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6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 Gain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5456830" y="4508310"/>
            <a:ext cx="1282890" cy="1301087"/>
          </a:xfrm>
          <a:custGeom>
            <a:avLst/>
            <a:gdLst/>
            <a:ahLst/>
            <a:cxnLst/>
            <a:rect l="l" t="t" r="r" b="b"/>
            <a:pathLst>
              <a:path w="1282890" h="1301087">
                <a:moveTo>
                  <a:pt x="145582" y="0"/>
                </a:moveTo>
                <a:lnTo>
                  <a:pt x="1137307" y="0"/>
                </a:lnTo>
                <a:cubicBezTo>
                  <a:pt x="1217710" y="0"/>
                  <a:pt x="1282890" y="65179"/>
                  <a:pt x="1282890" y="145582"/>
                </a:cubicBezTo>
                <a:lnTo>
                  <a:pt x="1282890" y="1155504"/>
                </a:lnTo>
                <a:cubicBezTo>
                  <a:pt x="1282890" y="1235907"/>
                  <a:pt x="1217710" y="1301087"/>
                  <a:pt x="1137307" y="1301087"/>
                </a:cubicBezTo>
                <a:lnTo>
                  <a:pt x="145582" y="1301087"/>
                </a:lnTo>
                <a:cubicBezTo>
                  <a:pt x="65179" y="1301087"/>
                  <a:pt x="0" y="1235907"/>
                  <a:pt x="0" y="1155504"/>
                </a:cubicBezTo>
                <a:lnTo>
                  <a:pt x="0" y="145582"/>
                </a:lnTo>
                <a:cubicBezTo>
                  <a:pt x="0" y="65233"/>
                  <a:pt x="65233" y="0"/>
                  <a:pt x="14558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980847" y="4694830"/>
            <a:ext cx="238836" cy="272955"/>
          </a:xfrm>
          <a:custGeom>
            <a:avLst/>
            <a:gdLst/>
            <a:ahLst/>
            <a:cxnLst/>
            <a:rect l="l" t="t" r="r" b="b"/>
            <a:pathLst>
              <a:path w="238836" h="272955">
                <a:moveTo>
                  <a:pt x="238836" y="109715"/>
                </a:moveTo>
                <a:cubicBezTo>
                  <a:pt x="230946" y="114940"/>
                  <a:pt x="221883" y="119151"/>
                  <a:pt x="212447" y="122510"/>
                </a:cubicBezTo>
                <a:cubicBezTo>
                  <a:pt x="187390" y="131466"/>
                  <a:pt x="154497" y="136478"/>
                  <a:pt x="119418" y="136478"/>
                </a:cubicBezTo>
                <a:cubicBezTo>
                  <a:pt x="84339" y="136478"/>
                  <a:pt x="51392" y="131413"/>
                  <a:pt x="26389" y="122510"/>
                </a:cubicBezTo>
                <a:cubicBezTo>
                  <a:pt x="17006" y="119151"/>
                  <a:pt x="7890" y="114940"/>
                  <a:pt x="0" y="109715"/>
                </a:cubicBezTo>
                <a:lnTo>
                  <a:pt x="0" y="153537"/>
                </a:lnTo>
                <a:cubicBezTo>
                  <a:pt x="0" y="177101"/>
                  <a:pt x="53472" y="196187"/>
                  <a:pt x="119418" y="196187"/>
                </a:cubicBezTo>
                <a:cubicBezTo>
                  <a:pt x="185364" y="196187"/>
                  <a:pt x="238836" y="177101"/>
                  <a:pt x="238836" y="153537"/>
                </a:cubicBezTo>
                <a:lnTo>
                  <a:pt x="238836" y="109715"/>
                </a:lnTo>
                <a:close/>
                <a:moveTo>
                  <a:pt x="238836" y="68239"/>
                </a:moveTo>
                <a:lnTo>
                  <a:pt x="238836" y="42649"/>
                </a:lnTo>
                <a:cubicBezTo>
                  <a:pt x="238836" y="19086"/>
                  <a:pt x="185364" y="0"/>
                  <a:pt x="119418" y="0"/>
                </a:cubicBezTo>
                <a:cubicBezTo>
                  <a:pt x="53472" y="0"/>
                  <a:pt x="0" y="19086"/>
                  <a:pt x="0" y="42649"/>
                </a:cubicBezTo>
                <a:lnTo>
                  <a:pt x="0" y="68239"/>
                </a:lnTo>
                <a:cubicBezTo>
                  <a:pt x="0" y="91803"/>
                  <a:pt x="53472" y="110888"/>
                  <a:pt x="119418" y="110888"/>
                </a:cubicBezTo>
                <a:cubicBezTo>
                  <a:pt x="185364" y="110888"/>
                  <a:pt x="238836" y="91803"/>
                  <a:pt x="238836" y="68239"/>
                </a:cubicBezTo>
                <a:close/>
                <a:moveTo>
                  <a:pt x="212447" y="207808"/>
                </a:moveTo>
                <a:cubicBezTo>
                  <a:pt x="187443" y="216712"/>
                  <a:pt x="154550" y="221776"/>
                  <a:pt x="119418" y="221776"/>
                </a:cubicBezTo>
                <a:cubicBezTo>
                  <a:pt x="84286" y="221776"/>
                  <a:pt x="51392" y="216712"/>
                  <a:pt x="26389" y="207808"/>
                </a:cubicBezTo>
                <a:cubicBezTo>
                  <a:pt x="17006" y="204450"/>
                  <a:pt x="7890" y="200238"/>
                  <a:pt x="0" y="195014"/>
                </a:cubicBezTo>
                <a:lnTo>
                  <a:pt x="0" y="230306"/>
                </a:lnTo>
                <a:cubicBezTo>
                  <a:pt x="0" y="253870"/>
                  <a:pt x="53472" y="272955"/>
                  <a:pt x="119418" y="272955"/>
                </a:cubicBezTo>
                <a:cubicBezTo>
                  <a:pt x="185364" y="272955"/>
                  <a:pt x="238836" y="253870"/>
                  <a:pt x="238836" y="230306"/>
                </a:cubicBezTo>
                <a:lnTo>
                  <a:pt x="238836" y="195014"/>
                </a:lnTo>
                <a:cubicBezTo>
                  <a:pt x="230946" y="200238"/>
                  <a:pt x="221883" y="204450"/>
                  <a:pt x="212447" y="20780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Text 26"/>
          <p:cNvSpPr/>
          <p:nvPr/>
        </p:nvSpPr>
        <p:spPr>
          <a:xfrm>
            <a:off x="5588758" y="5076967"/>
            <a:ext cx="1019033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1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278K+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606955" y="5404513"/>
            <a:ext cx="982639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6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Points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966613" y="4508310"/>
            <a:ext cx="1282890" cy="1301087"/>
          </a:xfrm>
          <a:custGeom>
            <a:avLst/>
            <a:gdLst/>
            <a:ahLst/>
            <a:cxnLst/>
            <a:rect l="l" t="t" r="r" b="b"/>
            <a:pathLst>
              <a:path w="1282890" h="1301087">
                <a:moveTo>
                  <a:pt x="145582" y="0"/>
                </a:moveTo>
                <a:lnTo>
                  <a:pt x="1137307" y="0"/>
                </a:lnTo>
                <a:cubicBezTo>
                  <a:pt x="1217710" y="0"/>
                  <a:pt x="1282890" y="65179"/>
                  <a:pt x="1282890" y="145582"/>
                </a:cubicBezTo>
                <a:lnTo>
                  <a:pt x="1282890" y="1155504"/>
                </a:lnTo>
                <a:cubicBezTo>
                  <a:pt x="1282890" y="1235907"/>
                  <a:pt x="1217710" y="1301087"/>
                  <a:pt x="1137307" y="1301087"/>
                </a:cubicBezTo>
                <a:lnTo>
                  <a:pt x="145582" y="1301087"/>
                </a:lnTo>
                <a:cubicBezTo>
                  <a:pt x="65179" y="1301087"/>
                  <a:pt x="0" y="1235907"/>
                  <a:pt x="0" y="1155504"/>
                </a:cubicBezTo>
                <a:lnTo>
                  <a:pt x="0" y="145582"/>
                </a:lnTo>
                <a:cubicBezTo>
                  <a:pt x="0" y="65233"/>
                  <a:pt x="65233" y="0"/>
                  <a:pt x="145582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439451" y="4694830"/>
            <a:ext cx="341194" cy="272955"/>
          </a:xfrm>
          <a:custGeom>
            <a:avLst/>
            <a:gdLst/>
            <a:ahLst/>
            <a:cxnLst/>
            <a:rect l="l" t="t" r="r" b="b"/>
            <a:pathLst>
              <a:path w="341194" h="272955">
                <a:moveTo>
                  <a:pt x="170597" y="8530"/>
                </a:moveTo>
                <a:cubicBezTo>
                  <a:pt x="201197" y="8530"/>
                  <a:pt x="226041" y="33373"/>
                  <a:pt x="226041" y="63974"/>
                </a:cubicBezTo>
                <a:cubicBezTo>
                  <a:pt x="226041" y="94574"/>
                  <a:pt x="201197" y="119418"/>
                  <a:pt x="170597" y="119418"/>
                </a:cubicBezTo>
                <a:cubicBezTo>
                  <a:pt x="139997" y="119418"/>
                  <a:pt x="115153" y="94574"/>
                  <a:pt x="115153" y="63974"/>
                </a:cubicBezTo>
                <a:cubicBezTo>
                  <a:pt x="115153" y="33373"/>
                  <a:pt x="139997" y="8530"/>
                  <a:pt x="170597" y="8530"/>
                </a:cubicBezTo>
                <a:close/>
                <a:moveTo>
                  <a:pt x="51179" y="46914"/>
                </a:moveTo>
                <a:cubicBezTo>
                  <a:pt x="72364" y="46914"/>
                  <a:pt x="89563" y="64114"/>
                  <a:pt x="89563" y="85299"/>
                </a:cubicBezTo>
                <a:cubicBezTo>
                  <a:pt x="89563" y="106483"/>
                  <a:pt x="72364" y="123683"/>
                  <a:pt x="51179" y="123683"/>
                </a:cubicBezTo>
                <a:cubicBezTo>
                  <a:pt x="29994" y="123683"/>
                  <a:pt x="12795" y="106483"/>
                  <a:pt x="12795" y="85299"/>
                </a:cubicBezTo>
                <a:cubicBezTo>
                  <a:pt x="12795" y="64114"/>
                  <a:pt x="29994" y="46914"/>
                  <a:pt x="51179" y="46914"/>
                </a:cubicBezTo>
                <a:close/>
                <a:moveTo>
                  <a:pt x="0" y="221776"/>
                </a:moveTo>
                <a:cubicBezTo>
                  <a:pt x="0" y="184085"/>
                  <a:pt x="30548" y="153537"/>
                  <a:pt x="68239" y="153537"/>
                </a:cubicBezTo>
                <a:cubicBezTo>
                  <a:pt x="75063" y="153537"/>
                  <a:pt x="81673" y="154550"/>
                  <a:pt x="87911" y="156416"/>
                </a:cubicBezTo>
                <a:cubicBezTo>
                  <a:pt x="70371" y="176035"/>
                  <a:pt x="59709" y="201944"/>
                  <a:pt x="59709" y="230306"/>
                </a:cubicBezTo>
                <a:lnTo>
                  <a:pt x="59709" y="238836"/>
                </a:lnTo>
                <a:cubicBezTo>
                  <a:pt x="59709" y="244913"/>
                  <a:pt x="60988" y="250671"/>
                  <a:pt x="63281" y="255896"/>
                </a:cubicBezTo>
                <a:lnTo>
                  <a:pt x="17060" y="255896"/>
                </a:lnTo>
                <a:cubicBezTo>
                  <a:pt x="7624" y="255896"/>
                  <a:pt x="0" y="248272"/>
                  <a:pt x="0" y="238836"/>
                </a:cubicBezTo>
                <a:lnTo>
                  <a:pt x="0" y="221776"/>
                </a:lnTo>
                <a:close/>
                <a:moveTo>
                  <a:pt x="277913" y="255896"/>
                </a:moveTo>
                <a:cubicBezTo>
                  <a:pt x="280206" y="250671"/>
                  <a:pt x="281485" y="244913"/>
                  <a:pt x="281485" y="238836"/>
                </a:cubicBezTo>
                <a:lnTo>
                  <a:pt x="281485" y="230306"/>
                </a:lnTo>
                <a:cubicBezTo>
                  <a:pt x="281485" y="201944"/>
                  <a:pt x="270823" y="176035"/>
                  <a:pt x="253283" y="156416"/>
                </a:cubicBezTo>
                <a:cubicBezTo>
                  <a:pt x="259521" y="154550"/>
                  <a:pt x="266131" y="153537"/>
                  <a:pt x="272955" y="153537"/>
                </a:cubicBezTo>
                <a:cubicBezTo>
                  <a:pt x="310647" y="153537"/>
                  <a:pt x="341194" y="184085"/>
                  <a:pt x="341194" y="221776"/>
                </a:cubicBezTo>
                <a:lnTo>
                  <a:pt x="341194" y="238836"/>
                </a:lnTo>
                <a:cubicBezTo>
                  <a:pt x="341194" y="248272"/>
                  <a:pt x="333570" y="255896"/>
                  <a:pt x="324134" y="255896"/>
                </a:cubicBezTo>
                <a:lnTo>
                  <a:pt x="277913" y="255896"/>
                </a:lnTo>
                <a:close/>
                <a:moveTo>
                  <a:pt x="251631" y="85299"/>
                </a:moveTo>
                <a:cubicBezTo>
                  <a:pt x="251631" y="64114"/>
                  <a:pt x="268830" y="46914"/>
                  <a:pt x="290015" y="46914"/>
                </a:cubicBezTo>
                <a:cubicBezTo>
                  <a:pt x="311200" y="46914"/>
                  <a:pt x="328399" y="64114"/>
                  <a:pt x="328399" y="85299"/>
                </a:cubicBezTo>
                <a:cubicBezTo>
                  <a:pt x="328399" y="106483"/>
                  <a:pt x="311200" y="123683"/>
                  <a:pt x="290015" y="123683"/>
                </a:cubicBezTo>
                <a:cubicBezTo>
                  <a:pt x="268830" y="123683"/>
                  <a:pt x="251631" y="106483"/>
                  <a:pt x="251631" y="85299"/>
                </a:cubicBezTo>
                <a:close/>
                <a:moveTo>
                  <a:pt x="85299" y="230306"/>
                </a:moveTo>
                <a:cubicBezTo>
                  <a:pt x="85299" y="183179"/>
                  <a:pt x="123470" y="145007"/>
                  <a:pt x="170597" y="145007"/>
                </a:cubicBezTo>
                <a:cubicBezTo>
                  <a:pt x="217724" y="145007"/>
                  <a:pt x="255896" y="183179"/>
                  <a:pt x="255896" y="230306"/>
                </a:cubicBezTo>
                <a:lnTo>
                  <a:pt x="255896" y="238836"/>
                </a:lnTo>
                <a:cubicBezTo>
                  <a:pt x="255896" y="248272"/>
                  <a:pt x="248272" y="255896"/>
                  <a:pt x="238836" y="255896"/>
                </a:cubicBezTo>
                <a:lnTo>
                  <a:pt x="102358" y="255896"/>
                </a:lnTo>
                <a:cubicBezTo>
                  <a:pt x="92922" y="255896"/>
                  <a:pt x="85299" y="248272"/>
                  <a:pt x="85299" y="238836"/>
                </a:cubicBezTo>
                <a:lnTo>
                  <a:pt x="85299" y="23030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Text 30"/>
          <p:cNvSpPr/>
          <p:nvPr/>
        </p:nvSpPr>
        <p:spPr>
          <a:xfrm>
            <a:off x="7098542" y="5076967"/>
            <a:ext cx="1019033" cy="291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1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450+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116739" y="5404513"/>
            <a:ext cx="982639" cy="218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6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Players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4885472" y="6032310"/>
            <a:ext cx="2429301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33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Presented by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4862726" y="6359857"/>
            <a:ext cx="2474794" cy="327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4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Adi Charan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4890021" y="6760191"/>
            <a:ext cx="2420203" cy="254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9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Internship Project – Data Science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Cricket Player Performance Prediction System</dc:title>
  <dc:subject>Cricket Player Performance Prediction System</dc:subject>
  <dc:creator>Kimi</dc:creator>
  <cp:lastModifiedBy>Kimi</cp:lastModifiedBy>
  <cp:revision>1</cp:revision>
  <dcterms:created xsi:type="dcterms:W3CDTF">2026-02-23T09:38:57Z</dcterms:created>
  <dcterms:modified xsi:type="dcterms:W3CDTF">2026-02-23T09:38:57Z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{"Label":"Cricket Player Performance Prediction System","ContentProducer":"001191110108MACG2KBH8F10000","ProduceID":"19c89d45-12e2-81fb-8000-0000e694e82f","ReservedCode1":"","ContentPropagator":"001191110108MACG2KBH8F20000","PropagateID":"19c89d45-12e2-81fb-8000-0000e694e82f","ReservedCode2":""}</vt:lpwstr>
  </property>
</Properties>
</file>