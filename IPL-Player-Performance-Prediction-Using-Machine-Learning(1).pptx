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Instrument Sans Medium" panose="020B0604020202020204" charset="0"/>
      <p:regular r:id="rId21"/>
    </p:embeddedFont>
    <p:embeddedFont>
      <p:font typeface="Inter" panose="020B0604020202020204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96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21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5625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5452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5214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864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7492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9193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99984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22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6707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2793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1044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628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968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239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23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115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004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850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078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022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8206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4245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254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2197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IPL Player Performance Prediction Using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Student: Pooja S — B Tech AIML, RMD Engineering College. A data-driven system to predict individual IPL player performance for analysts and fantasy players.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 often rely on intuition. Individual IPL performance depends on opponent, match conditions, and recent form. A robust, data-driven predictive system is needed.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40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06441"/>
            <a:ext cx="1205984" cy="1507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3262" y="3906441"/>
            <a:ext cx="2669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 Runs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3262" y="4396859"/>
            <a:ext cx="266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 runs for batsmen in upcoming matches.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906441"/>
            <a:ext cx="1205984" cy="1507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5364" y="3906441"/>
            <a:ext cx="2669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 Wickets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725364" y="4396859"/>
            <a:ext cx="266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wickets for bowlers in upcoming matches.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906441"/>
            <a:ext cx="1205984" cy="1507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467" y="3906441"/>
            <a:ext cx="2669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Actionable Insights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167467" y="4396859"/>
            <a:ext cx="266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interactive dashboard insights for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Description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732014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Datasets: IPL Matches and Ball-by-Ball Deliveries. Key features include inning, balls, match_order, rolling_avg_10, batting_team, bowling_team, and runs_conceded.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483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Preprocessing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97336"/>
            <a:ext cx="2367558" cy="2749987"/>
          </a:xfrm>
          <a:prstGeom prst="roundRect">
            <a:avLst>
              <a:gd name="adj" fmla="val 1437"/>
            </a:avLst>
          </a:prstGeom>
          <a:solidFill>
            <a:srgbClr val="434348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724150"/>
            <a:ext cx="19139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Handle Missing Values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923228"/>
            <a:ext cx="19139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data to ensure model-ready records.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388162" y="2497336"/>
            <a:ext cx="2367558" cy="2749987"/>
          </a:xfrm>
          <a:prstGeom prst="roundRect">
            <a:avLst>
              <a:gd name="adj" fmla="val 1437"/>
            </a:avLst>
          </a:pr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3614976" y="2724150"/>
            <a:ext cx="19139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Merge Datasets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14976" y="3568898"/>
            <a:ext cx="19139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match and delivery tables for context.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982533" y="2497336"/>
            <a:ext cx="2367558" cy="2749987"/>
          </a:xfrm>
          <a:prstGeom prst="roundRect">
            <a:avLst>
              <a:gd name="adj" fmla="val 1437"/>
            </a:avLst>
          </a:prstGeom>
          <a:solidFill>
            <a:srgbClr val="434348"/>
          </a:solidFill>
          <a:ln/>
        </p:spPr>
      </p:sp>
      <p:sp>
        <p:nvSpPr>
          <p:cNvPr id="11" name="Text 8"/>
          <p:cNvSpPr/>
          <p:nvPr/>
        </p:nvSpPr>
        <p:spPr>
          <a:xfrm>
            <a:off x="6209348" y="2724150"/>
            <a:ext cx="19139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Rolling Average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09348" y="3568898"/>
            <a:ext cx="19139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Computed last-10-matches rolling_avg_10 feature.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474137"/>
            <a:ext cx="7556302" cy="1306949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14" name="Text 11"/>
          <p:cNvSpPr/>
          <p:nvPr/>
        </p:nvSpPr>
        <p:spPr>
          <a:xfrm>
            <a:off x="1020604" y="5700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One-Hot Encoding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0604" y="6191369"/>
            <a:ext cx="710267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Encoded categorical variables (teams, innings).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Engineering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131106"/>
            <a:ext cx="4205168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 average captures recent player form.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Batting and bowling team encoding adds contextual matchups.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order and innings reflect game situation.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conceded and balls faced quantify opportunity and risk.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752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 Evaluated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2724150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0653" y="2724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Linear Regression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30653" y="3214568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model for continuous predictions.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4031099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0653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130653" y="4521517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method to capture non-linear patterns.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533804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0653" y="5338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XGBoost (Selected)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130653" y="5828467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model chosen for superior handling of non-linear relationships and best accuracy.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Evaluation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19695"/>
            <a:ext cx="8284131" cy="39584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235637" y="6278166"/>
            <a:ext cx="226814" cy="226814"/>
          </a:xfrm>
          <a:prstGeom prst="roundRect">
            <a:avLst>
              <a:gd name="adj" fmla="val 8063"/>
            </a:avLst>
          </a:prstGeom>
          <a:solidFill>
            <a:srgbClr val="DE0808"/>
          </a:solidFill>
          <a:ln/>
        </p:spPr>
      </p:sp>
      <p:sp>
        <p:nvSpPr>
          <p:cNvPr id="5" name="Text 2"/>
          <p:cNvSpPr/>
          <p:nvPr/>
        </p:nvSpPr>
        <p:spPr>
          <a:xfrm>
            <a:off x="2523411" y="6278166"/>
            <a:ext cx="93011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018002" y="6278166"/>
            <a:ext cx="226814" cy="226814"/>
          </a:xfrm>
          <a:prstGeom prst="roundRect">
            <a:avLst>
              <a:gd name="adj" fmla="val 8063"/>
            </a:avLst>
          </a:prstGeom>
          <a:solidFill>
            <a:srgbClr val="F94242"/>
          </a:solidFill>
          <a:ln/>
        </p:spPr>
      </p:sp>
      <p:sp>
        <p:nvSpPr>
          <p:cNvPr id="7" name="Text 4"/>
          <p:cNvSpPr/>
          <p:nvPr/>
        </p:nvSpPr>
        <p:spPr>
          <a:xfrm>
            <a:off x="4305776" y="6278166"/>
            <a:ext cx="15476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RandomForest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418064" y="6278166"/>
            <a:ext cx="226814" cy="226814"/>
          </a:xfrm>
          <a:prstGeom prst="roundRect">
            <a:avLst>
              <a:gd name="adj" fmla="val 8063"/>
            </a:avLst>
          </a:prstGeom>
          <a:solidFill>
            <a:srgbClr val="FB9494"/>
          </a:solidFill>
          <a:ln/>
        </p:spPr>
      </p:sp>
      <p:sp>
        <p:nvSpPr>
          <p:cNvPr id="9" name="Text 6"/>
          <p:cNvSpPr/>
          <p:nvPr/>
        </p:nvSpPr>
        <p:spPr>
          <a:xfrm>
            <a:off x="6705838" y="6278166"/>
            <a:ext cx="6641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38943" y="4094798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achieved the best overall performance across MAE, RMSE, and R² and was selected as the final model.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4133" y="537567"/>
            <a:ext cx="8067913" cy="610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Architecture &amp; Deployment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33" y="1485424"/>
            <a:ext cx="13262134" cy="57284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8849" y="5074535"/>
            <a:ext cx="1969173" cy="717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Cleaning &amp; Preprocessing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48849" y="5893845"/>
            <a:ext cx="1969173" cy="800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missing values and normalize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905177" y="5341528"/>
            <a:ext cx="1969173" cy="717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Training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8905177" y="6160838"/>
            <a:ext cx="1969173" cy="53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XGBoost models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26961" y="2002323"/>
            <a:ext cx="1969173" cy="717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Collection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326961" y="2821633"/>
            <a:ext cx="1969173" cy="53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raw data from sources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351949" y="2002323"/>
            <a:ext cx="1969173" cy="358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Deployment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1351949" y="2462985"/>
            <a:ext cx="1969173" cy="53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model with Streamlit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8395" y="2002323"/>
            <a:ext cx="1969173" cy="717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Engineering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408395" y="2821633"/>
            <a:ext cx="1969173" cy="800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and select predictive features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4133" y="7403306"/>
            <a:ext cx="1326213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covers data collection, cleaning, feature engineering, XGBoost training and evaluation, and deployment via a Streamlit dashboard.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94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 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998518" y="3214568"/>
            <a:ext cx="2845594" cy="2849285"/>
          </a:xfrm>
          <a:prstGeom prst="roundRect">
            <a:avLst>
              <a:gd name="adj" fmla="val 1196"/>
            </a:avLst>
          </a:prstGeom>
          <a:solidFill>
            <a:srgbClr val="434348"/>
          </a:solidFill>
          <a:ln/>
        </p:spPr>
      </p:sp>
      <p:sp>
        <p:nvSpPr>
          <p:cNvPr id="5" name="Text 2"/>
          <p:cNvSpPr/>
          <p:nvPr/>
        </p:nvSpPr>
        <p:spPr>
          <a:xfrm>
            <a:off x="11225332" y="3441382"/>
            <a:ext cx="23919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25332" y="4022527"/>
            <a:ext cx="23919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Streamlit; model serialized using Pickle; interactive inputs and prediction display.</a:t>
            </a:r>
            <a:endParaRPr lang="en-US" sz="175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C52344-EA69-4D63-84B2-4B2D76913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252" y="1914442"/>
            <a:ext cx="8125314" cy="60306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831" y="1977390"/>
            <a:ext cx="6379867" cy="32023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99521" y="543484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38F37A-7450-4260-B6DB-9A93C251D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016" y="1879482"/>
            <a:ext cx="7021184" cy="33002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34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2415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developed machine learning system accurately predicts IPL player performance, offering data-driven insights for strategic planning and fantasy sports. Leveraging the robust XGBoost model, the system provides high-fidelity forecasts for runs and wickets, validated through rigorous evaluation and deployed via an interactive Streamlit dashboard.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476274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434348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703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Proven Accuracy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519350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delivers reliable performance predictions.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4476274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434348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4703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Strategic Advantage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519350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Empowers data-driven decision-making for teams and enthusiasts.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4476274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434348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4703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Potential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519350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for continuous learning and real-time data integration.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444</Words>
  <Application>Microsoft Office PowerPoint</Application>
  <PresentationFormat>Custom</PresentationFormat>
  <Paragraphs>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 Light</vt:lpstr>
      <vt:lpstr>Instrument Sans Medium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S.Pooja</dc:creator>
  <cp:lastModifiedBy>pooja.ssp06@gmail.com</cp:lastModifiedBy>
  <cp:revision>2</cp:revision>
  <dcterms:created xsi:type="dcterms:W3CDTF">2026-02-16T14:06:57Z</dcterms:created>
  <dcterms:modified xsi:type="dcterms:W3CDTF">2026-02-18T04:25:14Z</dcterms:modified>
</cp:coreProperties>
</file>